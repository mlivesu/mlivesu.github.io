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wdp" ContentType="image/vnd.ms-photo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307" r:id="rId2"/>
    <p:sldId id="280" r:id="rId3"/>
    <p:sldId id="278" r:id="rId4"/>
    <p:sldId id="279" r:id="rId5"/>
    <p:sldId id="257" r:id="rId6"/>
    <p:sldId id="283" r:id="rId7"/>
    <p:sldId id="285" r:id="rId8"/>
    <p:sldId id="287" r:id="rId9"/>
    <p:sldId id="311" r:id="rId10"/>
    <p:sldId id="290" r:id="rId11"/>
    <p:sldId id="299" r:id="rId12"/>
    <p:sldId id="301" r:id="rId13"/>
    <p:sldId id="305" r:id="rId14"/>
    <p:sldId id="302" r:id="rId15"/>
    <p:sldId id="293" r:id="rId16"/>
    <p:sldId id="303" r:id="rId17"/>
    <p:sldId id="304" r:id="rId18"/>
    <p:sldId id="294" r:id="rId19"/>
    <p:sldId id="312" r:id="rId20"/>
    <p:sldId id="295" r:id="rId21"/>
    <p:sldId id="306" r:id="rId22"/>
    <p:sldId id="297" r:id="rId23"/>
    <p:sldId id="310" r:id="rId24"/>
    <p:sldId id="309" r:id="rId25"/>
    <p:sldId id="308" r:id="rId26"/>
    <p:sldId id="313" r:id="rId27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36" autoAdjust="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-744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A8EFC-9553-1E4D-AA3E-061B74A51583}" type="datetimeFigureOut">
              <a:rPr lang="it-IT" smtClean="0"/>
              <a:t>13/10/15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965264-C9F1-7F46-8DB3-9133A3ADED1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2751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3284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32841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3284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3284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3284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3284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3284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3284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32841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32841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32841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32841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32841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32841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32841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32841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32841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32841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32841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32841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32841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32841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32841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3284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295F-E1EE-7947-AC79-F6682437A907}" type="datetimeFigureOut">
              <a:rPr lang="it-IT" smtClean="0"/>
              <a:t>13/10/15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C5D7C-F17C-6340-83C0-C46022AFC20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0143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295F-E1EE-7947-AC79-F6682437A907}" type="datetimeFigureOut">
              <a:rPr lang="it-IT" smtClean="0"/>
              <a:t>13/10/15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C5D7C-F17C-6340-83C0-C46022AFC20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1110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295F-E1EE-7947-AC79-F6682437A907}" type="datetimeFigureOut">
              <a:rPr lang="it-IT" smtClean="0"/>
              <a:t>13/10/15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C5D7C-F17C-6340-83C0-C46022AFC20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1560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295F-E1EE-7947-AC79-F6682437A907}" type="datetimeFigureOut">
              <a:rPr lang="it-IT" smtClean="0"/>
              <a:t>13/10/15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C5D7C-F17C-6340-83C0-C46022AFC20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0680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295F-E1EE-7947-AC79-F6682437A907}" type="datetimeFigureOut">
              <a:rPr lang="it-IT" smtClean="0"/>
              <a:t>13/10/15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C5D7C-F17C-6340-83C0-C46022AFC20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3665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295F-E1EE-7947-AC79-F6682437A907}" type="datetimeFigureOut">
              <a:rPr lang="it-IT" smtClean="0"/>
              <a:t>13/10/15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C5D7C-F17C-6340-83C0-C46022AFC20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3194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295F-E1EE-7947-AC79-F6682437A907}" type="datetimeFigureOut">
              <a:rPr lang="it-IT" smtClean="0"/>
              <a:t>13/10/15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C5D7C-F17C-6340-83C0-C46022AFC20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7787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295F-E1EE-7947-AC79-F6682437A907}" type="datetimeFigureOut">
              <a:rPr lang="it-IT" smtClean="0"/>
              <a:t>13/10/15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C5D7C-F17C-6340-83C0-C46022AFC20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6182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295F-E1EE-7947-AC79-F6682437A907}" type="datetimeFigureOut">
              <a:rPr lang="it-IT" smtClean="0"/>
              <a:t>13/10/15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C5D7C-F17C-6340-83C0-C46022AFC20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7073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295F-E1EE-7947-AC79-F6682437A907}" type="datetimeFigureOut">
              <a:rPr lang="it-IT" smtClean="0"/>
              <a:t>13/10/15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C5D7C-F17C-6340-83C0-C46022AFC20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9217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295F-E1EE-7947-AC79-F6682437A907}" type="datetimeFigureOut">
              <a:rPr lang="it-IT" smtClean="0"/>
              <a:t>13/10/15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C5D7C-F17C-6340-83C0-C46022AFC20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6399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E0295F-E1EE-7947-AC79-F6682437A907}" type="datetimeFigureOut">
              <a:rPr lang="it-IT" smtClean="0"/>
              <a:t>13/10/15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C5D7C-F17C-6340-83C0-C46022AFC20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7241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.jpg"/><Relationship Id="rId7" Type="http://schemas.openxmlformats.org/officeDocument/2006/relationships/image" Target="../media/image16.jpeg"/><Relationship Id="rId8" Type="http://schemas.microsoft.com/office/2007/relationships/hdphoto" Target="../media/hdphoto1.wdp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emf"/><Relationship Id="rId5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4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4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emf"/></Relationships>
</file>

<file path=ppt/slides/_rels/slide16.xml.rels><?xml version="1.0" encoding="UTF-8" standalone="yes"?>
<Relationships xmlns="http://schemas.openxmlformats.org/package/2006/relationships"><Relationship Id="rId11" Type="http://schemas.openxmlformats.org/officeDocument/2006/relationships/image" Target="../media/image32.emf"/><Relationship Id="rId12" Type="http://schemas.openxmlformats.org/officeDocument/2006/relationships/image" Target="../media/image33.emf"/><Relationship Id="rId13" Type="http://schemas.openxmlformats.org/officeDocument/2006/relationships/image" Target="../media/image34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emf"/><Relationship Id="rId4" Type="http://schemas.openxmlformats.org/officeDocument/2006/relationships/image" Target="../media/image25.emf"/><Relationship Id="rId5" Type="http://schemas.openxmlformats.org/officeDocument/2006/relationships/image" Target="../media/image26.emf"/><Relationship Id="rId6" Type="http://schemas.openxmlformats.org/officeDocument/2006/relationships/image" Target="../media/image27.emf"/><Relationship Id="rId7" Type="http://schemas.openxmlformats.org/officeDocument/2006/relationships/image" Target="../media/image28.emf"/><Relationship Id="rId8" Type="http://schemas.openxmlformats.org/officeDocument/2006/relationships/image" Target="../media/image29.emf"/><Relationship Id="rId9" Type="http://schemas.openxmlformats.org/officeDocument/2006/relationships/image" Target="../media/image30.emf"/><Relationship Id="rId10" Type="http://schemas.openxmlformats.org/officeDocument/2006/relationships/image" Target="../media/image31.emf"/></Relationships>
</file>

<file path=ppt/slides/_rels/slide17.xml.rels><?xml version="1.0" encoding="UTF-8" standalone="yes"?>
<Relationships xmlns="http://schemas.openxmlformats.org/package/2006/relationships"><Relationship Id="rId11" Type="http://schemas.openxmlformats.org/officeDocument/2006/relationships/image" Target="../media/image26.emf"/><Relationship Id="rId12" Type="http://schemas.openxmlformats.org/officeDocument/2006/relationships/image" Target="../media/image27.emf"/><Relationship Id="rId13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emf"/><Relationship Id="rId4" Type="http://schemas.openxmlformats.org/officeDocument/2006/relationships/image" Target="../media/image28.emf"/><Relationship Id="rId5" Type="http://schemas.openxmlformats.org/officeDocument/2006/relationships/image" Target="../media/image24.emf"/><Relationship Id="rId6" Type="http://schemas.openxmlformats.org/officeDocument/2006/relationships/image" Target="../media/image34.emf"/><Relationship Id="rId7" Type="http://schemas.openxmlformats.org/officeDocument/2006/relationships/image" Target="../media/image29.emf"/><Relationship Id="rId8" Type="http://schemas.openxmlformats.org/officeDocument/2006/relationships/image" Target="../media/image30.emf"/><Relationship Id="rId9" Type="http://schemas.openxmlformats.org/officeDocument/2006/relationships/image" Target="../media/image31.emf"/><Relationship Id="rId10" Type="http://schemas.openxmlformats.org/officeDocument/2006/relationships/image" Target="../media/image25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4" Type="http://schemas.openxmlformats.org/officeDocument/2006/relationships/image" Target="../media/image35.emf"/><Relationship Id="rId5" Type="http://schemas.openxmlformats.org/officeDocument/2006/relationships/image" Target="../media/image36.emf"/><Relationship Id="rId6" Type="http://schemas.openxmlformats.org/officeDocument/2006/relationships/image" Target="../media/image37.emf"/><Relationship Id="rId7" Type="http://schemas.openxmlformats.org/officeDocument/2006/relationships/image" Target="../media/image24.emf"/><Relationship Id="rId8" Type="http://schemas.openxmlformats.org/officeDocument/2006/relationships/image" Target="../media/image34.emf"/><Relationship Id="rId9" Type="http://schemas.openxmlformats.org/officeDocument/2006/relationships/image" Target="../media/image38.emf"/><Relationship Id="rId10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4" Type="http://schemas.microsoft.com/office/2007/relationships/hdphoto" Target="../media/hdphoto2.wdp"/><Relationship Id="rId5" Type="http://schemas.openxmlformats.org/officeDocument/2006/relationships/image" Target="../media/image41.emf"/><Relationship Id="rId6" Type="http://schemas.openxmlformats.org/officeDocument/2006/relationships/image" Target="../media/image42.jpeg"/><Relationship Id="rId7" Type="http://schemas.microsoft.com/office/2007/relationships/hdphoto" Target="../media/hdphoto3.wdp"/><Relationship Id="rId8" Type="http://schemas.openxmlformats.org/officeDocument/2006/relationships/image" Target="../media/image43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4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4" Type="http://schemas.openxmlformats.org/officeDocument/2006/relationships/image" Target="../media/image46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8.emf"/><Relationship Id="rId5" Type="http://schemas.openxmlformats.org/officeDocument/2006/relationships/image" Target="../media/image23.emf"/><Relationship Id="rId6" Type="http://schemas.openxmlformats.org/officeDocument/2006/relationships/image" Target="../media/image19.png"/><Relationship Id="rId7" Type="http://schemas.openxmlformats.org/officeDocument/2006/relationships/image" Target="../media/image40.jpeg"/><Relationship Id="rId8" Type="http://schemas.microsoft.com/office/2007/relationships/hdphoto" Target="../media/hdphoto2.wdp"/><Relationship Id="rId9" Type="http://schemas.openxmlformats.org/officeDocument/2006/relationships/image" Target="../media/image41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22.emf"/><Relationship Id="rId5" Type="http://schemas.openxmlformats.org/officeDocument/2006/relationships/image" Target="../media/image23.emf"/><Relationship Id="rId6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16.jpeg"/><Relationship Id="rId5" Type="http://schemas.microsoft.com/office/2007/relationships/hdphoto" Target="../media/hdphoto1.wdp"/><Relationship Id="rId6" Type="http://schemas.openxmlformats.org/officeDocument/2006/relationships/image" Target="../media/image14.png"/><Relationship Id="rId7" Type="http://schemas.openxmlformats.org/officeDocument/2006/relationships/image" Target="../media/image48.png"/><Relationship Id="rId8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16.jpeg"/><Relationship Id="rId5" Type="http://schemas.microsoft.com/office/2007/relationships/hdphoto" Target="../media/hdphoto1.wdp"/><Relationship Id="rId6" Type="http://schemas.openxmlformats.org/officeDocument/2006/relationships/image" Target="../media/image14.png"/><Relationship Id="rId7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 descr="shadowgraphs.jpg"/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13" y="-1"/>
            <a:ext cx="7902222" cy="6840503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881927" y="2320221"/>
            <a:ext cx="5888777" cy="1730708"/>
          </a:xfrm>
        </p:spPr>
        <p:txBody>
          <a:bodyPr>
            <a:noAutofit/>
          </a:bodyPr>
          <a:lstStyle/>
          <a:p>
            <a:pPr algn="r"/>
            <a:r>
              <a:rPr lang="it-IT" sz="3200" b="1" dirty="0" err="1" smtClean="0">
                <a:latin typeface="Candara"/>
                <a:cs typeface="Candara"/>
              </a:rPr>
              <a:t>Practical</a:t>
            </a:r>
            <a:r>
              <a:rPr lang="it-IT" sz="3200" b="1" dirty="0" smtClean="0">
                <a:latin typeface="Candara"/>
                <a:cs typeface="Candara"/>
              </a:rPr>
              <a:t> </a:t>
            </a:r>
            <a:r>
              <a:rPr lang="it-IT" sz="3200" b="1" dirty="0" err="1" smtClean="0">
                <a:latin typeface="Candara"/>
                <a:cs typeface="Candara"/>
              </a:rPr>
              <a:t>Medial</a:t>
            </a:r>
            <a:r>
              <a:rPr lang="it-IT" sz="3200" b="1" dirty="0" smtClean="0">
                <a:latin typeface="Candara"/>
                <a:cs typeface="Candara"/>
              </a:rPr>
              <a:t> </a:t>
            </a:r>
            <a:r>
              <a:rPr lang="it-IT" sz="3200" b="1" dirty="0" err="1" smtClean="0">
                <a:latin typeface="Candara"/>
                <a:cs typeface="Candara"/>
              </a:rPr>
              <a:t>Axis</a:t>
            </a:r>
            <a:r>
              <a:rPr lang="it-IT" sz="3200" b="1" dirty="0" smtClean="0">
                <a:latin typeface="Candara"/>
                <a:cs typeface="Candara"/>
              </a:rPr>
              <a:t> </a:t>
            </a:r>
            <a:r>
              <a:rPr lang="it-IT" sz="3200" b="1" dirty="0" err="1" smtClean="0">
                <a:latin typeface="Candara"/>
                <a:cs typeface="Candara"/>
              </a:rPr>
              <a:t>Filtering</a:t>
            </a:r>
            <a:r>
              <a:rPr lang="it-IT" sz="3200" b="1" dirty="0" smtClean="0">
                <a:latin typeface="Candara"/>
                <a:cs typeface="Candara"/>
              </a:rPr>
              <a:t/>
            </a:r>
            <a:br>
              <a:rPr lang="it-IT" sz="3200" b="1" dirty="0" smtClean="0">
                <a:latin typeface="Candara"/>
                <a:cs typeface="Candara"/>
              </a:rPr>
            </a:br>
            <a:r>
              <a:rPr lang="it-IT" sz="3200" b="1" dirty="0" smtClean="0">
                <a:latin typeface="Candara"/>
                <a:cs typeface="Candara"/>
              </a:rPr>
              <a:t>for </a:t>
            </a:r>
            <a:r>
              <a:rPr lang="it-IT" sz="3200" b="1" dirty="0" err="1" smtClean="0">
                <a:latin typeface="Candara"/>
                <a:cs typeface="Candara"/>
              </a:rPr>
              <a:t>Occlusion-Aware</a:t>
            </a:r>
            <a:r>
              <a:rPr lang="it-IT" sz="3200" b="1" dirty="0" smtClean="0">
                <a:latin typeface="Candara"/>
                <a:cs typeface="Candara"/>
              </a:rPr>
              <a:t> </a:t>
            </a:r>
            <a:r>
              <a:rPr lang="it-IT" sz="3200" b="1" dirty="0" err="1" smtClean="0">
                <a:latin typeface="Candara"/>
                <a:cs typeface="Candara"/>
              </a:rPr>
              <a:t>Contours</a:t>
            </a:r>
            <a:endParaRPr lang="it-IT" sz="3200" b="1" dirty="0">
              <a:latin typeface="Candara"/>
              <a:cs typeface="Candara"/>
            </a:endParaRPr>
          </a:p>
        </p:txBody>
      </p:sp>
      <p:sp>
        <p:nvSpPr>
          <p:cNvPr id="5" name="CasellaDiTesto 4"/>
          <p:cNvSpPr txBox="1"/>
          <p:nvPr/>
        </p:nvSpPr>
        <p:spPr>
          <a:xfrm>
            <a:off x="3986463" y="3775955"/>
            <a:ext cx="48118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1600" b="1" dirty="0" err="1" smtClean="0">
                <a:latin typeface="Candara"/>
                <a:cs typeface="Candara"/>
              </a:rPr>
              <a:t>M.Livesu</a:t>
            </a:r>
            <a:r>
              <a:rPr lang="it-IT" sz="1600" b="1" dirty="0" smtClean="0">
                <a:latin typeface="Candara"/>
                <a:cs typeface="Candara"/>
              </a:rPr>
              <a:t>, </a:t>
            </a:r>
            <a:r>
              <a:rPr lang="it-IT" sz="1600" b="1" dirty="0" err="1" smtClean="0">
                <a:latin typeface="Candara"/>
                <a:cs typeface="Candara"/>
              </a:rPr>
              <a:t>R.Scateni</a:t>
            </a:r>
            <a:r>
              <a:rPr lang="it-IT" sz="1600" b="1" dirty="0" smtClean="0">
                <a:latin typeface="Candara"/>
                <a:cs typeface="Candara"/>
              </a:rPr>
              <a:t> - Università degli Studi di Cagliari</a:t>
            </a:r>
          </a:p>
        </p:txBody>
      </p:sp>
      <p:cxnSp>
        <p:nvCxnSpPr>
          <p:cNvPr id="7" name="Connettore 1 6"/>
          <p:cNvCxnSpPr/>
          <p:nvPr/>
        </p:nvCxnSpPr>
        <p:spPr>
          <a:xfrm>
            <a:off x="3495905" y="3748595"/>
            <a:ext cx="5300986" cy="0"/>
          </a:xfrm>
          <a:prstGeom prst="line">
            <a:avLst/>
          </a:prstGeom>
          <a:ln w="1905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4220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8" y="531788"/>
            <a:ext cx="265279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6000" b="1" baseline="30000" dirty="0" smtClean="0">
                <a:latin typeface="Candara"/>
                <a:cs typeface="Candara"/>
              </a:rPr>
              <a:t>3D from 2D</a:t>
            </a:r>
            <a:endParaRPr lang="it-IT" sz="6000" dirty="0">
              <a:latin typeface="Candara"/>
              <a:cs typeface="Candara"/>
            </a:endParaRPr>
          </a:p>
        </p:txBody>
      </p:sp>
      <p:cxnSp>
        <p:nvCxnSpPr>
          <p:cNvPr id="5" name="Connettore 1 4"/>
          <p:cNvCxnSpPr/>
          <p:nvPr/>
        </p:nvCxnSpPr>
        <p:spPr>
          <a:xfrm>
            <a:off x="259298" y="1239674"/>
            <a:ext cx="8563860" cy="0"/>
          </a:xfrm>
          <a:prstGeom prst="line">
            <a:avLst/>
          </a:prstGeom>
          <a:ln w="1905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/>
          <p:cNvSpPr txBox="1"/>
          <p:nvPr/>
        </p:nvSpPr>
        <p:spPr>
          <a:xfrm>
            <a:off x="259298" y="1469806"/>
            <a:ext cx="856386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ct val="60000"/>
              <a:buFont typeface="Lucida Grande"/>
              <a:buChar char="▶"/>
            </a:pPr>
            <a:r>
              <a:rPr lang="it-IT" sz="2500" dirty="0" err="1">
                <a:latin typeface="Candara"/>
                <a:ea typeface="Adobe 고딕 Std B"/>
                <a:cs typeface="Candara"/>
              </a:rPr>
              <a:t>Infer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information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about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the 3D world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through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the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analysis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of 2D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projections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of </a:t>
            </a:r>
            <a:r>
              <a:rPr lang="it-IT" sz="2500" dirty="0" err="1" smtClean="0">
                <a:latin typeface="Candara"/>
                <a:ea typeface="Adobe 고딕 Std B"/>
                <a:cs typeface="Candara"/>
              </a:rPr>
              <a:t>it</a:t>
            </a:r>
            <a:endParaRPr lang="it-IT" sz="3000" dirty="0">
              <a:latin typeface="Candara"/>
              <a:ea typeface="Adobe 고딕 Std B"/>
              <a:cs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560482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8" y="531788"/>
            <a:ext cx="265279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6000" b="1" baseline="30000" dirty="0" smtClean="0">
                <a:latin typeface="Candara"/>
                <a:cs typeface="Candara"/>
              </a:rPr>
              <a:t>3D from 2D</a:t>
            </a:r>
            <a:endParaRPr lang="it-IT" sz="6000" dirty="0">
              <a:latin typeface="Candara"/>
              <a:cs typeface="Candara"/>
            </a:endParaRPr>
          </a:p>
        </p:txBody>
      </p:sp>
      <p:cxnSp>
        <p:nvCxnSpPr>
          <p:cNvPr id="5" name="Connettore 1 4"/>
          <p:cNvCxnSpPr/>
          <p:nvPr/>
        </p:nvCxnSpPr>
        <p:spPr>
          <a:xfrm>
            <a:off x="259298" y="1239674"/>
            <a:ext cx="8563860" cy="0"/>
          </a:xfrm>
          <a:prstGeom prst="line">
            <a:avLst/>
          </a:prstGeom>
          <a:ln w="1905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uppo 2"/>
          <p:cNvGrpSpPr/>
          <p:nvPr/>
        </p:nvGrpSpPr>
        <p:grpSpPr>
          <a:xfrm>
            <a:off x="3734572" y="2824362"/>
            <a:ext cx="5088586" cy="3673279"/>
            <a:chOff x="3926281" y="3010549"/>
            <a:chExt cx="5088586" cy="3673279"/>
          </a:xfrm>
        </p:grpSpPr>
        <p:pic>
          <p:nvPicPr>
            <p:cNvPr id="24" name="Immagine 23" descr="rec2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6281" y="4180278"/>
              <a:ext cx="4896877" cy="2104481"/>
            </a:xfrm>
            <a:prstGeom prst="rect">
              <a:avLst/>
            </a:prstGeom>
          </p:spPr>
        </p:pic>
        <p:pic>
          <p:nvPicPr>
            <p:cNvPr id="23" name="Immagine 22" descr="rec1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6281" y="3010549"/>
              <a:ext cx="4896877" cy="1079659"/>
            </a:xfrm>
            <a:prstGeom prst="rect">
              <a:avLst/>
            </a:prstGeom>
          </p:spPr>
        </p:pic>
        <p:sp>
          <p:nvSpPr>
            <p:cNvPr id="25" name="CasellaDiTesto 24"/>
            <p:cNvSpPr txBox="1"/>
            <p:nvPr/>
          </p:nvSpPr>
          <p:spPr>
            <a:xfrm>
              <a:off x="7296528" y="6345274"/>
              <a:ext cx="17183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600" b="1" dirty="0" smtClean="0"/>
                <a:t>[Pons et. </a:t>
              </a:r>
              <a:r>
                <a:rPr lang="it-IT" sz="1600" b="1" dirty="0"/>
                <a:t>a</a:t>
              </a:r>
              <a:r>
                <a:rPr lang="it-IT" sz="1600" b="1" dirty="0" smtClean="0"/>
                <a:t>l, 2005]</a:t>
              </a:r>
              <a:endParaRPr lang="it-IT" sz="1600" b="1" dirty="0"/>
            </a:p>
          </p:txBody>
        </p:sp>
      </p:grpSp>
      <p:sp>
        <p:nvSpPr>
          <p:cNvPr id="10" name="CasellaDiTesto 9"/>
          <p:cNvSpPr txBox="1"/>
          <p:nvPr/>
        </p:nvSpPr>
        <p:spPr>
          <a:xfrm>
            <a:off x="259298" y="1469806"/>
            <a:ext cx="8563860" cy="190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ct val="60000"/>
              <a:buFont typeface="Lucida Grande"/>
              <a:buChar char="▶"/>
            </a:pPr>
            <a:r>
              <a:rPr lang="it-IT" sz="2500" dirty="0" err="1">
                <a:latin typeface="Candara"/>
                <a:ea typeface="Adobe 고딕 Std B"/>
                <a:cs typeface="Candara"/>
              </a:rPr>
              <a:t>Infer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information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about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the 3D world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through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the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analysis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of 2D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projections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of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it</a:t>
            </a:r>
            <a:endParaRPr lang="it-IT" sz="2500" dirty="0">
              <a:latin typeface="Candara"/>
              <a:ea typeface="Adobe 고딕 Std B"/>
              <a:cs typeface="Candara"/>
            </a:endParaRPr>
          </a:p>
          <a:p>
            <a:pPr marL="457200" indent="-457200">
              <a:buSzPct val="60000"/>
              <a:buFont typeface="Lucida Grande"/>
              <a:buChar char="▶"/>
            </a:pPr>
            <a:endParaRPr lang="it-IT" sz="2500" dirty="0">
              <a:latin typeface="Candara"/>
              <a:ea typeface="Adobe 고딕 Std B"/>
              <a:cs typeface="Candara"/>
            </a:endParaRPr>
          </a:p>
          <a:p>
            <a:pPr marL="914400" lvl="1" indent="-457200">
              <a:lnSpc>
                <a:spcPct val="150000"/>
              </a:lnSpc>
              <a:buSzPct val="60000"/>
              <a:buFont typeface="Lucida Grande"/>
              <a:buChar char="▶"/>
            </a:pPr>
            <a:r>
              <a:rPr lang="it-IT" sz="3000" dirty="0" err="1" smtClean="0">
                <a:latin typeface="Candara"/>
                <a:ea typeface="Adobe 고딕 Std B"/>
                <a:cs typeface="Candara"/>
              </a:rPr>
              <a:t>Shape</a:t>
            </a:r>
            <a:endParaRPr lang="it-IT" sz="3000" dirty="0">
              <a:latin typeface="Candara"/>
              <a:ea typeface="Adobe 고딕 Std B"/>
              <a:cs typeface="Candara"/>
            </a:endParaRPr>
          </a:p>
        </p:txBody>
      </p:sp>
      <p:sp>
        <p:nvSpPr>
          <p:cNvPr id="12" name="CasellaDiTesto 11"/>
          <p:cNvSpPr txBox="1"/>
          <p:nvPr/>
        </p:nvSpPr>
        <p:spPr>
          <a:xfrm>
            <a:off x="1145270" y="3388655"/>
            <a:ext cx="2111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smtClean="0">
                <a:solidFill>
                  <a:srgbClr val="FF0000"/>
                </a:solidFill>
              </a:rPr>
              <a:t>(RECONSTRUCTION)</a:t>
            </a:r>
            <a:endParaRPr lang="it-IT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299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8" y="531788"/>
            <a:ext cx="265279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6000" b="1" baseline="30000" dirty="0" smtClean="0">
                <a:latin typeface="Candara"/>
                <a:cs typeface="Candara"/>
              </a:rPr>
              <a:t>3D from 2D</a:t>
            </a:r>
            <a:endParaRPr lang="it-IT" sz="6000" dirty="0">
              <a:latin typeface="Candara"/>
              <a:cs typeface="Candara"/>
            </a:endParaRPr>
          </a:p>
        </p:txBody>
      </p:sp>
      <p:cxnSp>
        <p:nvCxnSpPr>
          <p:cNvPr id="5" name="Connettore 1 4"/>
          <p:cNvCxnSpPr/>
          <p:nvPr/>
        </p:nvCxnSpPr>
        <p:spPr>
          <a:xfrm>
            <a:off x="259298" y="1239674"/>
            <a:ext cx="8563860" cy="0"/>
          </a:xfrm>
          <a:prstGeom prst="line">
            <a:avLst/>
          </a:prstGeom>
          <a:ln w="1905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/>
          <p:cNvSpPr txBox="1"/>
          <p:nvPr/>
        </p:nvSpPr>
        <p:spPr>
          <a:xfrm>
            <a:off x="259298" y="1469806"/>
            <a:ext cx="8563860" cy="3285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ct val="60000"/>
              <a:buFont typeface="Lucida Grande"/>
              <a:buChar char="▶"/>
            </a:pPr>
            <a:r>
              <a:rPr lang="it-IT" sz="2500" dirty="0" err="1">
                <a:latin typeface="Candara"/>
                <a:ea typeface="Adobe 고딕 Std B"/>
                <a:cs typeface="Candara"/>
              </a:rPr>
              <a:t>Infer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information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about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the 3D world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through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the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analysis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of 2D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projections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of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it</a:t>
            </a:r>
            <a:endParaRPr lang="it-IT" sz="2500" dirty="0">
              <a:latin typeface="Candara"/>
              <a:ea typeface="Adobe 고딕 Std B"/>
              <a:cs typeface="Candara"/>
            </a:endParaRPr>
          </a:p>
          <a:p>
            <a:pPr marL="457200" indent="-457200">
              <a:buSzPct val="60000"/>
              <a:buFont typeface="Lucida Grande"/>
              <a:buChar char="▶"/>
            </a:pPr>
            <a:endParaRPr lang="it-IT" sz="2500" dirty="0">
              <a:latin typeface="Candara"/>
              <a:ea typeface="Adobe 고딕 Std B"/>
              <a:cs typeface="Candara"/>
            </a:endParaRPr>
          </a:p>
          <a:p>
            <a:pPr marL="914400" lvl="1" indent="-457200">
              <a:lnSpc>
                <a:spcPct val="150000"/>
              </a:lnSpc>
              <a:buSzPct val="60000"/>
              <a:buFont typeface="Lucida Grande"/>
              <a:buChar char="▶"/>
            </a:pPr>
            <a:r>
              <a:rPr lang="it-IT" sz="3000" dirty="0" err="1">
                <a:latin typeface="Candara"/>
                <a:ea typeface="Adobe 고딕 Std B"/>
                <a:cs typeface="Candara"/>
              </a:rPr>
              <a:t>Shape</a:t>
            </a:r>
            <a:endParaRPr lang="it-IT" sz="3000" dirty="0">
              <a:latin typeface="Candara"/>
              <a:ea typeface="Adobe 고딕 Std B"/>
              <a:cs typeface="Candara"/>
            </a:endParaRPr>
          </a:p>
          <a:p>
            <a:pPr marL="914400" lvl="1" indent="-457200">
              <a:lnSpc>
                <a:spcPct val="150000"/>
              </a:lnSpc>
              <a:buSzPct val="60000"/>
              <a:buFont typeface="Lucida Grande"/>
              <a:buChar char="▶"/>
            </a:pPr>
            <a:endParaRPr lang="it-IT" sz="3000" dirty="0">
              <a:latin typeface="Candara"/>
              <a:ea typeface="Adobe 고딕 Std B"/>
              <a:cs typeface="Candara"/>
            </a:endParaRPr>
          </a:p>
          <a:p>
            <a:pPr marL="914400" lvl="1" indent="-457200">
              <a:lnSpc>
                <a:spcPct val="150000"/>
              </a:lnSpc>
              <a:buSzPct val="60000"/>
              <a:buFont typeface="Lucida Grande"/>
              <a:buChar char="▶"/>
            </a:pPr>
            <a:r>
              <a:rPr lang="it-IT" sz="3000" dirty="0" err="1" smtClean="0">
                <a:latin typeface="Candara"/>
                <a:ea typeface="Adobe 고딕 Std B"/>
                <a:cs typeface="Candara"/>
              </a:rPr>
              <a:t>Semantics</a:t>
            </a:r>
            <a:endParaRPr lang="it-IT" sz="3000" dirty="0">
              <a:latin typeface="Candara"/>
              <a:ea typeface="Adobe 고딕 Std B"/>
              <a:cs typeface="Candara"/>
            </a:endParaRPr>
          </a:p>
        </p:txBody>
      </p:sp>
      <p:grpSp>
        <p:nvGrpSpPr>
          <p:cNvPr id="8" name="Gruppo 7"/>
          <p:cNvGrpSpPr/>
          <p:nvPr/>
        </p:nvGrpSpPr>
        <p:grpSpPr>
          <a:xfrm>
            <a:off x="3452900" y="2951223"/>
            <a:ext cx="5713838" cy="3554155"/>
            <a:chOff x="2954398" y="3386386"/>
            <a:chExt cx="4413772" cy="2745482"/>
          </a:xfrm>
        </p:grpSpPr>
        <p:pic>
          <p:nvPicPr>
            <p:cNvPr id="10" name="Immagine 9" descr="seg1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4398" y="3386386"/>
              <a:ext cx="659798" cy="2478703"/>
            </a:xfrm>
            <a:prstGeom prst="rect">
              <a:avLst/>
            </a:prstGeom>
          </p:spPr>
        </p:pic>
        <p:pic>
          <p:nvPicPr>
            <p:cNvPr id="11" name="Immagine 10" descr="seg2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15412" y="3386386"/>
              <a:ext cx="2349418" cy="2478703"/>
            </a:xfrm>
            <a:prstGeom prst="rect">
              <a:avLst/>
            </a:prstGeom>
          </p:spPr>
        </p:pic>
        <p:pic>
          <p:nvPicPr>
            <p:cNvPr id="13" name="Immagine 12" descr="seg4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56746" y="3386386"/>
              <a:ext cx="1199229" cy="2478703"/>
            </a:xfrm>
            <a:prstGeom prst="rect">
              <a:avLst/>
            </a:prstGeom>
          </p:spPr>
        </p:pic>
        <p:sp>
          <p:nvSpPr>
            <p:cNvPr id="6" name="CasellaDiTesto 5"/>
            <p:cNvSpPr txBox="1"/>
            <p:nvPr/>
          </p:nvSpPr>
          <p:spPr>
            <a:xfrm>
              <a:off x="5964830" y="5870345"/>
              <a:ext cx="1403340" cy="261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600" b="1" dirty="0" smtClean="0"/>
                <a:t>[</a:t>
              </a:r>
              <a:r>
                <a:rPr lang="it-IT" sz="1600" b="1" dirty="0" err="1" smtClean="0"/>
                <a:t>Wang</a:t>
              </a:r>
              <a:r>
                <a:rPr lang="it-IT" sz="1600" b="1" dirty="0" smtClean="0"/>
                <a:t> et. </a:t>
              </a:r>
              <a:r>
                <a:rPr lang="it-IT" sz="1600" b="1" dirty="0"/>
                <a:t>a</a:t>
              </a:r>
              <a:r>
                <a:rPr lang="it-IT" sz="1600" b="1" dirty="0" smtClean="0"/>
                <a:t>l, 2013]</a:t>
              </a:r>
              <a:endParaRPr lang="it-IT" sz="1600" b="1" dirty="0"/>
            </a:p>
          </p:txBody>
        </p:sp>
      </p:grpSp>
      <p:sp>
        <p:nvSpPr>
          <p:cNvPr id="24" name="CasellaDiTesto 23"/>
          <p:cNvSpPr txBox="1"/>
          <p:nvPr/>
        </p:nvSpPr>
        <p:spPr>
          <a:xfrm>
            <a:off x="1145270" y="3388655"/>
            <a:ext cx="2111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smtClean="0">
                <a:solidFill>
                  <a:srgbClr val="7F7F7F"/>
                </a:solidFill>
              </a:rPr>
              <a:t>(RECONSTRUCTION)</a:t>
            </a:r>
            <a:endParaRPr lang="it-IT" b="1" dirty="0">
              <a:solidFill>
                <a:srgbClr val="7F7F7F"/>
              </a:solidFill>
            </a:endParaRPr>
          </a:p>
        </p:txBody>
      </p:sp>
      <p:sp>
        <p:nvSpPr>
          <p:cNvPr id="25" name="CasellaDiTesto 24"/>
          <p:cNvSpPr txBox="1"/>
          <p:nvPr/>
        </p:nvSpPr>
        <p:spPr>
          <a:xfrm>
            <a:off x="1145270" y="4786955"/>
            <a:ext cx="1901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smtClean="0">
                <a:solidFill>
                  <a:srgbClr val="FF0000"/>
                </a:solidFill>
              </a:rPr>
              <a:t>(SEGMENTATION)</a:t>
            </a:r>
            <a:endParaRPr lang="it-IT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958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8" y="531788"/>
            <a:ext cx="265279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6000" b="1" baseline="30000" dirty="0" smtClean="0">
                <a:latin typeface="Candara"/>
                <a:cs typeface="Candara"/>
              </a:rPr>
              <a:t>3D </a:t>
            </a:r>
            <a:r>
              <a:rPr lang="fr-FR" sz="6000" b="1" baseline="30000" dirty="0">
                <a:latin typeface="Candara"/>
                <a:cs typeface="Candara"/>
              </a:rPr>
              <a:t>from </a:t>
            </a:r>
            <a:r>
              <a:rPr lang="fr-FR" sz="6000" b="1" baseline="30000" dirty="0" smtClean="0">
                <a:latin typeface="Candara"/>
                <a:cs typeface="Candara"/>
              </a:rPr>
              <a:t>2D</a:t>
            </a:r>
            <a:endParaRPr lang="it-IT" sz="6000" dirty="0">
              <a:latin typeface="Candara"/>
              <a:cs typeface="Candara"/>
            </a:endParaRPr>
          </a:p>
        </p:txBody>
      </p:sp>
      <p:cxnSp>
        <p:nvCxnSpPr>
          <p:cNvPr id="5" name="Connettore 1 4"/>
          <p:cNvCxnSpPr/>
          <p:nvPr/>
        </p:nvCxnSpPr>
        <p:spPr>
          <a:xfrm>
            <a:off x="259298" y="1239674"/>
            <a:ext cx="8563860" cy="0"/>
          </a:xfrm>
          <a:prstGeom prst="line">
            <a:avLst/>
          </a:prstGeom>
          <a:ln w="1905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/>
          <p:cNvSpPr txBox="1"/>
          <p:nvPr/>
        </p:nvSpPr>
        <p:spPr>
          <a:xfrm>
            <a:off x="259298" y="1469806"/>
            <a:ext cx="8563860" cy="4670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ct val="60000"/>
              <a:buFont typeface="Lucida Grande"/>
              <a:buChar char="▶"/>
            </a:pPr>
            <a:r>
              <a:rPr lang="it-IT" sz="2500" dirty="0" err="1">
                <a:latin typeface="Candara"/>
                <a:ea typeface="Adobe 고딕 Std B"/>
                <a:cs typeface="Candara"/>
              </a:rPr>
              <a:t>Infer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information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about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the 3D world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through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the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analysis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of 2D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projections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of </a:t>
            </a:r>
            <a:r>
              <a:rPr lang="it-IT" sz="2500" dirty="0" err="1" smtClean="0">
                <a:latin typeface="Candara"/>
                <a:ea typeface="Adobe 고딕 Std B"/>
                <a:cs typeface="Candara"/>
              </a:rPr>
              <a:t>it</a:t>
            </a:r>
            <a:endParaRPr lang="it-IT" sz="2500" dirty="0">
              <a:latin typeface="Candara"/>
              <a:ea typeface="Adobe 고딕 Std B"/>
              <a:cs typeface="Candara"/>
            </a:endParaRPr>
          </a:p>
          <a:p>
            <a:pPr marL="457200" indent="-457200">
              <a:buSzPct val="60000"/>
              <a:buFont typeface="Lucida Grande"/>
              <a:buChar char="▶"/>
            </a:pPr>
            <a:endParaRPr lang="it-IT" sz="2500" dirty="0">
              <a:latin typeface="Candara"/>
              <a:ea typeface="Adobe 고딕 Std B"/>
              <a:cs typeface="Candara"/>
            </a:endParaRPr>
          </a:p>
          <a:p>
            <a:pPr marL="914400" lvl="1" indent="-457200">
              <a:lnSpc>
                <a:spcPct val="150000"/>
              </a:lnSpc>
              <a:buSzPct val="60000"/>
              <a:buFont typeface="Lucida Grande"/>
              <a:buChar char="▶"/>
            </a:pPr>
            <a:r>
              <a:rPr lang="it-IT" sz="3000" dirty="0" err="1">
                <a:latin typeface="Candara"/>
                <a:ea typeface="Adobe 고딕 Std B"/>
                <a:cs typeface="Candara"/>
              </a:rPr>
              <a:t>Shape</a:t>
            </a:r>
            <a:endParaRPr lang="it-IT" sz="3000" dirty="0">
              <a:latin typeface="Candara"/>
              <a:ea typeface="Adobe 고딕 Std B"/>
              <a:cs typeface="Candara"/>
            </a:endParaRPr>
          </a:p>
          <a:p>
            <a:pPr marL="914400" lvl="1" indent="-457200">
              <a:lnSpc>
                <a:spcPct val="150000"/>
              </a:lnSpc>
              <a:buSzPct val="60000"/>
              <a:buFont typeface="Lucida Grande"/>
              <a:buChar char="▶"/>
            </a:pPr>
            <a:endParaRPr lang="it-IT" sz="3000" dirty="0">
              <a:latin typeface="Candara"/>
              <a:ea typeface="Adobe 고딕 Std B"/>
              <a:cs typeface="Candara"/>
            </a:endParaRPr>
          </a:p>
          <a:p>
            <a:pPr marL="914400" lvl="1" indent="-457200">
              <a:lnSpc>
                <a:spcPct val="150000"/>
              </a:lnSpc>
              <a:buSzPct val="60000"/>
              <a:buFont typeface="Lucida Grande"/>
              <a:buChar char="▶"/>
            </a:pPr>
            <a:r>
              <a:rPr lang="it-IT" sz="3000" dirty="0" err="1" smtClean="0">
                <a:latin typeface="Candara"/>
                <a:ea typeface="Adobe 고딕 Std B"/>
                <a:cs typeface="Candara"/>
              </a:rPr>
              <a:t>Semantics</a:t>
            </a:r>
            <a:endParaRPr lang="it-IT" sz="3000" dirty="0" smtClean="0">
              <a:latin typeface="Candara"/>
              <a:ea typeface="Adobe 고딕 Std B"/>
              <a:cs typeface="Candara"/>
            </a:endParaRPr>
          </a:p>
          <a:p>
            <a:pPr lvl="1">
              <a:lnSpc>
                <a:spcPct val="150000"/>
              </a:lnSpc>
              <a:buSzPct val="60000"/>
            </a:pPr>
            <a:endParaRPr lang="it-IT" sz="3000" dirty="0">
              <a:latin typeface="Candara"/>
              <a:ea typeface="Adobe 고딕 Std B"/>
              <a:cs typeface="Candara"/>
            </a:endParaRPr>
          </a:p>
          <a:p>
            <a:pPr marL="914400" lvl="1" indent="-457200">
              <a:lnSpc>
                <a:spcPct val="150000"/>
              </a:lnSpc>
              <a:buSzPct val="60000"/>
              <a:buFont typeface="Lucida Grande"/>
              <a:buChar char="▶"/>
            </a:pPr>
            <a:r>
              <a:rPr lang="it-IT" sz="3000" dirty="0" err="1" smtClean="0">
                <a:latin typeface="Candara"/>
                <a:ea typeface="Adobe 고딕 Std B"/>
                <a:cs typeface="Candara"/>
              </a:rPr>
              <a:t>Structure</a:t>
            </a:r>
            <a:endParaRPr lang="it-IT" sz="3000" dirty="0">
              <a:latin typeface="Candara"/>
              <a:ea typeface="Adobe 고딕 Std B"/>
              <a:cs typeface="Candara"/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1145270" y="3388655"/>
            <a:ext cx="2111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smtClean="0">
                <a:solidFill>
                  <a:srgbClr val="7F7F7F"/>
                </a:solidFill>
              </a:rPr>
              <a:t>(RECONSTRUCTION)</a:t>
            </a:r>
            <a:endParaRPr lang="it-IT" b="1" dirty="0">
              <a:solidFill>
                <a:srgbClr val="7F7F7F"/>
              </a:solidFill>
            </a:endParaRPr>
          </a:p>
        </p:txBody>
      </p:sp>
      <p:sp>
        <p:nvSpPr>
          <p:cNvPr id="56" name="CasellaDiTesto 55"/>
          <p:cNvSpPr txBox="1"/>
          <p:nvPr/>
        </p:nvSpPr>
        <p:spPr>
          <a:xfrm>
            <a:off x="1145270" y="4786955"/>
            <a:ext cx="1901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smtClean="0">
                <a:solidFill>
                  <a:srgbClr val="7F7F7F"/>
                </a:solidFill>
              </a:rPr>
              <a:t>(SEGMENTATION)</a:t>
            </a:r>
            <a:endParaRPr lang="it-IT" b="1" dirty="0">
              <a:solidFill>
                <a:srgbClr val="7F7F7F"/>
              </a:solidFill>
            </a:endParaRPr>
          </a:p>
        </p:txBody>
      </p:sp>
      <p:sp>
        <p:nvSpPr>
          <p:cNvPr id="57" name="CasellaDiTesto 56"/>
          <p:cNvSpPr txBox="1"/>
          <p:nvPr/>
        </p:nvSpPr>
        <p:spPr>
          <a:xfrm>
            <a:off x="1145270" y="6050856"/>
            <a:ext cx="2104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smtClean="0">
                <a:solidFill>
                  <a:srgbClr val="FF0000"/>
                </a:solidFill>
              </a:rPr>
              <a:t>(SKELETONIZATION)</a:t>
            </a:r>
            <a:endParaRPr lang="it-IT" b="1" dirty="0">
              <a:solidFill>
                <a:srgbClr val="FF0000"/>
              </a:solidFill>
            </a:endParaRPr>
          </a:p>
        </p:txBody>
      </p:sp>
      <p:grpSp>
        <p:nvGrpSpPr>
          <p:cNvPr id="3" name="Gruppo 2"/>
          <p:cNvGrpSpPr/>
          <p:nvPr/>
        </p:nvGrpSpPr>
        <p:grpSpPr>
          <a:xfrm>
            <a:off x="3605489" y="2837095"/>
            <a:ext cx="5262398" cy="3829237"/>
            <a:chOff x="3605489" y="2837095"/>
            <a:chExt cx="5262398" cy="3829237"/>
          </a:xfrm>
        </p:grpSpPr>
        <p:grpSp>
          <p:nvGrpSpPr>
            <p:cNvPr id="8" name="Gruppo 7"/>
            <p:cNvGrpSpPr/>
            <p:nvPr/>
          </p:nvGrpSpPr>
          <p:grpSpPr>
            <a:xfrm>
              <a:off x="3605489" y="2837095"/>
              <a:ext cx="5262398" cy="3829237"/>
              <a:chOff x="4113327" y="3138396"/>
              <a:chExt cx="4095545" cy="2980164"/>
            </a:xfrm>
          </p:grpSpPr>
          <p:sp>
            <p:nvSpPr>
              <p:cNvPr id="61" name="CasellaDiTesto 60"/>
              <p:cNvSpPr txBox="1"/>
              <p:nvPr/>
            </p:nvSpPr>
            <p:spPr>
              <a:xfrm>
                <a:off x="6659945" y="5832998"/>
                <a:ext cx="1548927" cy="2855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sz="1600" b="1" dirty="0" smtClean="0"/>
                  <a:t>[Livesu et. </a:t>
                </a:r>
                <a:r>
                  <a:rPr lang="it-IT" sz="1600" b="1" dirty="0"/>
                  <a:t>a</a:t>
                </a:r>
                <a:r>
                  <a:rPr lang="it-IT" sz="1600" b="1" dirty="0" smtClean="0"/>
                  <a:t>l, 2012]</a:t>
                </a:r>
                <a:endParaRPr lang="it-IT" sz="1600" b="1" dirty="0"/>
              </a:p>
            </p:txBody>
          </p:sp>
          <p:pic>
            <p:nvPicPr>
              <p:cNvPr id="54" name="Immagine 53" descr="hand_sil.png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4113327" y="3138396"/>
                <a:ext cx="4095544" cy="269460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Freeform 17"/>
            <p:cNvSpPr>
              <a:spLocks noChangeAspect="1"/>
            </p:cNvSpPr>
            <p:nvPr/>
          </p:nvSpPr>
          <p:spPr bwMode="auto">
            <a:xfrm>
              <a:off x="5143642" y="5165305"/>
              <a:ext cx="2442837" cy="455613"/>
            </a:xfrm>
            <a:custGeom>
              <a:avLst/>
              <a:gdLst>
                <a:gd name="T0" fmla="*/ 912 w 917"/>
                <a:gd name="T1" fmla="*/ 163 h 215"/>
                <a:gd name="T2" fmla="*/ 860 w 917"/>
                <a:gd name="T3" fmla="*/ 32 h 215"/>
                <a:gd name="T4" fmla="*/ 827 w 917"/>
                <a:gd name="T5" fmla="*/ 3 h 215"/>
                <a:gd name="T6" fmla="*/ 805 w 917"/>
                <a:gd name="T7" fmla="*/ 15 h 215"/>
                <a:gd name="T8" fmla="*/ 836 w 917"/>
                <a:gd name="T9" fmla="*/ 109 h 215"/>
                <a:gd name="T10" fmla="*/ 828 w 917"/>
                <a:gd name="T11" fmla="*/ 104 h 215"/>
                <a:gd name="T12" fmla="*/ 678 w 917"/>
                <a:gd name="T13" fmla="*/ 54 h 215"/>
                <a:gd name="T14" fmla="*/ 448 w 917"/>
                <a:gd name="T15" fmla="*/ 14 h 215"/>
                <a:gd name="T16" fmla="*/ 207 w 917"/>
                <a:gd name="T17" fmla="*/ 13 h 215"/>
                <a:gd name="T18" fmla="*/ 22 w 917"/>
                <a:gd name="T19" fmla="*/ 80 h 215"/>
                <a:gd name="T20" fmla="*/ 19 w 917"/>
                <a:gd name="T21" fmla="*/ 82 h 215"/>
                <a:gd name="T22" fmla="*/ 66 w 917"/>
                <a:gd name="T23" fmla="*/ 123 h 215"/>
                <a:gd name="T24" fmla="*/ 240 w 917"/>
                <a:gd name="T25" fmla="*/ 58 h 215"/>
                <a:gd name="T26" fmla="*/ 468 w 917"/>
                <a:gd name="T27" fmla="*/ 57 h 215"/>
                <a:gd name="T28" fmla="*/ 685 w 917"/>
                <a:gd name="T29" fmla="*/ 94 h 215"/>
                <a:gd name="T30" fmla="*/ 770 w 917"/>
                <a:gd name="T31" fmla="*/ 118 h 215"/>
                <a:gd name="T32" fmla="*/ 825 w 917"/>
                <a:gd name="T33" fmla="*/ 139 h 215"/>
                <a:gd name="T34" fmla="*/ 838 w 917"/>
                <a:gd name="T35" fmla="*/ 143 h 215"/>
                <a:gd name="T36" fmla="*/ 743 w 917"/>
                <a:gd name="T37" fmla="*/ 169 h 215"/>
                <a:gd name="T38" fmla="*/ 751 w 917"/>
                <a:gd name="T39" fmla="*/ 198 h 215"/>
                <a:gd name="T40" fmla="*/ 790 w 917"/>
                <a:gd name="T41" fmla="*/ 210 h 215"/>
                <a:gd name="T42" fmla="*/ 905 w 917"/>
                <a:gd name="T43" fmla="*/ 182 h 215"/>
                <a:gd name="T44" fmla="*/ 912 w 917"/>
                <a:gd name="T45" fmla="*/ 163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17" h="215">
                  <a:moveTo>
                    <a:pt x="912" y="163"/>
                  </a:moveTo>
                  <a:cubicBezTo>
                    <a:pt x="887" y="123"/>
                    <a:pt x="870" y="78"/>
                    <a:pt x="860" y="32"/>
                  </a:cubicBezTo>
                  <a:cubicBezTo>
                    <a:pt x="857" y="18"/>
                    <a:pt x="840" y="7"/>
                    <a:pt x="827" y="3"/>
                  </a:cubicBezTo>
                  <a:cubicBezTo>
                    <a:pt x="817" y="0"/>
                    <a:pt x="802" y="1"/>
                    <a:pt x="805" y="15"/>
                  </a:cubicBezTo>
                  <a:cubicBezTo>
                    <a:pt x="812" y="47"/>
                    <a:pt x="823" y="79"/>
                    <a:pt x="836" y="109"/>
                  </a:cubicBezTo>
                  <a:cubicBezTo>
                    <a:pt x="833" y="107"/>
                    <a:pt x="831" y="105"/>
                    <a:pt x="828" y="104"/>
                  </a:cubicBezTo>
                  <a:cubicBezTo>
                    <a:pt x="781" y="80"/>
                    <a:pt x="729" y="66"/>
                    <a:pt x="678" y="54"/>
                  </a:cubicBezTo>
                  <a:cubicBezTo>
                    <a:pt x="602" y="35"/>
                    <a:pt x="526" y="22"/>
                    <a:pt x="448" y="14"/>
                  </a:cubicBezTo>
                  <a:cubicBezTo>
                    <a:pt x="369" y="5"/>
                    <a:pt x="287" y="3"/>
                    <a:pt x="207" y="13"/>
                  </a:cubicBezTo>
                  <a:cubicBezTo>
                    <a:pt x="143" y="21"/>
                    <a:pt x="74" y="38"/>
                    <a:pt x="22" y="80"/>
                  </a:cubicBezTo>
                  <a:cubicBezTo>
                    <a:pt x="21" y="80"/>
                    <a:pt x="20" y="81"/>
                    <a:pt x="19" y="82"/>
                  </a:cubicBezTo>
                  <a:cubicBezTo>
                    <a:pt x="0" y="98"/>
                    <a:pt x="50" y="137"/>
                    <a:pt x="66" y="123"/>
                  </a:cubicBezTo>
                  <a:cubicBezTo>
                    <a:pt x="114" y="82"/>
                    <a:pt x="178" y="66"/>
                    <a:pt x="240" y="58"/>
                  </a:cubicBezTo>
                  <a:cubicBezTo>
                    <a:pt x="315" y="47"/>
                    <a:pt x="392" y="50"/>
                    <a:pt x="468" y="57"/>
                  </a:cubicBezTo>
                  <a:cubicBezTo>
                    <a:pt x="541" y="64"/>
                    <a:pt x="614" y="77"/>
                    <a:pt x="685" y="94"/>
                  </a:cubicBezTo>
                  <a:cubicBezTo>
                    <a:pt x="714" y="101"/>
                    <a:pt x="742" y="109"/>
                    <a:pt x="770" y="118"/>
                  </a:cubicBezTo>
                  <a:cubicBezTo>
                    <a:pt x="795" y="126"/>
                    <a:pt x="806" y="129"/>
                    <a:pt x="825" y="139"/>
                  </a:cubicBezTo>
                  <a:cubicBezTo>
                    <a:pt x="828" y="140"/>
                    <a:pt x="833" y="142"/>
                    <a:pt x="838" y="143"/>
                  </a:cubicBezTo>
                  <a:cubicBezTo>
                    <a:pt x="806" y="150"/>
                    <a:pt x="774" y="159"/>
                    <a:pt x="743" y="169"/>
                  </a:cubicBezTo>
                  <a:cubicBezTo>
                    <a:pt x="730" y="173"/>
                    <a:pt x="746" y="194"/>
                    <a:pt x="751" y="198"/>
                  </a:cubicBezTo>
                  <a:cubicBezTo>
                    <a:pt x="761" y="207"/>
                    <a:pt x="776" y="215"/>
                    <a:pt x="790" y="210"/>
                  </a:cubicBezTo>
                  <a:cubicBezTo>
                    <a:pt x="827" y="198"/>
                    <a:pt x="866" y="189"/>
                    <a:pt x="905" y="182"/>
                  </a:cubicBezTo>
                  <a:cubicBezTo>
                    <a:pt x="915" y="180"/>
                    <a:pt x="917" y="171"/>
                    <a:pt x="912" y="163"/>
                  </a:cubicBez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47909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8" y="531788"/>
            <a:ext cx="265279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6000" b="1" baseline="30000" dirty="0" smtClean="0">
                <a:latin typeface="Candara"/>
                <a:cs typeface="Candara"/>
              </a:rPr>
              <a:t>3D </a:t>
            </a:r>
            <a:r>
              <a:rPr lang="fr-FR" sz="6000" b="1" baseline="30000" dirty="0">
                <a:latin typeface="Candara"/>
                <a:cs typeface="Candara"/>
              </a:rPr>
              <a:t>from </a:t>
            </a:r>
            <a:r>
              <a:rPr lang="fr-FR" sz="6000" b="1" baseline="30000" dirty="0" smtClean="0">
                <a:latin typeface="Candara"/>
                <a:cs typeface="Candara"/>
              </a:rPr>
              <a:t>2D</a:t>
            </a:r>
            <a:endParaRPr lang="it-IT" sz="6000" dirty="0">
              <a:latin typeface="Candara"/>
              <a:cs typeface="Candara"/>
            </a:endParaRPr>
          </a:p>
        </p:txBody>
      </p:sp>
      <p:cxnSp>
        <p:nvCxnSpPr>
          <p:cNvPr id="5" name="Connettore 1 4"/>
          <p:cNvCxnSpPr/>
          <p:nvPr/>
        </p:nvCxnSpPr>
        <p:spPr>
          <a:xfrm>
            <a:off x="259298" y="1239674"/>
            <a:ext cx="8563860" cy="0"/>
          </a:xfrm>
          <a:prstGeom prst="line">
            <a:avLst/>
          </a:prstGeom>
          <a:ln w="1905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/>
          <p:cNvSpPr txBox="1"/>
          <p:nvPr/>
        </p:nvSpPr>
        <p:spPr>
          <a:xfrm>
            <a:off x="259298" y="1469806"/>
            <a:ext cx="8563860" cy="4670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ct val="60000"/>
              <a:buFont typeface="Lucida Grande"/>
              <a:buChar char="▶"/>
            </a:pPr>
            <a:r>
              <a:rPr lang="it-IT" sz="2500" dirty="0" err="1">
                <a:latin typeface="Candara"/>
                <a:ea typeface="Adobe 고딕 Std B"/>
                <a:cs typeface="Candara"/>
              </a:rPr>
              <a:t>Infer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information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about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the 3D world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through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the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analysis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of 2D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projections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of </a:t>
            </a:r>
            <a:r>
              <a:rPr lang="it-IT" sz="2500" dirty="0" err="1" smtClean="0">
                <a:latin typeface="Candara"/>
                <a:ea typeface="Adobe 고딕 Std B"/>
                <a:cs typeface="Candara"/>
              </a:rPr>
              <a:t>it</a:t>
            </a:r>
            <a:endParaRPr lang="it-IT" sz="2500" dirty="0">
              <a:latin typeface="Candara"/>
              <a:ea typeface="Adobe 고딕 Std B"/>
              <a:cs typeface="Candara"/>
            </a:endParaRPr>
          </a:p>
          <a:p>
            <a:pPr marL="457200" indent="-457200">
              <a:buSzPct val="60000"/>
              <a:buFont typeface="Lucida Grande"/>
              <a:buChar char="▶"/>
            </a:pPr>
            <a:endParaRPr lang="it-IT" sz="2500" dirty="0">
              <a:latin typeface="Candara"/>
              <a:ea typeface="Adobe 고딕 Std B"/>
              <a:cs typeface="Candara"/>
            </a:endParaRPr>
          </a:p>
          <a:p>
            <a:pPr marL="914400" lvl="1" indent="-457200">
              <a:lnSpc>
                <a:spcPct val="150000"/>
              </a:lnSpc>
              <a:buSzPct val="60000"/>
              <a:buFont typeface="Lucida Grande"/>
              <a:buChar char="▶"/>
            </a:pPr>
            <a:r>
              <a:rPr lang="it-IT" sz="3000" dirty="0" err="1">
                <a:latin typeface="Candara"/>
                <a:ea typeface="Adobe 고딕 Std B"/>
                <a:cs typeface="Candara"/>
              </a:rPr>
              <a:t>Shape</a:t>
            </a:r>
            <a:endParaRPr lang="it-IT" sz="3000" dirty="0">
              <a:latin typeface="Candara"/>
              <a:ea typeface="Adobe 고딕 Std B"/>
              <a:cs typeface="Candara"/>
            </a:endParaRPr>
          </a:p>
          <a:p>
            <a:pPr marL="914400" lvl="1" indent="-457200">
              <a:lnSpc>
                <a:spcPct val="150000"/>
              </a:lnSpc>
              <a:buSzPct val="60000"/>
              <a:buFont typeface="Lucida Grande"/>
              <a:buChar char="▶"/>
            </a:pPr>
            <a:endParaRPr lang="it-IT" sz="3000" dirty="0">
              <a:latin typeface="Candara"/>
              <a:ea typeface="Adobe 고딕 Std B"/>
              <a:cs typeface="Candara"/>
            </a:endParaRPr>
          </a:p>
          <a:p>
            <a:pPr marL="914400" lvl="1" indent="-457200">
              <a:lnSpc>
                <a:spcPct val="150000"/>
              </a:lnSpc>
              <a:buSzPct val="60000"/>
              <a:buFont typeface="Lucida Grande"/>
              <a:buChar char="▶"/>
            </a:pPr>
            <a:r>
              <a:rPr lang="it-IT" sz="3000" dirty="0" err="1" smtClean="0">
                <a:latin typeface="Candara"/>
                <a:ea typeface="Adobe 고딕 Std B"/>
                <a:cs typeface="Candara"/>
              </a:rPr>
              <a:t>Semantics</a:t>
            </a:r>
            <a:endParaRPr lang="it-IT" sz="3000" dirty="0" smtClean="0">
              <a:latin typeface="Candara"/>
              <a:ea typeface="Adobe 고딕 Std B"/>
              <a:cs typeface="Candara"/>
            </a:endParaRPr>
          </a:p>
          <a:p>
            <a:pPr lvl="1">
              <a:lnSpc>
                <a:spcPct val="150000"/>
              </a:lnSpc>
              <a:buSzPct val="60000"/>
            </a:pPr>
            <a:endParaRPr lang="it-IT" sz="3000" dirty="0">
              <a:latin typeface="Candara"/>
              <a:ea typeface="Adobe 고딕 Std B"/>
              <a:cs typeface="Candara"/>
            </a:endParaRPr>
          </a:p>
          <a:p>
            <a:pPr marL="914400" lvl="1" indent="-457200">
              <a:lnSpc>
                <a:spcPct val="150000"/>
              </a:lnSpc>
              <a:buSzPct val="60000"/>
              <a:buFont typeface="Lucida Grande"/>
              <a:buChar char="▶"/>
            </a:pPr>
            <a:r>
              <a:rPr lang="it-IT" sz="3000" dirty="0" err="1" smtClean="0">
                <a:latin typeface="Candara"/>
                <a:ea typeface="Adobe 고딕 Std B"/>
                <a:cs typeface="Candara"/>
              </a:rPr>
              <a:t>Structure</a:t>
            </a:r>
            <a:endParaRPr lang="it-IT" sz="3000" dirty="0">
              <a:latin typeface="Candara"/>
              <a:ea typeface="Adobe 고딕 Std B"/>
              <a:cs typeface="Candara"/>
            </a:endParaRPr>
          </a:p>
        </p:txBody>
      </p:sp>
      <p:sp>
        <p:nvSpPr>
          <p:cNvPr id="61" name="CasellaDiTesto 60"/>
          <p:cNvSpPr txBox="1"/>
          <p:nvPr/>
        </p:nvSpPr>
        <p:spPr>
          <a:xfrm>
            <a:off x="6877661" y="6299412"/>
            <a:ext cx="1990229" cy="3669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 smtClean="0"/>
              <a:t>[Livesu et. </a:t>
            </a:r>
            <a:r>
              <a:rPr lang="it-IT" sz="1600" b="1" dirty="0"/>
              <a:t>a</a:t>
            </a:r>
            <a:r>
              <a:rPr lang="it-IT" sz="1600" b="1" dirty="0" smtClean="0"/>
              <a:t>l, 2012]</a:t>
            </a:r>
            <a:endParaRPr lang="it-IT" sz="1600" b="1" dirty="0"/>
          </a:p>
        </p:txBody>
      </p:sp>
      <p:sp>
        <p:nvSpPr>
          <p:cNvPr id="9" name="CasellaDiTesto 8"/>
          <p:cNvSpPr txBox="1"/>
          <p:nvPr/>
        </p:nvSpPr>
        <p:spPr>
          <a:xfrm>
            <a:off x="1145270" y="3388655"/>
            <a:ext cx="2111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smtClean="0">
                <a:solidFill>
                  <a:srgbClr val="7F7F7F"/>
                </a:solidFill>
              </a:rPr>
              <a:t>(RECONSTRUCTION)</a:t>
            </a:r>
            <a:endParaRPr lang="it-IT" b="1" dirty="0">
              <a:solidFill>
                <a:srgbClr val="7F7F7F"/>
              </a:solidFill>
            </a:endParaRPr>
          </a:p>
        </p:txBody>
      </p:sp>
      <p:sp>
        <p:nvSpPr>
          <p:cNvPr id="56" name="CasellaDiTesto 55"/>
          <p:cNvSpPr txBox="1"/>
          <p:nvPr/>
        </p:nvSpPr>
        <p:spPr>
          <a:xfrm>
            <a:off x="1145270" y="4786955"/>
            <a:ext cx="1901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smtClean="0">
                <a:solidFill>
                  <a:srgbClr val="7F7F7F"/>
                </a:solidFill>
              </a:rPr>
              <a:t>(SEGMENTATION)</a:t>
            </a:r>
            <a:endParaRPr lang="it-IT" b="1" dirty="0">
              <a:solidFill>
                <a:srgbClr val="7F7F7F"/>
              </a:solidFill>
            </a:endParaRPr>
          </a:p>
        </p:txBody>
      </p:sp>
      <p:sp>
        <p:nvSpPr>
          <p:cNvPr id="57" name="CasellaDiTesto 56"/>
          <p:cNvSpPr txBox="1"/>
          <p:nvPr/>
        </p:nvSpPr>
        <p:spPr>
          <a:xfrm>
            <a:off x="1145270" y="6050856"/>
            <a:ext cx="2104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smtClean="0">
                <a:solidFill>
                  <a:srgbClr val="FF0000"/>
                </a:solidFill>
              </a:rPr>
              <a:t>(SKELETONIZATION)</a:t>
            </a:r>
            <a:endParaRPr lang="it-IT" b="1" dirty="0">
              <a:solidFill>
                <a:srgbClr val="FF0000"/>
              </a:solidFill>
            </a:endParaRPr>
          </a:p>
        </p:txBody>
      </p:sp>
      <p:grpSp>
        <p:nvGrpSpPr>
          <p:cNvPr id="3" name="Gruppo 2"/>
          <p:cNvGrpSpPr/>
          <p:nvPr/>
        </p:nvGrpSpPr>
        <p:grpSpPr>
          <a:xfrm>
            <a:off x="4204371" y="2524811"/>
            <a:ext cx="4120594" cy="4030477"/>
            <a:chOff x="173038" y="1390650"/>
            <a:chExt cx="2105025" cy="2058988"/>
          </a:xfrm>
        </p:grpSpPr>
        <p:pic>
          <p:nvPicPr>
            <p:cNvPr id="13" name="Immagine 5" descr="hand_273k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697803" y="1848593"/>
              <a:ext cx="985837" cy="1233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4" name="Connettore 1 13"/>
            <p:cNvCxnSpPr/>
            <p:nvPr/>
          </p:nvCxnSpPr>
          <p:spPr bwMode="auto">
            <a:xfrm flipV="1">
              <a:off x="347663" y="2430463"/>
              <a:ext cx="269875" cy="0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ash"/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1 14"/>
            <p:cNvCxnSpPr/>
            <p:nvPr/>
          </p:nvCxnSpPr>
          <p:spPr bwMode="auto">
            <a:xfrm>
              <a:off x="1222375" y="1552575"/>
              <a:ext cx="0" cy="266700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ash"/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Immagine 59" descr="camera.gif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4900" y="1390650"/>
              <a:ext cx="236538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magine 75" descr="camera.gif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180975" y="2312988"/>
              <a:ext cx="220663" cy="23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8" name="Gruppo 17"/>
            <p:cNvGrpSpPr>
              <a:grpSpLocks/>
            </p:cNvGrpSpPr>
            <p:nvPr/>
          </p:nvGrpSpPr>
          <p:grpSpPr bwMode="auto">
            <a:xfrm>
              <a:off x="444500" y="1657350"/>
              <a:ext cx="1833563" cy="1792288"/>
              <a:chOff x="444138" y="1656737"/>
              <a:chExt cx="1833925" cy="1792901"/>
            </a:xfrm>
          </p:grpSpPr>
          <p:cxnSp>
            <p:nvCxnSpPr>
              <p:cNvPr id="19" name="Connettore 1 18"/>
              <p:cNvCxnSpPr/>
              <p:nvPr/>
            </p:nvCxnSpPr>
            <p:spPr bwMode="auto">
              <a:xfrm>
                <a:off x="599744" y="1806013"/>
                <a:ext cx="179423" cy="181037"/>
              </a:xfrm>
              <a:prstGeom prst="line">
                <a:avLst/>
              </a:prstGeom>
              <a:ln w="19050" cmpd="sng">
                <a:solidFill>
                  <a:schemeClr val="tx1"/>
                </a:solidFill>
                <a:prstDash val="sysDash"/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nettore 1 19"/>
              <p:cNvCxnSpPr/>
              <p:nvPr/>
            </p:nvCxnSpPr>
            <p:spPr bwMode="auto">
              <a:xfrm flipV="1">
                <a:off x="1665167" y="1809189"/>
                <a:ext cx="179422" cy="177861"/>
              </a:xfrm>
              <a:prstGeom prst="line">
                <a:avLst/>
              </a:prstGeom>
              <a:ln w="19050" cmpd="sng">
                <a:solidFill>
                  <a:schemeClr val="tx1"/>
                </a:solidFill>
                <a:prstDash val="sysDash"/>
                <a:headEnd type="triangl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Connettore 1 20"/>
              <p:cNvCxnSpPr/>
              <p:nvPr/>
            </p:nvCxnSpPr>
            <p:spPr bwMode="auto">
              <a:xfrm>
                <a:off x="1663579" y="2870002"/>
                <a:ext cx="181011" cy="179449"/>
              </a:xfrm>
              <a:prstGeom prst="line">
                <a:avLst/>
              </a:prstGeom>
              <a:ln w="19050" cmpd="sng">
                <a:solidFill>
                  <a:schemeClr val="tx1"/>
                </a:solidFill>
                <a:prstDash val="sysDash"/>
                <a:headEnd type="triangl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nettore 1 21"/>
              <p:cNvCxnSpPr/>
              <p:nvPr/>
            </p:nvCxnSpPr>
            <p:spPr bwMode="auto">
              <a:xfrm flipV="1">
                <a:off x="604508" y="2870002"/>
                <a:ext cx="182598" cy="182625"/>
              </a:xfrm>
              <a:prstGeom prst="line">
                <a:avLst/>
              </a:prstGeom>
              <a:ln w="19050" cmpd="sng">
                <a:solidFill>
                  <a:schemeClr val="tx1"/>
                </a:solidFill>
                <a:prstDash val="sysDash"/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Connettore 1 22"/>
              <p:cNvCxnSpPr/>
              <p:nvPr/>
            </p:nvCxnSpPr>
            <p:spPr bwMode="auto">
              <a:xfrm>
                <a:off x="1838238" y="2430114"/>
                <a:ext cx="263577" cy="0"/>
              </a:xfrm>
              <a:prstGeom prst="line">
                <a:avLst/>
              </a:prstGeom>
              <a:ln w="19050" cmpd="sng">
                <a:solidFill>
                  <a:schemeClr val="tx1"/>
                </a:solidFill>
                <a:prstDash val="sysDash"/>
                <a:headEnd type="triangl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nettore 1 23"/>
              <p:cNvCxnSpPr/>
              <p:nvPr/>
            </p:nvCxnSpPr>
            <p:spPr bwMode="auto">
              <a:xfrm flipV="1">
                <a:off x="1225342" y="3041510"/>
                <a:ext cx="0" cy="266791"/>
              </a:xfrm>
              <a:prstGeom prst="line">
                <a:avLst/>
              </a:prstGeom>
              <a:ln w="19050" cmpd="sng">
                <a:solidFill>
                  <a:schemeClr val="tx1"/>
                </a:solidFill>
                <a:prstDash val="sysDash"/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5" name="Immagine 60" descr="camera.gif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07090" y="3229301"/>
                <a:ext cx="236662" cy="2203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6" name="Immagine 62" descr="camera.gif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-2700000">
                <a:off x="444138" y="1664254"/>
                <a:ext cx="236662" cy="2203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" name="Immagine 64" descr="camera.gif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2700000">
                <a:off x="1775069" y="1648575"/>
                <a:ext cx="220337" cy="236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" name="Immagine 71" descr="camera.gif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8100000">
                <a:off x="1761404" y="2976569"/>
                <a:ext cx="236662" cy="2203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9" name="Immagine 72" descr="camera.gif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-8100000">
                <a:off x="452301" y="2974935"/>
                <a:ext cx="220337" cy="236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0" name="Immagine 76" descr="camera.gif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>
                <a:off x="2049563" y="2312615"/>
                <a:ext cx="220337" cy="236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768410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Immagine 53" descr="hand_clou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558" y="2467016"/>
            <a:ext cx="1620000" cy="2167646"/>
          </a:xfrm>
          <a:prstGeom prst="rect">
            <a:avLst/>
          </a:prstGeom>
        </p:spPr>
      </p:pic>
      <p:sp>
        <p:nvSpPr>
          <p:cNvPr id="4" name="Rettangolo 3"/>
          <p:cNvSpPr/>
          <p:nvPr/>
        </p:nvSpPr>
        <p:spPr>
          <a:xfrm>
            <a:off x="259298" y="531788"/>
            <a:ext cx="265279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6000" b="1" baseline="30000" dirty="0" smtClean="0">
                <a:latin typeface="Candara"/>
                <a:cs typeface="Candara"/>
              </a:rPr>
              <a:t>3D </a:t>
            </a:r>
            <a:r>
              <a:rPr lang="fr-FR" sz="6000" b="1" baseline="30000" dirty="0">
                <a:latin typeface="Candara"/>
                <a:cs typeface="Candara"/>
              </a:rPr>
              <a:t>from </a:t>
            </a:r>
            <a:r>
              <a:rPr lang="fr-FR" sz="6000" b="1" baseline="30000" dirty="0" smtClean="0">
                <a:latin typeface="Candara"/>
                <a:cs typeface="Candara"/>
              </a:rPr>
              <a:t>2D</a:t>
            </a:r>
            <a:endParaRPr lang="it-IT" sz="6000" dirty="0">
              <a:latin typeface="Candara"/>
              <a:cs typeface="Candara"/>
            </a:endParaRPr>
          </a:p>
        </p:txBody>
      </p:sp>
      <p:cxnSp>
        <p:nvCxnSpPr>
          <p:cNvPr id="5" name="Connettore 1 4"/>
          <p:cNvCxnSpPr/>
          <p:nvPr/>
        </p:nvCxnSpPr>
        <p:spPr>
          <a:xfrm>
            <a:off x="259298" y="1239674"/>
            <a:ext cx="8563860" cy="0"/>
          </a:xfrm>
          <a:prstGeom prst="line">
            <a:avLst/>
          </a:prstGeom>
          <a:ln w="1905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/>
          <p:cNvSpPr txBox="1"/>
          <p:nvPr/>
        </p:nvSpPr>
        <p:spPr>
          <a:xfrm>
            <a:off x="259298" y="1469806"/>
            <a:ext cx="8563860" cy="4670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ct val="60000"/>
              <a:buFont typeface="Lucida Grande"/>
              <a:buChar char="▶"/>
            </a:pPr>
            <a:r>
              <a:rPr lang="it-IT" sz="2500" dirty="0" err="1">
                <a:latin typeface="Candara"/>
                <a:ea typeface="Adobe 고딕 Std B"/>
                <a:cs typeface="Candara"/>
              </a:rPr>
              <a:t>Infer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information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about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the 3D world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through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the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analysis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of 2D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projections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of </a:t>
            </a:r>
            <a:r>
              <a:rPr lang="it-IT" sz="2500" dirty="0" err="1" smtClean="0">
                <a:latin typeface="Candara"/>
                <a:ea typeface="Adobe 고딕 Std B"/>
                <a:cs typeface="Candara"/>
              </a:rPr>
              <a:t>it</a:t>
            </a:r>
            <a:endParaRPr lang="it-IT" sz="2500" dirty="0">
              <a:latin typeface="Candara"/>
              <a:ea typeface="Adobe 고딕 Std B"/>
              <a:cs typeface="Candara"/>
            </a:endParaRPr>
          </a:p>
          <a:p>
            <a:pPr marL="457200" indent="-457200">
              <a:buSzPct val="60000"/>
              <a:buFont typeface="Lucida Grande"/>
              <a:buChar char="▶"/>
            </a:pPr>
            <a:endParaRPr lang="it-IT" sz="2500" dirty="0">
              <a:latin typeface="Candara"/>
              <a:ea typeface="Adobe 고딕 Std B"/>
              <a:cs typeface="Candara"/>
            </a:endParaRPr>
          </a:p>
          <a:p>
            <a:pPr marL="914400" lvl="1" indent="-457200">
              <a:lnSpc>
                <a:spcPct val="150000"/>
              </a:lnSpc>
              <a:buSzPct val="60000"/>
              <a:buFont typeface="Lucida Grande"/>
              <a:buChar char="▶"/>
            </a:pPr>
            <a:r>
              <a:rPr lang="it-IT" sz="3000" dirty="0" err="1">
                <a:latin typeface="Candara"/>
                <a:ea typeface="Adobe 고딕 Std B"/>
                <a:cs typeface="Candara"/>
              </a:rPr>
              <a:t>Shape</a:t>
            </a:r>
            <a:endParaRPr lang="it-IT" sz="3000" dirty="0">
              <a:latin typeface="Candara"/>
              <a:ea typeface="Adobe 고딕 Std B"/>
              <a:cs typeface="Candara"/>
            </a:endParaRPr>
          </a:p>
          <a:p>
            <a:pPr marL="914400" lvl="1" indent="-457200">
              <a:lnSpc>
                <a:spcPct val="150000"/>
              </a:lnSpc>
              <a:buSzPct val="60000"/>
              <a:buFont typeface="Lucida Grande"/>
              <a:buChar char="▶"/>
            </a:pPr>
            <a:endParaRPr lang="it-IT" sz="3000" dirty="0">
              <a:latin typeface="Candara"/>
              <a:ea typeface="Adobe 고딕 Std B"/>
              <a:cs typeface="Candara"/>
            </a:endParaRPr>
          </a:p>
          <a:p>
            <a:pPr marL="914400" lvl="1" indent="-457200">
              <a:lnSpc>
                <a:spcPct val="150000"/>
              </a:lnSpc>
              <a:buSzPct val="60000"/>
              <a:buFont typeface="Lucida Grande"/>
              <a:buChar char="▶"/>
            </a:pPr>
            <a:r>
              <a:rPr lang="it-IT" sz="3000" dirty="0" err="1" smtClean="0">
                <a:latin typeface="Candara"/>
                <a:ea typeface="Adobe 고딕 Std B"/>
                <a:cs typeface="Candara"/>
              </a:rPr>
              <a:t>Semantics</a:t>
            </a:r>
            <a:endParaRPr lang="it-IT" sz="3000" dirty="0" smtClean="0">
              <a:latin typeface="Candara"/>
              <a:ea typeface="Adobe 고딕 Std B"/>
              <a:cs typeface="Candara"/>
            </a:endParaRPr>
          </a:p>
          <a:p>
            <a:pPr lvl="1">
              <a:lnSpc>
                <a:spcPct val="150000"/>
              </a:lnSpc>
              <a:buSzPct val="60000"/>
            </a:pPr>
            <a:endParaRPr lang="it-IT" sz="3000" dirty="0">
              <a:latin typeface="Candara"/>
              <a:ea typeface="Adobe 고딕 Std B"/>
              <a:cs typeface="Candara"/>
            </a:endParaRPr>
          </a:p>
          <a:p>
            <a:pPr marL="914400" lvl="1" indent="-457200">
              <a:lnSpc>
                <a:spcPct val="150000"/>
              </a:lnSpc>
              <a:buSzPct val="60000"/>
              <a:buFont typeface="Lucida Grande"/>
              <a:buChar char="▶"/>
            </a:pPr>
            <a:r>
              <a:rPr lang="it-IT" sz="3000" dirty="0" err="1" smtClean="0">
                <a:latin typeface="Candara"/>
                <a:ea typeface="Adobe 고딕 Std B"/>
                <a:cs typeface="Candara"/>
              </a:rPr>
              <a:t>Structure</a:t>
            </a:r>
            <a:endParaRPr lang="it-IT" sz="3000" dirty="0">
              <a:latin typeface="Candara"/>
              <a:ea typeface="Adobe 고딕 Std B"/>
              <a:cs typeface="Candara"/>
            </a:endParaRPr>
          </a:p>
        </p:txBody>
      </p:sp>
      <p:sp>
        <p:nvSpPr>
          <p:cNvPr id="61" name="CasellaDiTesto 60"/>
          <p:cNvSpPr txBox="1"/>
          <p:nvPr/>
        </p:nvSpPr>
        <p:spPr>
          <a:xfrm>
            <a:off x="6877661" y="6299412"/>
            <a:ext cx="1990229" cy="3669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 smtClean="0"/>
              <a:t>[Livesu et. </a:t>
            </a:r>
            <a:r>
              <a:rPr lang="it-IT" sz="1600" b="1" dirty="0"/>
              <a:t>a</a:t>
            </a:r>
            <a:r>
              <a:rPr lang="it-IT" sz="1600" b="1" dirty="0" smtClean="0"/>
              <a:t>l, 2012]</a:t>
            </a:r>
            <a:endParaRPr lang="it-IT" sz="1600" b="1" dirty="0"/>
          </a:p>
        </p:txBody>
      </p:sp>
      <p:sp>
        <p:nvSpPr>
          <p:cNvPr id="9" name="CasellaDiTesto 8"/>
          <p:cNvSpPr txBox="1"/>
          <p:nvPr/>
        </p:nvSpPr>
        <p:spPr>
          <a:xfrm>
            <a:off x="1145270" y="3388655"/>
            <a:ext cx="2111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smtClean="0">
                <a:solidFill>
                  <a:srgbClr val="7F7F7F"/>
                </a:solidFill>
              </a:rPr>
              <a:t>(RECONSTRUCTION)</a:t>
            </a:r>
            <a:endParaRPr lang="it-IT" b="1" dirty="0">
              <a:solidFill>
                <a:srgbClr val="7F7F7F"/>
              </a:solidFill>
            </a:endParaRPr>
          </a:p>
        </p:txBody>
      </p:sp>
      <p:sp>
        <p:nvSpPr>
          <p:cNvPr id="56" name="CasellaDiTesto 55"/>
          <p:cNvSpPr txBox="1"/>
          <p:nvPr/>
        </p:nvSpPr>
        <p:spPr>
          <a:xfrm>
            <a:off x="1145270" y="4786955"/>
            <a:ext cx="1901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smtClean="0">
                <a:solidFill>
                  <a:srgbClr val="7F7F7F"/>
                </a:solidFill>
              </a:rPr>
              <a:t>(SEGMENTATION)</a:t>
            </a:r>
            <a:endParaRPr lang="it-IT" b="1" dirty="0">
              <a:solidFill>
                <a:srgbClr val="7F7F7F"/>
              </a:solidFill>
            </a:endParaRPr>
          </a:p>
        </p:txBody>
      </p:sp>
      <p:sp>
        <p:nvSpPr>
          <p:cNvPr id="57" name="CasellaDiTesto 56"/>
          <p:cNvSpPr txBox="1"/>
          <p:nvPr/>
        </p:nvSpPr>
        <p:spPr>
          <a:xfrm>
            <a:off x="1145270" y="6050856"/>
            <a:ext cx="2104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smtClean="0">
                <a:solidFill>
                  <a:srgbClr val="FF0000"/>
                </a:solidFill>
              </a:rPr>
              <a:t>(SKELETONIZATION)</a:t>
            </a:r>
            <a:endParaRPr lang="it-IT" b="1" dirty="0">
              <a:solidFill>
                <a:srgbClr val="FF0000"/>
              </a:solidFill>
            </a:endParaRPr>
          </a:p>
        </p:txBody>
      </p:sp>
      <p:pic>
        <p:nvPicPr>
          <p:cNvPr id="22" name="Immagine 21" descr="1_4_final filtering 2 copia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813" y="4139573"/>
            <a:ext cx="4840683" cy="2223184"/>
          </a:xfrm>
          <a:prstGeom prst="rect">
            <a:avLst/>
          </a:prstGeom>
        </p:spPr>
      </p:pic>
      <p:cxnSp>
        <p:nvCxnSpPr>
          <p:cNvPr id="23" name="Connettore 1 22"/>
          <p:cNvCxnSpPr/>
          <p:nvPr/>
        </p:nvCxnSpPr>
        <p:spPr>
          <a:xfrm>
            <a:off x="3979942" y="5087695"/>
            <a:ext cx="1201014" cy="378024"/>
          </a:xfrm>
          <a:prstGeom prst="line">
            <a:avLst/>
          </a:prstGeom>
          <a:ln w="127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1 23"/>
          <p:cNvCxnSpPr/>
          <p:nvPr/>
        </p:nvCxnSpPr>
        <p:spPr>
          <a:xfrm>
            <a:off x="5687125" y="5621923"/>
            <a:ext cx="1212238" cy="0"/>
          </a:xfrm>
          <a:prstGeom prst="line">
            <a:avLst/>
          </a:prstGeom>
          <a:ln w="127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1 24"/>
          <p:cNvCxnSpPr/>
          <p:nvPr/>
        </p:nvCxnSpPr>
        <p:spPr>
          <a:xfrm flipV="1">
            <a:off x="7378255" y="5084617"/>
            <a:ext cx="1191541" cy="382567"/>
          </a:xfrm>
          <a:prstGeom prst="line">
            <a:avLst/>
          </a:prstGeom>
          <a:ln w="127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1 25"/>
          <p:cNvCxnSpPr/>
          <p:nvPr/>
        </p:nvCxnSpPr>
        <p:spPr>
          <a:xfrm flipV="1">
            <a:off x="5221323" y="3666125"/>
            <a:ext cx="1034257" cy="1020894"/>
          </a:xfrm>
          <a:prstGeom prst="line">
            <a:avLst/>
          </a:prstGeom>
          <a:ln w="12700" cmpd="sng">
            <a:solidFill>
              <a:srgbClr val="FF0000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1 26"/>
          <p:cNvCxnSpPr/>
          <p:nvPr/>
        </p:nvCxnSpPr>
        <p:spPr>
          <a:xfrm flipH="1" flipV="1">
            <a:off x="6255580" y="3666123"/>
            <a:ext cx="20697" cy="1060741"/>
          </a:xfrm>
          <a:prstGeom prst="line">
            <a:avLst/>
          </a:prstGeom>
          <a:ln w="12700" cmpd="sng">
            <a:solidFill>
              <a:srgbClr val="FF0000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1 27"/>
          <p:cNvCxnSpPr/>
          <p:nvPr/>
        </p:nvCxnSpPr>
        <p:spPr>
          <a:xfrm flipH="1" flipV="1">
            <a:off x="6255580" y="3666125"/>
            <a:ext cx="1099614" cy="1060739"/>
          </a:xfrm>
          <a:prstGeom prst="line">
            <a:avLst/>
          </a:prstGeom>
          <a:ln w="12700" cmpd="sng">
            <a:solidFill>
              <a:srgbClr val="FF0000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e 28"/>
          <p:cNvSpPr/>
          <p:nvPr/>
        </p:nvSpPr>
        <p:spPr>
          <a:xfrm>
            <a:off x="6233771" y="3649768"/>
            <a:ext cx="41798" cy="4179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e 29"/>
          <p:cNvSpPr/>
          <p:nvPr/>
        </p:nvSpPr>
        <p:spPr>
          <a:xfrm>
            <a:off x="4596091" y="5262009"/>
            <a:ext cx="41798" cy="4179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e 31"/>
          <p:cNvSpPr/>
          <p:nvPr/>
        </p:nvSpPr>
        <p:spPr>
          <a:xfrm>
            <a:off x="6273146" y="5597393"/>
            <a:ext cx="41798" cy="4179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Ovale 42"/>
          <p:cNvSpPr/>
          <p:nvPr/>
        </p:nvSpPr>
        <p:spPr>
          <a:xfrm>
            <a:off x="7913855" y="5266552"/>
            <a:ext cx="41798" cy="4179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9" name="Immagine 48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066" y="5479110"/>
            <a:ext cx="228978" cy="4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718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8" y="531788"/>
            <a:ext cx="265279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6000" b="1" baseline="30000" dirty="0" smtClean="0">
                <a:latin typeface="Candara"/>
                <a:cs typeface="Candara"/>
              </a:rPr>
              <a:t>3D </a:t>
            </a:r>
            <a:r>
              <a:rPr lang="fr-FR" sz="6000" b="1" baseline="30000" dirty="0">
                <a:latin typeface="Candara"/>
                <a:cs typeface="Candara"/>
              </a:rPr>
              <a:t>from </a:t>
            </a:r>
            <a:r>
              <a:rPr lang="fr-FR" sz="6000" b="1" baseline="30000" dirty="0" smtClean="0">
                <a:latin typeface="Candara"/>
                <a:cs typeface="Candara"/>
              </a:rPr>
              <a:t>2D</a:t>
            </a:r>
            <a:endParaRPr lang="it-IT" sz="6000" dirty="0">
              <a:latin typeface="Candara"/>
              <a:cs typeface="Candara"/>
            </a:endParaRPr>
          </a:p>
        </p:txBody>
      </p:sp>
      <p:cxnSp>
        <p:nvCxnSpPr>
          <p:cNvPr id="5" name="Connettore 1 4"/>
          <p:cNvCxnSpPr/>
          <p:nvPr/>
        </p:nvCxnSpPr>
        <p:spPr>
          <a:xfrm>
            <a:off x="259298" y="1239674"/>
            <a:ext cx="8563860" cy="0"/>
          </a:xfrm>
          <a:prstGeom prst="line">
            <a:avLst/>
          </a:prstGeom>
          <a:ln w="1905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/>
          <p:cNvSpPr txBox="1"/>
          <p:nvPr/>
        </p:nvSpPr>
        <p:spPr>
          <a:xfrm>
            <a:off x="259298" y="1469806"/>
            <a:ext cx="8563860" cy="4670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ct val="60000"/>
              <a:buFont typeface="Lucida Grande"/>
              <a:buChar char="▶"/>
            </a:pPr>
            <a:r>
              <a:rPr lang="it-IT" sz="2500" dirty="0" err="1">
                <a:latin typeface="Candara"/>
                <a:ea typeface="Adobe 고딕 Std B"/>
                <a:cs typeface="Candara"/>
              </a:rPr>
              <a:t>Infer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information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about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the 3D world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through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the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analysis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of 2D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projections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of </a:t>
            </a:r>
            <a:r>
              <a:rPr lang="it-IT" sz="2500" dirty="0" err="1" smtClean="0">
                <a:latin typeface="Candara"/>
                <a:ea typeface="Adobe 고딕 Std B"/>
                <a:cs typeface="Candara"/>
              </a:rPr>
              <a:t>it</a:t>
            </a:r>
            <a:endParaRPr lang="it-IT" sz="2500" dirty="0">
              <a:latin typeface="Candara"/>
              <a:ea typeface="Adobe 고딕 Std B"/>
              <a:cs typeface="Candara"/>
            </a:endParaRPr>
          </a:p>
          <a:p>
            <a:pPr marL="457200" indent="-457200">
              <a:buSzPct val="60000"/>
              <a:buFont typeface="Lucida Grande"/>
              <a:buChar char="▶"/>
            </a:pPr>
            <a:endParaRPr lang="it-IT" sz="2500" dirty="0">
              <a:latin typeface="Candara"/>
              <a:ea typeface="Adobe 고딕 Std B"/>
              <a:cs typeface="Candara"/>
            </a:endParaRPr>
          </a:p>
          <a:p>
            <a:pPr marL="914400" lvl="1" indent="-457200">
              <a:lnSpc>
                <a:spcPct val="150000"/>
              </a:lnSpc>
              <a:buSzPct val="60000"/>
              <a:buFont typeface="Lucida Grande"/>
              <a:buChar char="▶"/>
            </a:pPr>
            <a:r>
              <a:rPr lang="it-IT" sz="3000" dirty="0" err="1">
                <a:latin typeface="Candara"/>
                <a:ea typeface="Adobe 고딕 Std B"/>
                <a:cs typeface="Candara"/>
              </a:rPr>
              <a:t>Shape</a:t>
            </a:r>
            <a:endParaRPr lang="it-IT" sz="3000" dirty="0">
              <a:latin typeface="Candara"/>
              <a:ea typeface="Adobe 고딕 Std B"/>
              <a:cs typeface="Candara"/>
            </a:endParaRPr>
          </a:p>
          <a:p>
            <a:pPr marL="914400" lvl="1" indent="-457200">
              <a:lnSpc>
                <a:spcPct val="150000"/>
              </a:lnSpc>
              <a:buSzPct val="60000"/>
              <a:buFont typeface="Lucida Grande"/>
              <a:buChar char="▶"/>
            </a:pPr>
            <a:endParaRPr lang="it-IT" sz="3000" dirty="0">
              <a:latin typeface="Candara"/>
              <a:ea typeface="Adobe 고딕 Std B"/>
              <a:cs typeface="Candara"/>
            </a:endParaRPr>
          </a:p>
          <a:p>
            <a:pPr marL="914400" lvl="1" indent="-457200">
              <a:lnSpc>
                <a:spcPct val="150000"/>
              </a:lnSpc>
              <a:buSzPct val="60000"/>
              <a:buFont typeface="Lucida Grande"/>
              <a:buChar char="▶"/>
            </a:pPr>
            <a:r>
              <a:rPr lang="it-IT" sz="3000" dirty="0" err="1" smtClean="0">
                <a:latin typeface="Candara"/>
                <a:ea typeface="Adobe 고딕 Std B"/>
                <a:cs typeface="Candara"/>
              </a:rPr>
              <a:t>Semantics</a:t>
            </a:r>
            <a:endParaRPr lang="it-IT" sz="3000" dirty="0" smtClean="0">
              <a:latin typeface="Candara"/>
              <a:ea typeface="Adobe 고딕 Std B"/>
              <a:cs typeface="Candara"/>
            </a:endParaRPr>
          </a:p>
          <a:p>
            <a:pPr lvl="1">
              <a:lnSpc>
                <a:spcPct val="150000"/>
              </a:lnSpc>
              <a:buSzPct val="60000"/>
            </a:pPr>
            <a:endParaRPr lang="it-IT" sz="3000" dirty="0">
              <a:latin typeface="Candara"/>
              <a:ea typeface="Adobe 고딕 Std B"/>
              <a:cs typeface="Candara"/>
            </a:endParaRPr>
          </a:p>
          <a:p>
            <a:pPr marL="914400" lvl="1" indent="-457200">
              <a:lnSpc>
                <a:spcPct val="150000"/>
              </a:lnSpc>
              <a:buSzPct val="60000"/>
              <a:buFont typeface="Lucida Grande"/>
              <a:buChar char="▶"/>
            </a:pPr>
            <a:r>
              <a:rPr lang="it-IT" sz="3000" dirty="0" err="1" smtClean="0">
                <a:latin typeface="Candara"/>
                <a:ea typeface="Adobe 고딕 Std B"/>
                <a:cs typeface="Candara"/>
              </a:rPr>
              <a:t>Structure</a:t>
            </a:r>
            <a:endParaRPr lang="it-IT" sz="3000" dirty="0">
              <a:latin typeface="Candara"/>
              <a:ea typeface="Adobe 고딕 Std B"/>
              <a:cs typeface="Candara"/>
            </a:endParaRPr>
          </a:p>
        </p:txBody>
      </p:sp>
      <p:sp>
        <p:nvSpPr>
          <p:cNvPr id="61" name="CasellaDiTesto 60"/>
          <p:cNvSpPr txBox="1"/>
          <p:nvPr/>
        </p:nvSpPr>
        <p:spPr>
          <a:xfrm>
            <a:off x="6877661" y="6299412"/>
            <a:ext cx="1990229" cy="3669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 smtClean="0"/>
              <a:t>[Livesu et. </a:t>
            </a:r>
            <a:r>
              <a:rPr lang="it-IT" sz="1600" b="1" dirty="0"/>
              <a:t>a</a:t>
            </a:r>
            <a:r>
              <a:rPr lang="it-IT" sz="1600" b="1" dirty="0" smtClean="0"/>
              <a:t>l, 2012]</a:t>
            </a:r>
            <a:endParaRPr lang="it-IT" sz="1600" b="1" dirty="0"/>
          </a:p>
        </p:txBody>
      </p:sp>
      <p:sp>
        <p:nvSpPr>
          <p:cNvPr id="9" name="CasellaDiTesto 8"/>
          <p:cNvSpPr txBox="1"/>
          <p:nvPr/>
        </p:nvSpPr>
        <p:spPr>
          <a:xfrm>
            <a:off x="1145270" y="3388655"/>
            <a:ext cx="2111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smtClean="0">
                <a:solidFill>
                  <a:srgbClr val="7F7F7F"/>
                </a:solidFill>
              </a:rPr>
              <a:t>(RECONSTRUCTION)</a:t>
            </a:r>
            <a:endParaRPr lang="it-IT" b="1" dirty="0">
              <a:solidFill>
                <a:srgbClr val="7F7F7F"/>
              </a:solidFill>
            </a:endParaRPr>
          </a:p>
        </p:txBody>
      </p:sp>
      <p:sp>
        <p:nvSpPr>
          <p:cNvPr id="56" name="CasellaDiTesto 55"/>
          <p:cNvSpPr txBox="1"/>
          <p:nvPr/>
        </p:nvSpPr>
        <p:spPr>
          <a:xfrm>
            <a:off x="1145270" y="4786955"/>
            <a:ext cx="1901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smtClean="0">
                <a:solidFill>
                  <a:srgbClr val="7F7F7F"/>
                </a:solidFill>
              </a:rPr>
              <a:t>(SEGMENTATION)</a:t>
            </a:r>
            <a:endParaRPr lang="it-IT" b="1" dirty="0">
              <a:solidFill>
                <a:srgbClr val="7F7F7F"/>
              </a:solidFill>
            </a:endParaRPr>
          </a:p>
        </p:txBody>
      </p:sp>
      <p:sp>
        <p:nvSpPr>
          <p:cNvPr id="57" name="CasellaDiTesto 56"/>
          <p:cNvSpPr txBox="1"/>
          <p:nvPr/>
        </p:nvSpPr>
        <p:spPr>
          <a:xfrm>
            <a:off x="1145270" y="6050856"/>
            <a:ext cx="2104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smtClean="0">
                <a:solidFill>
                  <a:srgbClr val="FF0000"/>
                </a:solidFill>
              </a:rPr>
              <a:t>(SKELETONIZATION)</a:t>
            </a:r>
            <a:endParaRPr lang="it-IT" b="1" dirty="0">
              <a:solidFill>
                <a:srgbClr val="FF0000"/>
              </a:solidFill>
            </a:endParaRPr>
          </a:p>
        </p:txBody>
      </p:sp>
      <p:grpSp>
        <p:nvGrpSpPr>
          <p:cNvPr id="3" name="Gruppo 2"/>
          <p:cNvGrpSpPr/>
          <p:nvPr/>
        </p:nvGrpSpPr>
        <p:grpSpPr>
          <a:xfrm>
            <a:off x="3865813" y="2467016"/>
            <a:ext cx="4840683" cy="3895741"/>
            <a:chOff x="2700421" y="1525210"/>
            <a:chExt cx="6443579" cy="5185738"/>
          </a:xfrm>
        </p:grpSpPr>
        <p:pic>
          <p:nvPicPr>
            <p:cNvPr id="21" name="Immagine 20" descr="ksdjnv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94907" y="1525210"/>
              <a:ext cx="2167619" cy="2880000"/>
            </a:xfrm>
            <a:prstGeom prst="rect">
              <a:avLst/>
            </a:prstGeom>
          </p:spPr>
        </p:pic>
        <p:pic>
          <p:nvPicPr>
            <p:cNvPr id="22" name="Immagine 21" descr="1_4_final filtering 2 copia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0421" y="3751601"/>
              <a:ext cx="6443579" cy="2959347"/>
            </a:xfrm>
            <a:prstGeom prst="rect">
              <a:avLst/>
            </a:prstGeom>
          </p:spPr>
        </p:pic>
        <p:cxnSp>
          <p:nvCxnSpPr>
            <p:cNvPr id="23" name="Connettore 1 22"/>
            <p:cNvCxnSpPr/>
            <p:nvPr/>
          </p:nvCxnSpPr>
          <p:spPr>
            <a:xfrm>
              <a:off x="2852342" y="5013674"/>
              <a:ext cx="1598706" cy="503199"/>
            </a:xfrm>
            <a:prstGeom prst="line">
              <a:avLst/>
            </a:prstGeom>
            <a:ln w="12700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1 23"/>
            <p:cNvCxnSpPr/>
            <p:nvPr/>
          </p:nvCxnSpPr>
          <p:spPr>
            <a:xfrm>
              <a:off x="5124824" y="5724802"/>
              <a:ext cx="1613647" cy="0"/>
            </a:xfrm>
            <a:prstGeom prst="line">
              <a:avLst/>
            </a:prstGeom>
            <a:ln w="12700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1 24"/>
            <p:cNvCxnSpPr/>
            <p:nvPr/>
          </p:nvCxnSpPr>
          <p:spPr>
            <a:xfrm flipV="1">
              <a:off x="7375938" y="5009577"/>
              <a:ext cx="1586096" cy="509247"/>
            </a:xfrm>
            <a:prstGeom prst="line">
              <a:avLst/>
            </a:prstGeom>
            <a:ln w="12700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1 25"/>
            <p:cNvCxnSpPr/>
            <p:nvPr/>
          </p:nvCxnSpPr>
          <p:spPr>
            <a:xfrm flipV="1">
              <a:off x="4504781" y="3121380"/>
              <a:ext cx="1376731" cy="1358943"/>
            </a:xfrm>
            <a:prstGeom prst="line">
              <a:avLst/>
            </a:prstGeom>
            <a:ln w="12700" cmpd="sng">
              <a:solidFill>
                <a:srgbClr val="FF0000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1 26"/>
            <p:cNvCxnSpPr/>
            <p:nvPr/>
          </p:nvCxnSpPr>
          <p:spPr>
            <a:xfrm flipH="1" flipV="1">
              <a:off x="5881512" y="3121377"/>
              <a:ext cx="27550" cy="1411984"/>
            </a:xfrm>
            <a:prstGeom prst="line">
              <a:avLst/>
            </a:prstGeom>
            <a:ln w="12700" cmpd="sng">
              <a:solidFill>
                <a:srgbClr val="FF0000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1 27"/>
            <p:cNvCxnSpPr/>
            <p:nvPr/>
          </p:nvCxnSpPr>
          <p:spPr>
            <a:xfrm flipH="1" flipV="1">
              <a:off x="5881512" y="3121380"/>
              <a:ext cx="1463729" cy="1411982"/>
            </a:xfrm>
            <a:prstGeom prst="line">
              <a:avLst/>
            </a:prstGeom>
            <a:ln w="12700" cmpd="sng">
              <a:solidFill>
                <a:srgbClr val="FF0000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e 28"/>
            <p:cNvSpPr/>
            <p:nvPr/>
          </p:nvSpPr>
          <p:spPr>
            <a:xfrm>
              <a:off x="5852481" y="3099607"/>
              <a:ext cx="55638" cy="5563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0" name="Ovale 29"/>
            <p:cNvSpPr/>
            <p:nvPr/>
          </p:nvSpPr>
          <p:spPr>
            <a:xfrm>
              <a:off x="3672516" y="5245709"/>
              <a:ext cx="55638" cy="5563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2" name="Ovale 31"/>
            <p:cNvSpPr/>
            <p:nvPr/>
          </p:nvSpPr>
          <p:spPr>
            <a:xfrm>
              <a:off x="5904894" y="5692149"/>
              <a:ext cx="55638" cy="5563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3" name="Ovale 42"/>
            <p:cNvSpPr/>
            <p:nvPr/>
          </p:nvSpPr>
          <p:spPr>
            <a:xfrm>
              <a:off x="8088892" y="5251757"/>
              <a:ext cx="55638" cy="5563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9" name="Immagine 48" descr="latex-image-1.pdf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76513" y="5534699"/>
              <a:ext cx="304800" cy="63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4671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8" y="531788"/>
            <a:ext cx="413932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6000" b="1" baseline="30000" dirty="0" smtClean="0">
                <a:latin typeface="Candara"/>
                <a:cs typeface="Candara"/>
              </a:rPr>
              <a:t>Robustness issues</a:t>
            </a:r>
            <a:endParaRPr lang="it-IT" sz="6000" dirty="0">
              <a:latin typeface="Candara"/>
              <a:cs typeface="Candara"/>
            </a:endParaRPr>
          </a:p>
        </p:txBody>
      </p:sp>
      <p:cxnSp>
        <p:nvCxnSpPr>
          <p:cNvPr id="5" name="Connettore 1 4"/>
          <p:cNvCxnSpPr/>
          <p:nvPr/>
        </p:nvCxnSpPr>
        <p:spPr>
          <a:xfrm>
            <a:off x="259298" y="1239674"/>
            <a:ext cx="8563860" cy="0"/>
          </a:xfrm>
          <a:prstGeom prst="line">
            <a:avLst/>
          </a:prstGeom>
          <a:ln w="1905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459508" y="1486965"/>
            <a:ext cx="8059530" cy="2538234"/>
            <a:chOff x="459508" y="1486965"/>
            <a:chExt cx="8059530" cy="2538234"/>
          </a:xfrm>
        </p:grpSpPr>
        <p:pic>
          <p:nvPicPr>
            <p:cNvPr id="35" name="Immagine 35" descr="hand_sil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9508" y="1535695"/>
              <a:ext cx="3519944" cy="22747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3" name="Immagine 6" descr="horse_duo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1402" y="1601980"/>
              <a:ext cx="2602366" cy="2423219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Immagine 5" descr="knot_duo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6521924" y="2155689"/>
              <a:ext cx="2538234" cy="1200786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9" name="Freeform 17"/>
            <p:cNvSpPr>
              <a:spLocks noChangeAspect="1"/>
            </p:cNvSpPr>
            <p:nvPr/>
          </p:nvSpPr>
          <p:spPr bwMode="auto">
            <a:xfrm rot="11213042" flipV="1">
              <a:off x="1431557" y="3007618"/>
              <a:ext cx="1454938" cy="378022"/>
            </a:xfrm>
            <a:custGeom>
              <a:avLst/>
              <a:gdLst>
                <a:gd name="T0" fmla="*/ 912 w 917"/>
                <a:gd name="T1" fmla="*/ 163 h 215"/>
                <a:gd name="T2" fmla="*/ 860 w 917"/>
                <a:gd name="T3" fmla="*/ 32 h 215"/>
                <a:gd name="T4" fmla="*/ 827 w 917"/>
                <a:gd name="T5" fmla="*/ 3 h 215"/>
                <a:gd name="T6" fmla="*/ 805 w 917"/>
                <a:gd name="T7" fmla="*/ 15 h 215"/>
                <a:gd name="T8" fmla="*/ 836 w 917"/>
                <a:gd name="T9" fmla="*/ 109 h 215"/>
                <a:gd name="T10" fmla="*/ 828 w 917"/>
                <a:gd name="T11" fmla="*/ 104 h 215"/>
                <a:gd name="T12" fmla="*/ 678 w 917"/>
                <a:gd name="T13" fmla="*/ 54 h 215"/>
                <a:gd name="T14" fmla="*/ 448 w 917"/>
                <a:gd name="T15" fmla="*/ 14 h 215"/>
                <a:gd name="T16" fmla="*/ 207 w 917"/>
                <a:gd name="T17" fmla="*/ 13 h 215"/>
                <a:gd name="T18" fmla="*/ 22 w 917"/>
                <a:gd name="T19" fmla="*/ 80 h 215"/>
                <a:gd name="T20" fmla="*/ 19 w 917"/>
                <a:gd name="T21" fmla="*/ 82 h 215"/>
                <a:gd name="T22" fmla="*/ 66 w 917"/>
                <a:gd name="T23" fmla="*/ 123 h 215"/>
                <a:gd name="T24" fmla="*/ 240 w 917"/>
                <a:gd name="T25" fmla="*/ 58 h 215"/>
                <a:gd name="T26" fmla="*/ 468 w 917"/>
                <a:gd name="T27" fmla="*/ 57 h 215"/>
                <a:gd name="T28" fmla="*/ 685 w 917"/>
                <a:gd name="T29" fmla="*/ 94 h 215"/>
                <a:gd name="T30" fmla="*/ 770 w 917"/>
                <a:gd name="T31" fmla="*/ 118 h 215"/>
                <a:gd name="T32" fmla="*/ 825 w 917"/>
                <a:gd name="T33" fmla="*/ 139 h 215"/>
                <a:gd name="T34" fmla="*/ 838 w 917"/>
                <a:gd name="T35" fmla="*/ 143 h 215"/>
                <a:gd name="T36" fmla="*/ 743 w 917"/>
                <a:gd name="T37" fmla="*/ 169 h 215"/>
                <a:gd name="T38" fmla="*/ 751 w 917"/>
                <a:gd name="T39" fmla="*/ 198 h 215"/>
                <a:gd name="T40" fmla="*/ 790 w 917"/>
                <a:gd name="T41" fmla="*/ 210 h 215"/>
                <a:gd name="T42" fmla="*/ 905 w 917"/>
                <a:gd name="T43" fmla="*/ 182 h 215"/>
                <a:gd name="T44" fmla="*/ 912 w 917"/>
                <a:gd name="T45" fmla="*/ 163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17" h="215">
                  <a:moveTo>
                    <a:pt x="912" y="163"/>
                  </a:moveTo>
                  <a:cubicBezTo>
                    <a:pt x="887" y="123"/>
                    <a:pt x="870" y="78"/>
                    <a:pt x="860" y="32"/>
                  </a:cubicBezTo>
                  <a:cubicBezTo>
                    <a:pt x="857" y="18"/>
                    <a:pt x="840" y="7"/>
                    <a:pt x="827" y="3"/>
                  </a:cubicBezTo>
                  <a:cubicBezTo>
                    <a:pt x="817" y="0"/>
                    <a:pt x="802" y="1"/>
                    <a:pt x="805" y="15"/>
                  </a:cubicBezTo>
                  <a:cubicBezTo>
                    <a:pt x="812" y="47"/>
                    <a:pt x="823" y="79"/>
                    <a:pt x="836" y="109"/>
                  </a:cubicBezTo>
                  <a:cubicBezTo>
                    <a:pt x="833" y="107"/>
                    <a:pt x="831" y="105"/>
                    <a:pt x="828" y="104"/>
                  </a:cubicBezTo>
                  <a:cubicBezTo>
                    <a:pt x="781" y="80"/>
                    <a:pt x="729" y="66"/>
                    <a:pt x="678" y="54"/>
                  </a:cubicBezTo>
                  <a:cubicBezTo>
                    <a:pt x="602" y="35"/>
                    <a:pt x="526" y="22"/>
                    <a:pt x="448" y="14"/>
                  </a:cubicBezTo>
                  <a:cubicBezTo>
                    <a:pt x="369" y="5"/>
                    <a:pt x="287" y="3"/>
                    <a:pt x="207" y="13"/>
                  </a:cubicBezTo>
                  <a:cubicBezTo>
                    <a:pt x="143" y="21"/>
                    <a:pt x="74" y="38"/>
                    <a:pt x="22" y="80"/>
                  </a:cubicBezTo>
                  <a:cubicBezTo>
                    <a:pt x="21" y="80"/>
                    <a:pt x="20" y="81"/>
                    <a:pt x="19" y="82"/>
                  </a:cubicBezTo>
                  <a:cubicBezTo>
                    <a:pt x="0" y="98"/>
                    <a:pt x="50" y="137"/>
                    <a:pt x="66" y="123"/>
                  </a:cubicBezTo>
                  <a:cubicBezTo>
                    <a:pt x="114" y="82"/>
                    <a:pt x="178" y="66"/>
                    <a:pt x="240" y="58"/>
                  </a:cubicBezTo>
                  <a:cubicBezTo>
                    <a:pt x="315" y="47"/>
                    <a:pt x="392" y="50"/>
                    <a:pt x="468" y="57"/>
                  </a:cubicBezTo>
                  <a:cubicBezTo>
                    <a:pt x="541" y="64"/>
                    <a:pt x="614" y="77"/>
                    <a:pt x="685" y="94"/>
                  </a:cubicBezTo>
                  <a:cubicBezTo>
                    <a:pt x="714" y="101"/>
                    <a:pt x="742" y="109"/>
                    <a:pt x="770" y="118"/>
                  </a:cubicBezTo>
                  <a:cubicBezTo>
                    <a:pt x="795" y="126"/>
                    <a:pt x="806" y="129"/>
                    <a:pt x="825" y="139"/>
                  </a:cubicBezTo>
                  <a:cubicBezTo>
                    <a:pt x="828" y="140"/>
                    <a:pt x="833" y="142"/>
                    <a:pt x="838" y="143"/>
                  </a:cubicBezTo>
                  <a:cubicBezTo>
                    <a:pt x="806" y="150"/>
                    <a:pt x="774" y="159"/>
                    <a:pt x="743" y="169"/>
                  </a:cubicBezTo>
                  <a:cubicBezTo>
                    <a:pt x="730" y="173"/>
                    <a:pt x="746" y="194"/>
                    <a:pt x="751" y="198"/>
                  </a:cubicBezTo>
                  <a:cubicBezTo>
                    <a:pt x="761" y="207"/>
                    <a:pt x="776" y="215"/>
                    <a:pt x="790" y="210"/>
                  </a:cubicBezTo>
                  <a:cubicBezTo>
                    <a:pt x="827" y="198"/>
                    <a:pt x="866" y="189"/>
                    <a:pt x="905" y="182"/>
                  </a:cubicBezTo>
                  <a:cubicBezTo>
                    <a:pt x="915" y="180"/>
                    <a:pt x="917" y="171"/>
                    <a:pt x="912" y="163"/>
                  </a:cubicBez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17"/>
            <p:cNvSpPr>
              <a:spLocks noChangeAspect="1"/>
            </p:cNvSpPr>
            <p:nvPr/>
          </p:nvSpPr>
          <p:spPr bwMode="auto">
            <a:xfrm rot="11213042" flipV="1">
              <a:off x="4901395" y="2097304"/>
              <a:ext cx="1371372" cy="356310"/>
            </a:xfrm>
            <a:custGeom>
              <a:avLst/>
              <a:gdLst>
                <a:gd name="T0" fmla="*/ 912 w 917"/>
                <a:gd name="T1" fmla="*/ 163 h 215"/>
                <a:gd name="T2" fmla="*/ 860 w 917"/>
                <a:gd name="T3" fmla="*/ 32 h 215"/>
                <a:gd name="T4" fmla="*/ 827 w 917"/>
                <a:gd name="T5" fmla="*/ 3 h 215"/>
                <a:gd name="T6" fmla="*/ 805 w 917"/>
                <a:gd name="T7" fmla="*/ 15 h 215"/>
                <a:gd name="T8" fmla="*/ 836 w 917"/>
                <a:gd name="T9" fmla="*/ 109 h 215"/>
                <a:gd name="T10" fmla="*/ 828 w 917"/>
                <a:gd name="T11" fmla="*/ 104 h 215"/>
                <a:gd name="T12" fmla="*/ 678 w 917"/>
                <a:gd name="T13" fmla="*/ 54 h 215"/>
                <a:gd name="T14" fmla="*/ 448 w 917"/>
                <a:gd name="T15" fmla="*/ 14 h 215"/>
                <a:gd name="T16" fmla="*/ 207 w 917"/>
                <a:gd name="T17" fmla="*/ 13 h 215"/>
                <a:gd name="T18" fmla="*/ 22 w 917"/>
                <a:gd name="T19" fmla="*/ 80 h 215"/>
                <a:gd name="T20" fmla="*/ 19 w 917"/>
                <a:gd name="T21" fmla="*/ 82 h 215"/>
                <a:gd name="T22" fmla="*/ 66 w 917"/>
                <a:gd name="T23" fmla="*/ 123 h 215"/>
                <a:gd name="T24" fmla="*/ 240 w 917"/>
                <a:gd name="T25" fmla="*/ 58 h 215"/>
                <a:gd name="T26" fmla="*/ 468 w 917"/>
                <a:gd name="T27" fmla="*/ 57 h 215"/>
                <a:gd name="T28" fmla="*/ 685 w 917"/>
                <a:gd name="T29" fmla="*/ 94 h 215"/>
                <a:gd name="T30" fmla="*/ 770 w 917"/>
                <a:gd name="T31" fmla="*/ 118 h 215"/>
                <a:gd name="T32" fmla="*/ 825 w 917"/>
                <a:gd name="T33" fmla="*/ 139 h 215"/>
                <a:gd name="T34" fmla="*/ 838 w 917"/>
                <a:gd name="T35" fmla="*/ 143 h 215"/>
                <a:gd name="T36" fmla="*/ 743 w 917"/>
                <a:gd name="T37" fmla="*/ 169 h 215"/>
                <a:gd name="T38" fmla="*/ 751 w 917"/>
                <a:gd name="T39" fmla="*/ 198 h 215"/>
                <a:gd name="T40" fmla="*/ 790 w 917"/>
                <a:gd name="T41" fmla="*/ 210 h 215"/>
                <a:gd name="T42" fmla="*/ 905 w 917"/>
                <a:gd name="T43" fmla="*/ 182 h 215"/>
                <a:gd name="T44" fmla="*/ 912 w 917"/>
                <a:gd name="T45" fmla="*/ 163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17" h="215">
                  <a:moveTo>
                    <a:pt x="912" y="163"/>
                  </a:moveTo>
                  <a:cubicBezTo>
                    <a:pt x="887" y="123"/>
                    <a:pt x="870" y="78"/>
                    <a:pt x="860" y="32"/>
                  </a:cubicBezTo>
                  <a:cubicBezTo>
                    <a:pt x="857" y="18"/>
                    <a:pt x="840" y="7"/>
                    <a:pt x="827" y="3"/>
                  </a:cubicBezTo>
                  <a:cubicBezTo>
                    <a:pt x="817" y="0"/>
                    <a:pt x="802" y="1"/>
                    <a:pt x="805" y="15"/>
                  </a:cubicBezTo>
                  <a:cubicBezTo>
                    <a:pt x="812" y="47"/>
                    <a:pt x="823" y="79"/>
                    <a:pt x="836" y="109"/>
                  </a:cubicBezTo>
                  <a:cubicBezTo>
                    <a:pt x="833" y="107"/>
                    <a:pt x="831" y="105"/>
                    <a:pt x="828" y="104"/>
                  </a:cubicBezTo>
                  <a:cubicBezTo>
                    <a:pt x="781" y="80"/>
                    <a:pt x="729" y="66"/>
                    <a:pt x="678" y="54"/>
                  </a:cubicBezTo>
                  <a:cubicBezTo>
                    <a:pt x="602" y="35"/>
                    <a:pt x="526" y="22"/>
                    <a:pt x="448" y="14"/>
                  </a:cubicBezTo>
                  <a:cubicBezTo>
                    <a:pt x="369" y="5"/>
                    <a:pt x="287" y="3"/>
                    <a:pt x="207" y="13"/>
                  </a:cubicBezTo>
                  <a:cubicBezTo>
                    <a:pt x="143" y="21"/>
                    <a:pt x="74" y="38"/>
                    <a:pt x="22" y="80"/>
                  </a:cubicBezTo>
                  <a:cubicBezTo>
                    <a:pt x="21" y="80"/>
                    <a:pt x="20" y="81"/>
                    <a:pt x="19" y="82"/>
                  </a:cubicBezTo>
                  <a:cubicBezTo>
                    <a:pt x="0" y="98"/>
                    <a:pt x="50" y="137"/>
                    <a:pt x="66" y="123"/>
                  </a:cubicBezTo>
                  <a:cubicBezTo>
                    <a:pt x="114" y="82"/>
                    <a:pt x="178" y="66"/>
                    <a:pt x="240" y="58"/>
                  </a:cubicBezTo>
                  <a:cubicBezTo>
                    <a:pt x="315" y="47"/>
                    <a:pt x="392" y="50"/>
                    <a:pt x="468" y="57"/>
                  </a:cubicBezTo>
                  <a:cubicBezTo>
                    <a:pt x="541" y="64"/>
                    <a:pt x="614" y="77"/>
                    <a:pt x="685" y="94"/>
                  </a:cubicBezTo>
                  <a:cubicBezTo>
                    <a:pt x="714" y="101"/>
                    <a:pt x="742" y="109"/>
                    <a:pt x="770" y="118"/>
                  </a:cubicBezTo>
                  <a:cubicBezTo>
                    <a:pt x="795" y="126"/>
                    <a:pt x="806" y="129"/>
                    <a:pt x="825" y="139"/>
                  </a:cubicBezTo>
                  <a:cubicBezTo>
                    <a:pt x="828" y="140"/>
                    <a:pt x="833" y="142"/>
                    <a:pt x="838" y="143"/>
                  </a:cubicBezTo>
                  <a:cubicBezTo>
                    <a:pt x="806" y="150"/>
                    <a:pt x="774" y="159"/>
                    <a:pt x="743" y="169"/>
                  </a:cubicBezTo>
                  <a:cubicBezTo>
                    <a:pt x="730" y="173"/>
                    <a:pt x="746" y="194"/>
                    <a:pt x="751" y="198"/>
                  </a:cubicBezTo>
                  <a:cubicBezTo>
                    <a:pt x="761" y="207"/>
                    <a:pt x="776" y="215"/>
                    <a:pt x="790" y="210"/>
                  </a:cubicBezTo>
                  <a:cubicBezTo>
                    <a:pt x="827" y="198"/>
                    <a:pt x="866" y="189"/>
                    <a:pt x="905" y="182"/>
                  </a:cubicBezTo>
                  <a:cubicBezTo>
                    <a:pt x="915" y="180"/>
                    <a:pt x="917" y="171"/>
                    <a:pt x="912" y="163"/>
                  </a:cubicBez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17"/>
            <p:cNvSpPr>
              <a:spLocks noChangeAspect="1"/>
            </p:cNvSpPr>
            <p:nvPr/>
          </p:nvSpPr>
          <p:spPr bwMode="auto">
            <a:xfrm rot="16576772" flipV="1">
              <a:off x="7820336" y="2759496"/>
              <a:ext cx="1109210" cy="288195"/>
            </a:xfrm>
            <a:custGeom>
              <a:avLst/>
              <a:gdLst>
                <a:gd name="T0" fmla="*/ 912 w 917"/>
                <a:gd name="T1" fmla="*/ 163 h 215"/>
                <a:gd name="T2" fmla="*/ 860 w 917"/>
                <a:gd name="T3" fmla="*/ 32 h 215"/>
                <a:gd name="T4" fmla="*/ 827 w 917"/>
                <a:gd name="T5" fmla="*/ 3 h 215"/>
                <a:gd name="T6" fmla="*/ 805 w 917"/>
                <a:gd name="T7" fmla="*/ 15 h 215"/>
                <a:gd name="T8" fmla="*/ 836 w 917"/>
                <a:gd name="T9" fmla="*/ 109 h 215"/>
                <a:gd name="T10" fmla="*/ 828 w 917"/>
                <a:gd name="T11" fmla="*/ 104 h 215"/>
                <a:gd name="T12" fmla="*/ 678 w 917"/>
                <a:gd name="T13" fmla="*/ 54 h 215"/>
                <a:gd name="T14" fmla="*/ 448 w 917"/>
                <a:gd name="T15" fmla="*/ 14 h 215"/>
                <a:gd name="T16" fmla="*/ 207 w 917"/>
                <a:gd name="T17" fmla="*/ 13 h 215"/>
                <a:gd name="T18" fmla="*/ 22 w 917"/>
                <a:gd name="T19" fmla="*/ 80 h 215"/>
                <a:gd name="T20" fmla="*/ 19 w 917"/>
                <a:gd name="T21" fmla="*/ 82 h 215"/>
                <a:gd name="T22" fmla="*/ 66 w 917"/>
                <a:gd name="T23" fmla="*/ 123 h 215"/>
                <a:gd name="T24" fmla="*/ 240 w 917"/>
                <a:gd name="T25" fmla="*/ 58 h 215"/>
                <a:gd name="T26" fmla="*/ 468 w 917"/>
                <a:gd name="T27" fmla="*/ 57 h 215"/>
                <a:gd name="T28" fmla="*/ 685 w 917"/>
                <a:gd name="T29" fmla="*/ 94 h 215"/>
                <a:gd name="T30" fmla="*/ 770 w 917"/>
                <a:gd name="T31" fmla="*/ 118 h 215"/>
                <a:gd name="T32" fmla="*/ 825 w 917"/>
                <a:gd name="T33" fmla="*/ 139 h 215"/>
                <a:gd name="T34" fmla="*/ 838 w 917"/>
                <a:gd name="T35" fmla="*/ 143 h 215"/>
                <a:gd name="T36" fmla="*/ 743 w 917"/>
                <a:gd name="T37" fmla="*/ 169 h 215"/>
                <a:gd name="T38" fmla="*/ 751 w 917"/>
                <a:gd name="T39" fmla="*/ 198 h 215"/>
                <a:gd name="T40" fmla="*/ 790 w 917"/>
                <a:gd name="T41" fmla="*/ 210 h 215"/>
                <a:gd name="T42" fmla="*/ 905 w 917"/>
                <a:gd name="T43" fmla="*/ 182 h 215"/>
                <a:gd name="T44" fmla="*/ 912 w 917"/>
                <a:gd name="T45" fmla="*/ 163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17" h="215">
                  <a:moveTo>
                    <a:pt x="912" y="163"/>
                  </a:moveTo>
                  <a:cubicBezTo>
                    <a:pt x="887" y="123"/>
                    <a:pt x="870" y="78"/>
                    <a:pt x="860" y="32"/>
                  </a:cubicBezTo>
                  <a:cubicBezTo>
                    <a:pt x="857" y="18"/>
                    <a:pt x="840" y="7"/>
                    <a:pt x="827" y="3"/>
                  </a:cubicBezTo>
                  <a:cubicBezTo>
                    <a:pt x="817" y="0"/>
                    <a:pt x="802" y="1"/>
                    <a:pt x="805" y="15"/>
                  </a:cubicBezTo>
                  <a:cubicBezTo>
                    <a:pt x="812" y="47"/>
                    <a:pt x="823" y="79"/>
                    <a:pt x="836" y="109"/>
                  </a:cubicBezTo>
                  <a:cubicBezTo>
                    <a:pt x="833" y="107"/>
                    <a:pt x="831" y="105"/>
                    <a:pt x="828" y="104"/>
                  </a:cubicBezTo>
                  <a:cubicBezTo>
                    <a:pt x="781" y="80"/>
                    <a:pt x="729" y="66"/>
                    <a:pt x="678" y="54"/>
                  </a:cubicBezTo>
                  <a:cubicBezTo>
                    <a:pt x="602" y="35"/>
                    <a:pt x="526" y="22"/>
                    <a:pt x="448" y="14"/>
                  </a:cubicBezTo>
                  <a:cubicBezTo>
                    <a:pt x="369" y="5"/>
                    <a:pt x="287" y="3"/>
                    <a:pt x="207" y="13"/>
                  </a:cubicBezTo>
                  <a:cubicBezTo>
                    <a:pt x="143" y="21"/>
                    <a:pt x="74" y="38"/>
                    <a:pt x="22" y="80"/>
                  </a:cubicBezTo>
                  <a:cubicBezTo>
                    <a:pt x="21" y="80"/>
                    <a:pt x="20" y="81"/>
                    <a:pt x="19" y="82"/>
                  </a:cubicBezTo>
                  <a:cubicBezTo>
                    <a:pt x="0" y="98"/>
                    <a:pt x="50" y="137"/>
                    <a:pt x="66" y="123"/>
                  </a:cubicBezTo>
                  <a:cubicBezTo>
                    <a:pt x="114" y="82"/>
                    <a:pt x="178" y="66"/>
                    <a:pt x="240" y="58"/>
                  </a:cubicBezTo>
                  <a:cubicBezTo>
                    <a:pt x="315" y="47"/>
                    <a:pt x="392" y="50"/>
                    <a:pt x="468" y="57"/>
                  </a:cubicBezTo>
                  <a:cubicBezTo>
                    <a:pt x="541" y="64"/>
                    <a:pt x="614" y="77"/>
                    <a:pt x="685" y="94"/>
                  </a:cubicBezTo>
                  <a:cubicBezTo>
                    <a:pt x="714" y="101"/>
                    <a:pt x="742" y="109"/>
                    <a:pt x="770" y="118"/>
                  </a:cubicBezTo>
                  <a:cubicBezTo>
                    <a:pt x="795" y="126"/>
                    <a:pt x="806" y="129"/>
                    <a:pt x="825" y="139"/>
                  </a:cubicBezTo>
                  <a:cubicBezTo>
                    <a:pt x="828" y="140"/>
                    <a:pt x="833" y="142"/>
                    <a:pt x="838" y="143"/>
                  </a:cubicBezTo>
                  <a:cubicBezTo>
                    <a:pt x="806" y="150"/>
                    <a:pt x="774" y="159"/>
                    <a:pt x="743" y="169"/>
                  </a:cubicBezTo>
                  <a:cubicBezTo>
                    <a:pt x="730" y="173"/>
                    <a:pt x="746" y="194"/>
                    <a:pt x="751" y="198"/>
                  </a:cubicBezTo>
                  <a:cubicBezTo>
                    <a:pt x="761" y="207"/>
                    <a:pt x="776" y="215"/>
                    <a:pt x="790" y="210"/>
                  </a:cubicBezTo>
                  <a:cubicBezTo>
                    <a:pt x="827" y="198"/>
                    <a:pt x="866" y="189"/>
                    <a:pt x="905" y="182"/>
                  </a:cubicBezTo>
                  <a:cubicBezTo>
                    <a:pt x="915" y="180"/>
                    <a:pt x="917" y="171"/>
                    <a:pt x="912" y="163"/>
                  </a:cubicBez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59298" y="3694990"/>
            <a:ext cx="8723024" cy="3101145"/>
            <a:chOff x="259298" y="3694990"/>
            <a:chExt cx="8723024" cy="3101145"/>
          </a:xfrm>
        </p:grpSpPr>
        <p:grpSp>
          <p:nvGrpSpPr>
            <p:cNvPr id="6" name="Group 5"/>
            <p:cNvGrpSpPr/>
            <p:nvPr/>
          </p:nvGrpSpPr>
          <p:grpSpPr>
            <a:xfrm>
              <a:off x="259298" y="3694990"/>
              <a:ext cx="8723024" cy="2837225"/>
              <a:chOff x="259298" y="3777465"/>
              <a:chExt cx="8723024" cy="2837225"/>
            </a:xfrm>
          </p:grpSpPr>
          <p:pic>
            <p:nvPicPr>
              <p:cNvPr id="54" name="Immagine 7" descr="shadowgraphs.jpg"/>
              <p:cNvPicPr>
                <a:picLocks noChangeAspect="1"/>
              </p:cNvPicPr>
              <p:nvPr/>
            </p:nvPicPr>
            <p:blipFill rotWithShape="1">
              <a:blip r:embed="rId6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8199" r="33775" b="66722"/>
              <a:stretch/>
            </p:blipFill>
            <p:spPr>
              <a:xfrm>
                <a:off x="259298" y="3777465"/>
                <a:ext cx="5233287" cy="2837225"/>
              </a:xfrm>
              <a:prstGeom prst="rect">
                <a:avLst/>
              </a:prstGeom>
            </p:spPr>
          </p:pic>
          <p:pic>
            <p:nvPicPr>
              <p:cNvPr id="55" name="Immagine 40" descr="shadowgraph.png"/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594" r="13934" b="14124"/>
              <a:stretch/>
            </p:blipFill>
            <p:spPr>
              <a:xfrm>
                <a:off x="5472647" y="4157163"/>
                <a:ext cx="3509675" cy="2391547"/>
              </a:xfrm>
              <a:prstGeom prst="rect">
                <a:avLst/>
              </a:prstGeom>
              <a:ln w="9525" cap="sq" cmpd="sng">
                <a:solidFill>
                  <a:srgbClr val="FFFFFF"/>
                </a:solidFill>
                <a:prstDash val="solid"/>
                <a:miter lim="800000"/>
              </a:ln>
              <a:effectLst/>
            </p:spPr>
          </p:pic>
        </p:grpSp>
        <p:sp>
          <p:nvSpPr>
            <p:cNvPr id="63" name="CasellaDiTesto 62"/>
            <p:cNvSpPr txBox="1"/>
            <p:nvPr/>
          </p:nvSpPr>
          <p:spPr>
            <a:xfrm>
              <a:off x="2533835" y="6365248"/>
              <a:ext cx="462568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SzPct val="60000"/>
              </a:pPr>
              <a:r>
                <a:rPr lang="it-IT" sz="2200" b="1" i="1" dirty="0" smtClean="0">
                  <a:solidFill>
                    <a:srgbClr val="FF0000"/>
                  </a:solidFill>
                  <a:latin typeface="Candara"/>
                  <a:cs typeface="Candara"/>
                </a:rPr>
                <a:t>“Garbage in, </a:t>
              </a:r>
              <a:r>
                <a:rPr lang="it-IT" sz="2200" b="1" i="1" dirty="0" err="1" smtClean="0">
                  <a:solidFill>
                    <a:srgbClr val="FF0000"/>
                  </a:solidFill>
                  <a:latin typeface="Candara"/>
                  <a:cs typeface="Candara"/>
                </a:rPr>
                <a:t>garbage</a:t>
              </a:r>
              <a:r>
                <a:rPr lang="it-IT" sz="2200" b="1" i="1" dirty="0" smtClean="0">
                  <a:solidFill>
                    <a:srgbClr val="FF0000"/>
                  </a:solidFill>
                  <a:latin typeface="Candara"/>
                  <a:cs typeface="Candara"/>
                </a:rPr>
                <a:t> out”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971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8" y="531788"/>
            <a:ext cx="253506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6000" b="1" baseline="30000" dirty="0" smtClean="0">
                <a:latin typeface="Candara"/>
                <a:cs typeface="Candara"/>
              </a:rPr>
              <a:t>Occlusions</a:t>
            </a:r>
            <a:endParaRPr lang="it-IT" sz="6000" dirty="0">
              <a:latin typeface="Candara"/>
              <a:cs typeface="Candara"/>
            </a:endParaRPr>
          </a:p>
        </p:txBody>
      </p:sp>
      <p:cxnSp>
        <p:nvCxnSpPr>
          <p:cNvPr id="5" name="Connettore 1 4"/>
          <p:cNvCxnSpPr/>
          <p:nvPr/>
        </p:nvCxnSpPr>
        <p:spPr>
          <a:xfrm>
            <a:off x="259298" y="1239674"/>
            <a:ext cx="8563860" cy="0"/>
          </a:xfrm>
          <a:prstGeom prst="line">
            <a:avLst/>
          </a:prstGeom>
          <a:ln w="1905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/>
          <p:cNvSpPr txBox="1"/>
          <p:nvPr/>
        </p:nvSpPr>
        <p:spPr>
          <a:xfrm>
            <a:off x="259298" y="1388746"/>
            <a:ext cx="85638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ct val="60000"/>
              <a:buFont typeface="Lucida Grande"/>
              <a:buChar char="▶"/>
            </a:pPr>
            <a:r>
              <a:rPr lang="it-IT" sz="2500" i="1" dirty="0" err="1" smtClean="0">
                <a:latin typeface="Candara"/>
                <a:ea typeface="Adobe 고딕 Std B"/>
                <a:cs typeface="Candara"/>
              </a:rPr>
              <a:t>M</a:t>
            </a:r>
            <a:r>
              <a:rPr lang="it-IT" sz="2500" dirty="0" err="1" smtClean="0">
                <a:latin typeface="Candara"/>
                <a:ea typeface="Adobe 고딕 Std B"/>
                <a:cs typeface="Candara"/>
              </a:rPr>
              <a:t>ake</a:t>
            </a:r>
            <a:r>
              <a:rPr lang="it-IT" sz="2500" dirty="0" smtClean="0">
                <a:latin typeface="Candara"/>
                <a:ea typeface="Adobe 고딕 Std B"/>
                <a:cs typeface="Candara"/>
              </a:rPr>
              <a:t> </a:t>
            </a:r>
            <a:r>
              <a:rPr lang="it-IT" sz="2500" dirty="0" err="1" smtClean="0">
                <a:latin typeface="Candara"/>
                <a:ea typeface="Adobe 고딕 Std B"/>
                <a:cs typeface="Candara"/>
              </a:rPr>
              <a:t>silhouettes</a:t>
            </a:r>
            <a:r>
              <a:rPr lang="it-IT" sz="2500" dirty="0" smtClean="0">
                <a:latin typeface="Candara"/>
                <a:ea typeface="Adobe 고딕 Std B"/>
                <a:cs typeface="Candara"/>
              </a:rPr>
              <a:t> </a:t>
            </a:r>
            <a:r>
              <a:rPr lang="it-IT" sz="2500" dirty="0" err="1" smtClean="0">
                <a:latin typeface="Candara"/>
                <a:ea typeface="Adobe 고딕 Std B"/>
                <a:cs typeface="Candara"/>
              </a:rPr>
              <a:t>less</a:t>
            </a:r>
            <a:r>
              <a:rPr lang="it-IT" sz="2500" dirty="0" smtClean="0">
                <a:latin typeface="Candara"/>
                <a:ea typeface="Adobe 고딕 Std B"/>
                <a:cs typeface="Candara"/>
              </a:rPr>
              <a:t> evocative</a:t>
            </a:r>
          </a:p>
        </p:txBody>
      </p:sp>
      <p:pic>
        <p:nvPicPr>
          <p:cNvPr id="8" name="Immagine 7" descr="Schermata 09-2457292 alle 17.06.2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327" y="2093128"/>
            <a:ext cx="2403398" cy="4688103"/>
          </a:xfrm>
          <a:prstGeom prst="rect">
            <a:avLst/>
          </a:prstGeom>
        </p:spPr>
      </p:pic>
      <p:pic>
        <p:nvPicPr>
          <p:cNvPr id="9" name="Immagine 8" descr="eight_front_shadow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962" y="2159902"/>
            <a:ext cx="2107475" cy="4521604"/>
          </a:xfrm>
          <a:prstGeom prst="rect">
            <a:avLst/>
          </a:prstGeom>
        </p:spPr>
      </p:pic>
      <p:sp>
        <p:nvSpPr>
          <p:cNvPr id="10" name="Freeform 17"/>
          <p:cNvSpPr>
            <a:spLocks noChangeAspect="1"/>
          </p:cNvSpPr>
          <p:nvPr/>
        </p:nvSpPr>
        <p:spPr bwMode="auto">
          <a:xfrm>
            <a:off x="3833015" y="4283989"/>
            <a:ext cx="1463548" cy="455613"/>
          </a:xfrm>
          <a:custGeom>
            <a:avLst/>
            <a:gdLst>
              <a:gd name="T0" fmla="*/ 912 w 917"/>
              <a:gd name="T1" fmla="*/ 163 h 215"/>
              <a:gd name="T2" fmla="*/ 860 w 917"/>
              <a:gd name="T3" fmla="*/ 32 h 215"/>
              <a:gd name="T4" fmla="*/ 827 w 917"/>
              <a:gd name="T5" fmla="*/ 3 h 215"/>
              <a:gd name="T6" fmla="*/ 805 w 917"/>
              <a:gd name="T7" fmla="*/ 15 h 215"/>
              <a:gd name="T8" fmla="*/ 836 w 917"/>
              <a:gd name="T9" fmla="*/ 109 h 215"/>
              <a:gd name="T10" fmla="*/ 828 w 917"/>
              <a:gd name="T11" fmla="*/ 104 h 215"/>
              <a:gd name="T12" fmla="*/ 678 w 917"/>
              <a:gd name="T13" fmla="*/ 54 h 215"/>
              <a:gd name="T14" fmla="*/ 448 w 917"/>
              <a:gd name="T15" fmla="*/ 14 h 215"/>
              <a:gd name="T16" fmla="*/ 207 w 917"/>
              <a:gd name="T17" fmla="*/ 13 h 215"/>
              <a:gd name="T18" fmla="*/ 22 w 917"/>
              <a:gd name="T19" fmla="*/ 80 h 215"/>
              <a:gd name="T20" fmla="*/ 19 w 917"/>
              <a:gd name="T21" fmla="*/ 82 h 215"/>
              <a:gd name="T22" fmla="*/ 66 w 917"/>
              <a:gd name="T23" fmla="*/ 123 h 215"/>
              <a:gd name="T24" fmla="*/ 240 w 917"/>
              <a:gd name="T25" fmla="*/ 58 h 215"/>
              <a:gd name="T26" fmla="*/ 468 w 917"/>
              <a:gd name="T27" fmla="*/ 57 h 215"/>
              <a:gd name="T28" fmla="*/ 685 w 917"/>
              <a:gd name="T29" fmla="*/ 94 h 215"/>
              <a:gd name="T30" fmla="*/ 770 w 917"/>
              <a:gd name="T31" fmla="*/ 118 h 215"/>
              <a:gd name="T32" fmla="*/ 825 w 917"/>
              <a:gd name="T33" fmla="*/ 139 h 215"/>
              <a:gd name="T34" fmla="*/ 838 w 917"/>
              <a:gd name="T35" fmla="*/ 143 h 215"/>
              <a:gd name="T36" fmla="*/ 743 w 917"/>
              <a:gd name="T37" fmla="*/ 169 h 215"/>
              <a:gd name="T38" fmla="*/ 751 w 917"/>
              <a:gd name="T39" fmla="*/ 198 h 215"/>
              <a:gd name="T40" fmla="*/ 790 w 917"/>
              <a:gd name="T41" fmla="*/ 210 h 215"/>
              <a:gd name="T42" fmla="*/ 905 w 917"/>
              <a:gd name="T43" fmla="*/ 182 h 215"/>
              <a:gd name="T44" fmla="*/ 912 w 917"/>
              <a:gd name="T45" fmla="*/ 163 h 2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917" h="215">
                <a:moveTo>
                  <a:pt x="912" y="163"/>
                </a:moveTo>
                <a:cubicBezTo>
                  <a:pt x="887" y="123"/>
                  <a:pt x="870" y="78"/>
                  <a:pt x="860" y="32"/>
                </a:cubicBezTo>
                <a:cubicBezTo>
                  <a:pt x="857" y="18"/>
                  <a:pt x="840" y="7"/>
                  <a:pt x="827" y="3"/>
                </a:cubicBezTo>
                <a:cubicBezTo>
                  <a:pt x="817" y="0"/>
                  <a:pt x="802" y="1"/>
                  <a:pt x="805" y="15"/>
                </a:cubicBezTo>
                <a:cubicBezTo>
                  <a:pt x="812" y="47"/>
                  <a:pt x="823" y="79"/>
                  <a:pt x="836" y="109"/>
                </a:cubicBezTo>
                <a:cubicBezTo>
                  <a:pt x="833" y="107"/>
                  <a:pt x="831" y="105"/>
                  <a:pt x="828" y="104"/>
                </a:cubicBezTo>
                <a:cubicBezTo>
                  <a:pt x="781" y="80"/>
                  <a:pt x="729" y="66"/>
                  <a:pt x="678" y="54"/>
                </a:cubicBezTo>
                <a:cubicBezTo>
                  <a:pt x="602" y="35"/>
                  <a:pt x="526" y="22"/>
                  <a:pt x="448" y="14"/>
                </a:cubicBezTo>
                <a:cubicBezTo>
                  <a:pt x="369" y="5"/>
                  <a:pt x="287" y="3"/>
                  <a:pt x="207" y="13"/>
                </a:cubicBezTo>
                <a:cubicBezTo>
                  <a:pt x="143" y="21"/>
                  <a:pt x="74" y="38"/>
                  <a:pt x="22" y="80"/>
                </a:cubicBezTo>
                <a:cubicBezTo>
                  <a:pt x="21" y="80"/>
                  <a:pt x="20" y="81"/>
                  <a:pt x="19" y="82"/>
                </a:cubicBezTo>
                <a:cubicBezTo>
                  <a:pt x="0" y="98"/>
                  <a:pt x="50" y="137"/>
                  <a:pt x="66" y="123"/>
                </a:cubicBezTo>
                <a:cubicBezTo>
                  <a:pt x="114" y="82"/>
                  <a:pt x="178" y="66"/>
                  <a:pt x="240" y="58"/>
                </a:cubicBezTo>
                <a:cubicBezTo>
                  <a:pt x="315" y="47"/>
                  <a:pt x="392" y="50"/>
                  <a:pt x="468" y="57"/>
                </a:cubicBezTo>
                <a:cubicBezTo>
                  <a:pt x="541" y="64"/>
                  <a:pt x="614" y="77"/>
                  <a:pt x="685" y="94"/>
                </a:cubicBezTo>
                <a:cubicBezTo>
                  <a:pt x="714" y="101"/>
                  <a:pt x="742" y="109"/>
                  <a:pt x="770" y="118"/>
                </a:cubicBezTo>
                <a:cubicBezTo>
                  <a:pt x="795" y="126"/>
                  <a:pt x="806" y="129"/>
                  <a:pt x="825" y="139"/>
                </a:cubicBezTo>
                <a:cubicBezTo>
                  <a:pt x="828" y="140"/>
                  <a:pt x="833" y="142"/>
                  <a:pt x="838" y="143"/>
                </a:cubicBezTo>
                <a:cubicBezTo>
                  <a:pt x="806" y="150"/>
                  <a:pt x="774" y="159"/>
                  <a:pt x="743" y="169"/>
                </a:cubicBezTo>
                <a:cubicBezTo>
                  <a:pt x="730" y="173"/>
                  <a:pt x="746" y="194"/>
                  <a:pt x="751" y="198"/>
                </a:cubicBezTo>
                <a:cubicBezTo>
                  <a:pt x="761" y="207"/>
                  <a:pt x="776" y="215"/>
                  <a:pt x="790" y="210"/>
                </a:cubicBezTo>
                <a:cubicBezTo>
                  <a:pt x="827" y="198"/>
                  <a:pt x="866" y="189"/>
                  <a:pt x="905" y="182"/>
                </a:cubicBezTo>
                <a:cubicBezTo>
                  <a:pt x="915" y="180"/>
                  <a:pt x="917" y="171"/>
                  <a:pt x="912" y="163"/>
                </a:cubicBez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70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8" y="531788"/>
            <a:ext cx="253506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6000" b="1" baseline="30000" dirty="0" smtClean="0">
                <a:latin typeface="Candara"/>
                <a:cs typeface="Candara"/>
              </a:rPr>
              <a:t>Occlusions</a:t>
            </a:r>
            <a:endParaRPr lang="it-IT" sz="6000" dirty="0">
              <a:latin typeface="Candara"/>
              <a:cs typeface="Candara"/>
            </a:endParaRPr>
          </a:p>
        </p:txBody>
      </p:sp>
      <p:cxnSp>
        <p:nvCxnSpPr>
          <p:cNvPr id="5" name="Connettore 1 4"/>
          <p:cNvCxnSpPr/>
          <p:nvPr/>
        </p:nvCxnSpPr>
        <p:spPr>
          <a:xfrm>
            <a:off x="259298" y="1239674"/>
            <a:ext cx="8563860" cy="0"/>
          </a:xfrm>
          <a:prstGeom prst="line">
            <a:avLst/>
          </a:prstGeom>
          <a:ln w="1905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/>
          <p:cNvSpPr txBox="1"/>
          <p:nvPr/>
        </p:nvSpPr>
        <p:spPr>
          <a:xfrm>
            <a:off x="259298" y="1388746"/>
            <a:ext cx="85638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ct val="60000"/>
              <a:buFont typeface="Lucida Grande"/>
              <a:buChar char="▶"/>
            </a:pPr>
            <a:r>
              <a:rPr lang="it-IT" sz="2500" i="1" dirty="0" err="1">
                <a:latin typeface="Candara"/>
                <a:ea typeface="Adobe 고딕 Std B"/>
                <a:cs typeface="Candara"/>
              </a:rPr>
              <a:t>M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ake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silhouettes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less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evocative</a:t>
            </a:r>
          </a:p>
        </p:txBody>
      </p:sp>
      <p:pic>
        <p:nvPicPr>
          <p:cNvPr id="20" name="Immagine 19" descr="Schermata 09-2457292 alle 17.06.03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388015" y="2051721"/>
            <a:ext cx="2786110" cy="4716000"/>
          </a:xfrm>
          <a:prstGeom prst="rect">
            <a:avLst/>
          </a:prstGeom>
        </p:spPr>
      </p:pic>
      <p:pic>
        <p:nvPicPr>
          <p:cNvPr id="21" name="Immagine 20" descr="nasty_w_noocclusions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6563" y="2136399"/>
            <a:ext cx="2218765" cy="4536000"/>
          </a:xfrm>
          <a:prstGeom prst="rect">
            <a:avLst/>
          </a:prstGeom>
        </p:spPr>
      </p:pic>
      <p:pic>
        <p:nvPicPr>
          <p:cNvPr id="3" name="Immagine 2" descr="known_memes_drawn_by_me_part_1_by_zcoogerchannel-d4wek70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233" y="5603796"/>
            <a:ext cx="1557279" cy="1497384"/>
          </a:xfrm>
          <a:prstGeom prst="rect">
            <a:avLst/>
          </a:prstGeom>
        </p:spPr>
      </p:pic>
      <p:grpSp>
        <p:nvGrpSpPr>
          <p:cNvPr id="23" name="Gruppo 22"/>
          <p:cNvGrpSpPr/>
          <p:nvPr/>
        </p:nvGrpSpPr>
        <p:grpSpPr>
          <a:xfrm>
            <a:off x="685410" y="3908753"/>
            <a:ext cx="716117" cy="982234"/>
            <a:chOff x="4161584" y="1675237"/>
            <a:chExt cx="876624" cy="1202387"/>
          </a:xfrm>
        </p:grpSpPr>
        <p:sp>
          <p:nvSpPr>
            <p:cNvPr id="24" name="Freccia circolare a destra 23"/>
            <p:cNvSpPr/>
            <p:nvPr/>
          </p:nvSpPr>
          <p:spPr>
            <a:xfrm>
              <a:off x="4161584" y="1964420"/>
              <a:ext cx="876624" cy="729539"/>
            </a:xfrm>
            <a:prstGeom prst="curvedRightArrow">
              <a:avLst>
                <a:gd name="adj1" fmla="val 20887"/>
                <a:gd name="adj2" fmla="val 50000"/>
                <a:gd name="adj3" fmla="val 25000"/>
              </a:avLst>
            </a:prstGeom>
            <a:solidFill>
              <a:schemeClr val="bg1">
                <a:lumMod val="75000"/>
              </a:schemeClr>
            </a:solidFill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cxnSp>
          <p:nvCxnSpPr>
            <p:cNvPr id="25" name="Connettore 1 24"/>
            <p:cNvCxnSpPr/>
            <p:nvPr/>
          </p:nvCxnSpPr>
          <p:spPr>
            <a:xfrm flipV="1">
              <a:off x="4628901" y="1675237"/>
              <a:ext cx="0" cy="743048"/>
            </a:xfrm>
            <a:prstGeom prst="line">
              <a:avLst/>
            </a:prstGeom>
            <a:ln w="38100" cmpd="sng">
              <a:solidFill>
                <a:schemeClr val="tx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1 25"/>
            <p:cNvCxnSpPr/>
            <p:nvPr/>
          </p:nvCxnSpPr>
          <p:spPr>
            <a:xfrm flipV="1">
              <a:off x="4627083" y="2570686"/>
              <a:ext cx="0" cy="306938"/>
            </a:xfrm>
            <a:prstGeom prst="line">
              <a:avLst/>
            </a:prstGeom>
            <a:ln w="38100" cmpd="sng">
              <a:solidFill>
                <a:schemeClr val="tx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uppo 27"/>
          <p:cNvGrpSpPr/>
          <p:nvPr/>
        </p:nvGrpSpPr>
        <p:grpSpPr>
          <a:xfrm>
            <a:off x="3928563" y="3877739"/>
            <a:ext cx="1368000" cy="861774"/>
            <a:chOff x="3928563" y="3877739"/>
            <a:chExt cx="1368000" cy="861774"/>
          </a:xfrm>
        </p:grpSpPr>
        <p:sp>
          <p:nvSpPr>
            <p:cNvPr id="27" name="Freeform 17"/>
            <p:cNvSpPr>
              <a:spLocks noChangeAspect="1"/>
            </p:cNvSpPr>
            <p:nvPr/>
          </p:nvSpPr>
          <p:spPr bwMode="auto">
            <a:xfrm>
              <a:off x="3928563" y="4283990"/>
              <a:ext cx="1368000" cy="425868"/>
            </a:xfrm>
            <a:custGeom>
              <a:avLst/>
              <a:gdLst>
                <a:gd name="T0" fmla="*/ 912 w 917"/>
                <a:gd name="T1" fmla="*/ 163 h 215"/>
                <a:gd name="T2" fmla="*/ 860 w 917"/>
                <a:gd name="T3" fmla="*/ 32 h 215"/>
                <a:gd name="T4" fmla="*/ 827 w 917"/>
                <a:gd name="T5" fmla="*/ 3 h 215"/>
                <a:gd name="T6" fmla="*/ 805 w 917"/>
                <a:gd name="T7" fmla="*/ 15 h 215"/>
                <a:gd name="T8" fmla="*/ 836 w 917"/>
                <a:gd name="T9" fmla="*/ 109 h 215"/>
                <a:gd name="T10" fmla="*/ 828 w 917"/>
                <a:gd name="T11" fmla="*/ 104 h 215"/>
                <a:gd name="T12" fmla="*/ 678 w 917"/>
                <a:gd name="T13" fmla="*/ 54 h 215"/>
                <a:gd name="T14" fmla="*/ 448 w 917"/>
                <a:gd name="T15" fmla="*/ 14 h 215"/>
                <a:gd name="T16" fmla="*/ 207 w 917"/>
                <a:gd name="T17" fmla="*/ 13 h 215"/>
                <a:gd name="T18" fmla="*/ 22 w 917"/>
                <a:gd name="T19" fmla="*/ 80 h 215"/>
                <a:gd name="T20" fmla="*/ 19 w 917"/>
                <a:gd name="T21" fmla="*/ 82 h 215"/>
                <a:gd name="T22" fmla="*/ 66 w 917"/>
                <a:gd name="T23" fmla="*/ 123 h 215"/>
                <a:gd name="T24" fmla="*/ 240 w 917"/>
                <a:gd name="T25" fmla="*/ 58 h 215"/>
                <a:gd name="T26" fmla="*/ 468 w 917"/>
                <a:gd name="T27" fmla="*/ 57 h 215"/>
                <a:gd name="T28" fmla="*/ 685 w 917"/>
                <a:gd name="T29" fmla="*/ 94 h 215"/>
                <a:gd name="T30" fmla="*/ 770 w 917"/>
                <a:gd name="T31" fmla="*/ 118 h 215"/>
                <a:gd name="T32" fmla="*/ 825 w 917"/>
                <a:gd name="T33" fmla="*/ 139 h 215"/>
                <a:gd name="T34" fmla="*/ 838 w 917"/>
                <a:gd name="T35" fmla="*/ 143 h 215"/>
                <a:gd name="T36" fmla="*/ 743 w 917"/>
                <a:gd name="T37" fmla="*/ 169 h 215"/>
                <a:gd name="T38" fmla="*/ 751 w 917"/>
                <a:gd name="T39" fmla="*/ 198 h 215"/>
                <a:gd name="T40" fmla="*/ 790 w 917"/>
                <a:gd name="T41" fmla="*/ 210 h 215"/>
                <a:gd name="T42" fmla="*/ 905 w 917"/>
                <a:gd name="T43" fmla="*/ 182 h 215"/>
                <a:gd name="T44" fmla="*/ 912 w 917"/>
                <a:gd name="T45" fmla="*/ 163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17" h="215">
                  <a:moveTo>
                    <a:pt x="912" y="163"/>
                  </a:moveTo>
                  <a:cubicBezTo>
                    <a:pt x="887" y="123"/>
                    <a:pt x="870" y="78"/>
                    <a:pt x="860" y="32"/>
                  </a:cubicBezTo>
                  <a:cubicBezTo>
                    <a:pt x="857" y="18"/>
                    <a:pt x="840" y="7"/>
                    <a:pt x="827" y="3"/>
                  </a:cubicBezTo>
                  <a:cubicBezTo>
                    <a:pt x="817" y="0"/>
                    <a:pt x="802" y="1"/>
                    <a:pt x="805" y="15"/>
                  </a:cubicBezTo>
                  <a:cubicBezTo>
                    <a:pt x="812" y="47"/>
                    <a:pt x="823" y="79"/>
                    <a:pt x="836" y="109"/>
                  </a:cubicBezTo>
                  <a:cubicBezTo>
                    <a:pt x="833" y="107"/>
                    <a:pt x="831" y="105"/>
                    <a:pt x="828" y="104"/>
                  </a:cubicBezTo>
                  <a:cubicBezTo>
                    <a:pt x="781" y="80"/>
                    <a:pt x="729" y="66"/>
                    <a:pt x="678" y="54"/>
                  </a:cubicBezTo>
                  <a:cubicBezTo>
                    <a:pt x="602" y="35"/>
                    <a:pt x="526" y="22"/>
                    <a:pt x="448" y="14"/>
                  </a:cubicBezTo>
                  <a:cubicBezTo>
                    <a:pt x="369" y="5"/>
                    <a:pt x="287" y="3"/>
                    <a:pt x="207" y="13"/>
                  </a:cubicBezTo>
                  <a:cubicBezTo>
                    <a:pt x="143" y="21"/>
                    <a:pt x="74" y="38"/>
                    <a:pt x="22" y="80"/>
                  </a:cubicBezTo>
                  <a:cubicBezTo>
                    <a:pt x="21" y="80"/>
                    <a:pt x="20" y="81"/>
                    <a:pt x="19" y="82"/>
                  </a:cubicBezTo>
                  <a:cubicBezTo>
                    <a:pt x="0" y="98"/>
                    <a:pt x="50" y="137"/>
                    <a:pt x="66" y="123"/>
                  </a:cubicBezTo>
                  <a:cubicBezTo>
                    <a:pt x="114" y="82"/>
                    <a:pt x="178" y="66"/>
                    <a:pt x="240" y="58"/>
                  </a:cubicBezTo>
                  <a:cubicBezTo>
                    <a:pt x="315" y="47"/>
                    <a:pt x="392" y="50"/>
                    <a:pt x="468" y="57"/>
                  </a:cubicBezTo>
                  <a:cubicBezTo>
                    <a:pt x="541" y="64"/>
                    <a:pt x="614" y="77"/>
                    <a:pt x="685" y="94"/>
                  </a:cubicBezTo>
                  <a:cubicBezTo>
                    <a:pt x="714" y="101"/>
                    <a:pt x="742" y="109"/>
                    <a:pt x="770" y="118"/>
                  </a:cubicBezTo>
                  <a:cubicBezTo>
                    <a:pt x="795" y="126"/>
                    <a:pt x="806" y="129"/>
                    <a:pt x="825" y="139"/>
                  </a:cubicBezTo>
                  <a:cubicBezTo>
                    <a:pt x="828" y="140"/>
                    <a:pt x="833" y="142"/>
                    <a:pt x="838" y="143"/>
                  </a:cubicBezTo>
                  <a:cubicBezTo>
                    <a:pt x="806" y="150"/>
                    <a:pt x="774" y="159"/>
                    <a:pt x="743" y="169"/>
                  </a:cubicBezTo>
                  <a:cubicBezTo>
                    <a:pt x="730" y="173"/>
                    <a:pt x="746" y="194"/>
                    <a:pt x="751" y="198"/>
                  </a:cubicBezTo>
                  <a:cubicBezTo>
                    <a:pt x="761" y="207"/>
                    <a:pt x="776" y="215"/>
                    <a:pt x="790" y="210"/>
                  </a:cubicBezTo>
                  <a:cubicBezTo>
                    <a:pt x="827" y="198"/>
                    <a:pt x="866" y="189"/>
                    <a:pt x="905" y="182"/>
                  </a:cubicBezTo>
                  <a:cubicBezTo>
                    <a:pt x="915" y="180"/>
                    <a:pt x="917" y="171"/>
                    <a:pt x="912" y="163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CasellaDiTesto 5"/>
            <p:cNvSpPr txBox="1"/>
            <p:nvPr/>
          </p:nvSpPr>
          <p:spPr>
            <a:xfrm>
              <a:off x="4295733" y="3877739"/>
              <a:ext cx="569387" cy="86177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sz="5000" b="1" dirty="0" smtClean="0">
                  <a:solidFill>
                    <a:srgbClr val="FF0000"/>
                  </a:solidFill>
                  <a:latin typeface="Zapf Dingbats"/>
                  <a:ea typeface="Zapf Dingbats"/>
                  <a:cs typeface="Zapf Dingbats"/>
                  <a:sym typeface="Zapf Dingbats"/>
                </a:rPr>
                <a:t>✗</a:t>
              </a:r>
              <a:endParaRPr lang="it-IT" sz="50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0827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nasty_w_occlusions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6561" y="2136399"/>
            <a:ext cx="2218767" cy="4536000"/>
          </a:xfrm>
          <a:prstGeom prst="rect">
            <a:avLst/>
          </a:prstGeom>
        </p:spPr>
      </p:pic>
      <p:sp>
        <p:nvSpPr>
          <p:cNvPr id="4" name="Rettangolo 3"/>
          <p:cNvSpPr/>
          <p:nvPr/>
        </p:nvSpPr>
        <p:spPr>
          <a:xfrm>
            <a:off x="259298" y="531788"/>
            <a:ext cx="253506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6000" b="1" baseline="30000" dirty="0" smtClean="0">
                <a:latin typeface="Candara"/>
                <a:cs typeface="Candara"/>
              </a:rPr>
              <a:t>Occlusions</a:t>
            </a:r>
            <a:endParaRPr lang="it-IT" sz="6000" dirty="0">
              <a:latin typeface="Candara"/>
              <a:cs typeface="Candara"/>
            </a:endParaRPr>
          </a:p>
        </p:txBody>
      </p:sp>
      <p:cxnSp>
        <p:nvCxnSpPr>
          <p:cNvPr id="5" name="Connettore 1 4"/>
          <p:cNvCxnSpPr/>
          <p:nvPr/>
        </p:nvCxnSpPr>
        <p:spPr>
          <a:xfrm>
            <a:off x="259298" y="1239674"/>
            <a:ext cx="8563860" cy="0"/>
          </a:xfrm>
          <a:prstGeom prst="line">
            <a:avLst/>
          </a:prstGeom>
          <a:ln w="1905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/>
          <p:cNvSpPr txBox="1"/>
          <p:nvPr/>
        </p:nvSpPr>
        <p:spPr>
          <a:xfrm>
            <a:off x="259298" y="1388746"/>
            <a:ext cx="85638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ct val="60000"/>
              <a:buFont typeface="Lucida Grande"/>
              <a:buChar char="▶"/>
            </a:pPr>
            <a:r>
              <a:rPr lang="it-IT" sz="2500" i="1" dirty="0" err="1">
                <a:latin typeface="Candara"/>
                <a:ea typeface="Adobe 고딕 Std B"/>
                <a:cs typeface="Candara"/>
              </a:rPr>
              <a:t>M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ake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silhouettes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less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evocative</a:t>
            </a:r>
          </a:p>
        </p:txBody>
      </p:sp>
      <p:pic>
        <p:nvPicPr>
          <p:cNvPr id="20" name="Immagine 19" descr="Schermata 09-2457292 alle 17.06.03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388015" y="2051721"/>
            <a:ext cx="2786110" cy="4716000"/>
          </a:xfrm>
          <a:prstGeom prst="rect">
            <a:avLst/>
          </a:prstGeom>
        </p:spPr>
      </p:pic>
      <p:pic>
        <p:nvPicPr>
          <p:cNvPr id="3" name="Immagine 2" descr="known_memes_drawn_by_me_part_1_by_zcoogerchannel-d4wek70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233" y="5603796"/>
            <a:ext cx="1557279" cy="1497384"/>
          </a:xfrm>
          <a:prstGeom prst="rect">
            <a:avLst/>
          </a:prstGeom>
        </p:spPr>
      </p:pic>
      <p:grpSp>
        <p:nvGrpSpPr>
          <p:cNvPr id="23" name="Gruppo 22"/>
          <p:cNvGrpSpPr/>
          <p:nvPr/>
        </p:nvGrpSpPr>
        <p:grpSpPr>
          <a:xfrm>
            <a:off x="685410" y="3908753"/>
            <a:ext cx="716117" cy="982234"/>
            <a:chOff x="4161584" y="1675237"/>
            <a:chExt cx="876624" cy="1202387"/>
          </a:xfrm>
        </p:grpSpPr>
        <p:sp>
          <p:nvSpPr>
            <p:cNvPr id="24" name="Freccia circolare a destra 23"/>
            <p:cNvSpPr/>
            <p:nvPr/>
          </p:nvSpPr>
          <p:spPr>
            <a:xfrm>
              <a:off x="4161584" y="1964420"/>
              <a:ext cx="876624" cy="729539"/>
            </a:xfrm>
            <a:prstGeom prst="curvedRightArrow">
              <a:avLst>
                <a:gd name="adj1" fmla="val 20887"/>
                <a:gd name="adj2" fmla="val 50000"/>
                <a:gd name="adj3" fmla="val 25000"/>
              </a:avLst>
            </a:prstGeom>
            <a:solidFill>
              <a:schemeClr val="bg1">
                <a:lumMod val="75000"/>
              </a:schemeClr>
            </a:solidFill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cxnSp>
          <p:nvCxnSpPr>
            <p:cNvPr id="25" name="Connettore 1 24"/>
            <p:cNvCxnSpPr/>
            <p:nvPr/>
          </p:nvCxnSpPr>
          <p:spPr>
            <a:xfrm flipV="1">
              <a:off x="4628901" y="1675237"/>
              <a:ext cx="0" cy="743048"/>
            </a:xfrm>
            <a:prstGeom prst="line">
              <a:avLst/>
            </a:prstGeom>
            <a:ln w="38100" cmpd="sng">
              <a:solidFill>
                <a:schemeClr val="tx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1 25"/>
            <p:cNvCxnSpPr/>
            <p:nvPr/>
          </p:nvCxnSpPr>
          <p:spPr>
            <a:xfrm flipV="1">
              <a:off x="4627083" y="2570686"/>
              <a:ext cx="0" cy="306938"/>
            </a:xfrm>
            <a:prstGeom prst="line">
              <a:avLst/>
            </a:prstGeom>
            <a:ln w="38100" cmpd="sng">
              <a:solidFill>
                <a:schemeClr val="tx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Connettore 1 11"/>
          <p:cNvCxnSpPr/>
          <p:nvPr/>
        </p:nvCxnSpPr>
        <p:spPr>
          <a:xfrm flipV="1">
            <a:off x="6580167" y="2269675"/>
            <a:ext cx="1020066" cy="1202388"/>
          </a:xfrm>
          <a:prstGeom prst="line">
            <a:avLst/>
          </a:prstGeom>
          <a:ln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/>
          <p:cNvSpPr txBox="1"/>
          <p:nvPr/>
        </p:nvSpPr>
        <p:spPr>
          <a:xfrm>
            <a:off x="7284325" y="1753642"/>
            <a:ext cx="16312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SzPct val="60000"/>
            </a:pPr>
            <a:r>
              <a:rPr lang="it-IT" sz="2000" b="1" dirty="0" smtClean="0">
                <a:latin typeface="Candara"/>
                <a:ea typeface="Adobe 고딕 Std B"/>
                <a:cs typeface="Candara"/>
              </a:rPr>
              <a:t>OCCLUSIONS</a:t>
            </a:r>
          </a:p>
          <a:p>
            <a:pPr algn="ctr">
              <a:buSzPct val="60000"/>
            </a:pPr>
            <a:r>
              <a:rPr lang="it-IT" sz="2000" b="1" dirty="0">
                <a:latin typeface="Candara"/>
                <a:ea typeface="Adobe 고딕 Std B"/>
                <a:cs typeface="Candara"/>
              </a:rPr>
              <a:t>&lt; 5</a:t>
            </a:r>
            <a:r>
              <a:rPr lang="it-IT" sz="2000" b="1" dirty="0" smtClean="0">
                <a:latin typeface="Candara"/>
                <a:ea typeface="Adobe 고딕 Std B"/>
                <a:cs typeface="Candara"/>
              </a:rPr>
              <a:t>%</a:t>
            </a:r>
            <a:endParaRPr lang="it-IT" sz="2000" b="1" dirty="0">
              <a:latin typeface="Candara"/>
              <a:ea typeface="Adobe 고딕 Std B"/>
              <a:cs typeface="Candara"/>
            </a:endParaRPr>
          </a:p>
        </p:txBody>
      </p:sp>
      <p:grpSp>
        <p:nvGrpSpPr>
          <p:cNvPr id="28" name="Gruppo 27"/>
          <p:cNvGrpSpPr/>
          <p:nvPr/>
        </p:nvGrpSpPr>
        <p:grpSpPr>
          <a:xfrm>
            <a:off x="3928563" y="3877739"/>
            <a:ext cx="1368000" cy="861774"/>
            <a:chOff x="3928563" y="3877739"/>
            <a:chExt cx="1368000" cy="861774"/>
          </a:xfrm>
        </p:grpSpPr>
        <p:sp>
          <p:nvSpPr>
            <p:cNvPr id="29" name="Freeform 17"/>
            <p:cNvSpPr>
              <a:spLocks noChangeAspect="1"/>
            </p:cNvSpPr>
            <p:nvPr/>
          </p:nvSpPr>
          <p:spPr bwMode="auto">
            <a:xfrm>
              <a:off x="3928563" y="4283990"/>
              <a:ext cx="1368000" cy="425868"/>
            </a:xfrm>
            <a:custGeom>
              <a:avLst/>
              <a:gdLst>
                <a:gd name="T0" fmla="*/ 912 w 917"/>
                <a:gd name="T1" fmla="*/ 163 h 215"/>
                <a:gd name="T2" fmla="*/ 860 w 917"/>
                <a:gd name="T3" fmla="*/ 32 h 215"/>
                <a:gd name="T4" fmla="*/ 827 w 917"/>
                <a:gd name="T5" fmla="*/ 3 h 215"/>
                <a:gd name="T6" fmla="*/ 805 w 917"/>
                <a:gd name="T7" fmla="*/ 15 h 215"/>
                <a:gd name="T8" fmla="*/ 836 w 917"/>
                <a:gd name="T9" fmla="*/ 109 h 215"/>
                <a:gd name="T10" fmla="*/ 828 w 917"/>
                <a:gd name="T11" fmla="*/ 104 h 215"/>
                <a:gd name="T12" fmla="*/ 678 w 917"/>
                <a:gd name="T13" fmla="*/ 54 h 215"/>
                <a:gd name="T14" fmla="*/ 448 w 917"/>
                <a:gd name="T15" fmla="*/ 14 h 215"/>
                <a:gd name="T16" fmla="*/ 207 w 917"/>
                <a:gd name="T17" fmla="*/ 13 h 215"/>
                <a:gd name="T18" fmla="*/ 22 w 917"/>
                <a:gd name="T19" fmla="*/ 80 h 215"/>
                <a:gd name="T20" fmla="*/ 19 w 917"/>
                <a:gd name="T21" fmla="*/ 82 h 215"/>
                <a:gd name="T22" fmla="*/ 66 w 917"/>
                <a:gd name="T23" fmla="*/ 123 h 215"/>
                <a:gd name="T24" fmla="*/ 240 w 917"/>
                <a:gd name="T25" fmla="*/ 58 h 215"/>
                <a:gd name="T26" fmla="*/ 468 w 917"/>
                <a:gd name="T27" fmla="*/ 57 h 215"/>
                <a:gd name="T28" fmla="*/ 685 w 917"/>
                <a:gd name="T29" fmla="*/ 94 h 215"/>
                <a:gd name="T30" fmla="*/ 770 w 917"/>
                <a:gd name="T31" fmla="*/ 118 h 215"/>
                <a:gd name="T32" fmla="*/ 825 w 917"/>
                <a:gd name="T33" fmla="*/ 139 h 215"/>
                <a:gd name="T34" fmla="*/ 838 w 917"/>
                <a:gd name="T35" fmla="*/ 143 h 215"/>
                <a:gd name="T36" fmla="*/ 743 w 917"/>
                <a:gd name="T37" fmla="*/ 169 h 215"/>
                <a:gd name="T38" fmla="*/ 751 w 917"/>
                <a:gd name="T39" fmla="*/ 198 h 215"/>
                <a:gd name="T40" fmla="*/ 790 w 917"/>
                <a:gd name="T41" fmla="*/ 210 h 215"/>
                <a:gd name="T42" fmla="*/ 905 w 917"/>
                <a:gd name="T43" fmla="*/ 182 h 215"/>
                <a:gd name="T44" fmla="*/ 912 w 917"/>
                <a:gd name="T45" fmla="*/ 163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17" h="215">
                  <a:moveTo>
                    <a:pt x="912" y="163"/>
                  </a:moveTo>
                  <a:cubicBezTo>
                    <a:pt x="887" y="123"/>
                    <a:pt x="870" y="78"/>
                    <a:pt x="860" y="32"/>
                  </a:cubicBezTo>
                  <a:cubicBezTo>
                    <a:pt x="857" y="18"/>
                    <a:pt x="840" y="7"/>
                    <a:pt x="827" y="3"/>
                  </a:cubicBezTo>
                  <a:cubicBezTo>
                    <a:pt x="817" y="0"/>
                    <a:pt x="802" y="1"/>
                    <a:pt x="805" y="15"/>
                  </a:cubicBezTo>
                  <a:cubicBezTo>
                    <a:pt x="812" y="47"/>
                    <a:pt x="823" y="79"/>
                    <a:pt x="836" y="109"/>
                  </a:cubicBezTo>
                  <a:cubicBezTo>
                    <a:pt x="833" y="107"/>
                    <a:pt x="831" y="105"/>
                    <a:pt x="828" y="104"/>
                  </a:cubicBezTo>
                  <a:cubicBezTo>
                    <a:pt x="781" y="80"/>
                    <a:pt x="729" y="66"/>
                    <a:pt x="678" y="54"/>
                  </a:cubicBezTo>
                  <a:cubicBezTo>
                    <a:pt x="602" y="35"/>
                    <a:pt x="526" y="22"/>
                    <a:pt x="448" y="14"/>
                  </a:cubicBezTo>
                  <a:cubicBezTo>
                    <a:pt x="369" y="5"/>
                    <a:pt x="287" y="3"/>
                    <a:pt x="207" y="13"/>
                  </a:cubicBezTo>
                  <a:cubicBezTo>
                    <a:pt x="143" y="21"/>
                    <a:pt x="74" y="38"/>
                    <a:pt x="22" y="80"/>
                  </a:cubicBezTo>
                  <a:cubicBezTo>
                    <a:pt x="21" y="80"/>
                    <a:pt x="20" y="81"/>
                    <a:pt x="19" y="82"/>
                  </a:cubicBezTo>
                  <a:cubicBezTo>
                    <a:pt x="0" y="98"/>
                    <a:pt x="50" y="137"/>
                    <a:pt x="66" y="123"/>
                  </a:cubicBezTo>
                  <a:cubicBezTo>
                    <a:pt x="114" y="82"/>
                    <a:pt x="178" y="66"/>
                    <a:pt x="240" y="58"/>
                  </a:cubicBezTo>
                  <a:cubicBezTo>
                    <a:pt x="315" y="47"/>
                    <a:pt x="392" y="50"/>
                    <a:pt x="468" y="57"/>
                  </a:cubicBezTo>
                  <a:cubicBezTo>
                    <a:pt x="541" y="64"/>
                    <a:pt x="614" y="77"/>
                    <a:pt x="685" y="94"/>
                  </a:cubicBezTo>
                  <a:cubicBezTo>
                    <a:pt x="714" y="101"/>
                    <a:pt x="742" y="109"/>
                    <a:pt x="770" y="118"/>
                  </a:cubicBezTo>
                  <a:cubicBezTo>
                    <a:pt x="795" y="126"/>
                    <a:pt x="806" y="129"/>
                    <a:pt x="825" y="139"/>
                  </a:cubicBezTo>
                  <a:cubicBezTo>
                    <a:pt x="828" y="140"/>
                    <a:pt x="833" y="142"/>
                    <a:pt x="838" y="143"/>
                  </a:cubicBezTo>
                  <a:cubicBezTo>
                    <a:pt x="806" y="150"/>
                    <a:pt x="774" y="159"/>
                    <a:pt x="743" y="169"/>
                  </a:cubicBezTo>
                  <a:cubicBezTo>
                    <a:pt x="730" y="173"/>
                    <a:pt x="746" y="194"/>
                    <a:pt x="751" y="198"/>
                  </a:cubicBezTo>
                  <a:cubicBezTo>
                    <a:pt x="761" y="207"/>
                    <a:pt x="776" y="215"/>
                    <a:pt x="790" y="210"/>
                  </a:cubicBezTo>
                  <a:cubicBezTo>
                    <a:pt x="827" y="198"/>
                    <a:pt x="866" y="189"/>
                    <a:pt x="905" y="182"/>
                  </a:cubicBezTo>
                  <a:cubicBezTo>
                    <a:pt x="915" y="180"/>
                    <a:pt x="917" y="171"/>
                    <a:pt x="912" y="163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" name="CasellaDiTesto 29"/>
            <p:cNvSpPr txBox="1"/>
            <p:nvPr/>
          </p:nvSpPr>
          <p:spPr>
            <a:xfrm>
              <a:off x="4295733" y="3877739"/>
              <a:ext cx="569387" cy="86177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sz="5000" b="1" dirty="0" smtClean="0">
                  <a:solidFill>
                    <a:srgbClr val="FF0000"/>
                  </a:solidFill>
                  <a:latin typeface="Zapf Dingbats"/>
                  <a:ea typeface="Zapf Dingbats"/>
                  <a:cs typeface="Zapf Dingbats"/>
                  <a:sym typeface="Zapf Dingbats"/>
                </a:rPr>
                <a:t>✗</a:t>
              </a:r>
              <a:endParaRPr lang="it-IT" sz="50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357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8" y="531788"/>
            <a:ext cx="117427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6000" b="1" baseline="30000" dirty="0" smtClean="0">
                <a:latin typeface="Candara"/>
                <a:cs typeface="Candara"/>
              </a:rPr>
              <a:t>Goal</a:t>
            </a:r>
            <a:endParaRPr lang="it-IT" sz="6000" dirty="0">
              <a:latin typeface="Candara"/>
              <a:cs typeface="Candara"/>
            </a:endParaRPr>
          </a:p>
        </p:txBody>
      </p:sp>
      <p:cxnSp>
        <p:nvCxnSpPr>
          <p:cNvPr id="5" name="Connettore 1 4"/>
          <p:cNvCxnSpPr/>
          <p:nvPr/>
        </p:nvCxnSpPr>
        <p:spPr>
          <a:xfrm>
            <a:off x="259298" y="1239674"/>
            <a:ext cx="8563860" cy="0"/>
          </a:xfrm>
          <a:prstGeom prst="line">
            <a:avLst/>
          </a:prstGeom>
          <a:ln w="1905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/>
          <p:cNvSpPr txBox="1"/>
          <p:nvPr/>
        </p:nvSpPr>
        <p:spPr>
          <a:xfrm>
            <a:off x="259298" y="1388746"/>
            <a:ext cx="8563860" cy="1022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ct val="60000"/>
              <a:buFont typeface="Lucida Grande"/>
              <a:buChar char="▶"/>
            </a:pPr>
            <a:r>
              <a:rPr lang="it-IT" sz="2500" b="1" dirty="0" smtClean="0">
                <a:latin typeface="Candara"/>
                <a:cs typeface="Candara"/>
              </a:rPr>
              <a:t>INPUT:</a:t>
            </a:r>
            <a:r>
              <a:rPr lang="it-IT" sz="2500" dirty="0" smtClean="0">
                <a:latin typeface="Candara"/>
                <a:cs typeface="Candara"/>
              </a:rPr>
              <a:t>      silhouette + </a:t>
            </a:r>
            <a:r>
              <a:rPr lang="it-IT" sz="2500" dirty="0" err="1" smtClean="0">
                <a:latin typeface="Candara"/>
                <a:cs typeface="Candara"/>
              </a:rPr>
              <a:t>occlusion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r>
              <a:rPr lang="it-IT" sz="2500" dirty="0" err="1" smtClean="0">
                <a:latin typeface="Candara"/>
                <a:cs typeface="Candara"/>
              </a:rPr>
              <a:t>map</a:t>
            </a:r>
            <a:endParaRPr lang="it-IT" sz="2500" dirty="0" smtClean="0">
              <a:latin typeface="Candara"/>
              <a:cs typeface="Candara"/>
            </a:endParaRPr>
          </a:p>
          <a:p>
            <a:pPr marL="457200" indent="-457200">
              <a:lnSpc>
                <a:spcPct val="150000"/>
              </a:lnSpc>
              <a:buSzPct val="60000"/>
              <a:buFont typeface="Lucida Grande"/>
              <a:buChar char="▶"/>
            </a:pPr>
            <a:r>
              <a:rPr lang="it-IT" sz="2500" b="1" dirty="0" smtClean="0">
                <a:latin typeface="Candara"/>
                <a:ea typeface="Adobe 고딕 Std B"/>
                <a:cs typeface="Candara"/>
              </a:rPr>
              <a:t>OUTPUT:</a:t>
            </a:r>
            <a:r>
              <a:rPr lang="it-IT" sz="2500" dirty="0" smtClean="0">
                <a:latin typeface="Candara"/>
                <a:ea typeface="Adobe 고딕 Std B"/>
                <a:cs typeface="Candara"/>
              </a:rPr>
              <a:t> 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medial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points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projection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of the curve-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skeleton</a:t>
            </a:r>
            <a:endParaRPr lang="it-IT" sz="2200" dirty="0">
              <a:latin typeface="Candara"/>
              <a:ea typeface="Adobe 고딕 Std B"/>
              <a:cs typeface="Candara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536644" y="2558249"/>
            <a:ext cx="5556966" cy="4277022"/>
            <a:chOff x="1536644" y="2558249"/>
            <a:chExt cx="5556966" cy="4277022"/>
          </a:xfrm>
        </p:grpSpPr>
        <p:grpSp>
          <p:nvGrpSpPr>
            <p:cNvPr id="3" name="Gruppo 2"/>
            <p:cNvGrpSpPr/>
            <p:nvPr/>
          </p:nvGrpSpPr>
          <p:grpSpPr>
            <a:xfrm>
              <a:off x="1536644" y="2558249"/>
              <a:ext cx="5556966" cy="4277022"/>
              <a:chOff x="1388015" y="2051721"/>
              <a:chExt cx="6127313" cy="4716000"/>
            </a:xfrm>
          </p:grpSpPr>
          <p:pic>
            <p:nvPicPr>
              <p:cNvPr id="8" name="Immagine 7" descr="nasty_w_occlusions.pdf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96561" y="2136399"/>
                <a:ext cx="2218767" cy="4536000"/>
              </a:xfrm>
              <a:prstGeom prst="rect">
                <a:avLst/>
              </a:prstGeom>
            </p:spPr>
          </p:pic>
          <p:pic>
            <p:nvPicPr>
              <p:cNvPr id="9" name="Immagine 8" descr="Schermata 09-2457292 alle 17.06.03.png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0800000">
                <a:off x="1388015" y="2051721"/>
                <a:ext cx="2786110" cy="4716000"/>
              </a:xfrm>
              <a:prstGeom prst="rect">
                <a:avLst/>
              </a:prstGeom>
            </p:spPr>
          </p:pic>
          <p:sp>
            <p:nvSpPr>
              <p:cNvPr id="11" name="Freeform 17"/>
              <p:cNvSpPr>
                <a:spLocks noChangeAspect="1"/>
              </p:cNvSpPr>
              <p:nvPr/>
            </p:nvSpPr>
            <p:spPr bwMode="auto">
              <a:xfrm>
                <a:off x="3928563" y="4283990"/>
                <a:ext cx="1368000" cy="425868"/>
              </a:xfrm>
              <a:custGeom>
                <a:avLst/>
                <a:gdLst>
                  <a:gd name="T0" fmla="*/ 912 w 917"/>
                  <a:gd name="T1" fmla="*/ 163 h 215"/>
                  <a:gd name="T2" fmla="*/ 860 w 917"/>
                  <a:gd name="T3" fmla="*/ 32 h 215"/>
                  <a:gd name="T4" fmla="*/ 827 w 917"/>
                  <a:gd name="T5" fmla="*/ 3 h 215"/>
                  <a:gd name="T6" fmla="*/ 805 w 917"/>
                  <a:gd name="T7" fmla="*/ 15 h 215"/>
                  <a:gd name="T8" fmla="*/ 836 w 917"/>
                  <a:gd name="T9" fmla="*/ 109 h 215"/>
                  <a:gd name="T10" fmla="*/ 828 w 917"/>
                  <a:gd name="T11" fmla="*/ 104 h 215"/>
                  <a:gd name="T12" fmla="*/ 678 w 917"/>
                  <a:gd name="T13" fmla="*/ 54 h 215"/>
                  <a:gd name="T14" fmla="*/ 448 w 917"/>
                  <a:gd name="T15" fmla="*/ 14 h 215"/>
                  <a:gd name="T16" fmla="*/ 207 w 917"/>
                  <a:gd name="T17" fmla="*/ 13 h 215"/>
                  <a:gd name="T18" fmla="*/ 22 w 917"/>
                  <a:gd name="T19" fmla="*/ 80 h 215"/>
                  <a:gd name="T20" fmla="*/ 19 w 917"/>
                  <a:gd name="T21" fmla="*/ 82 h 215"/>
                  <a:gd name="T22" fmla="*/ 66 w 917"/>
                  <a:gd name="T23" fmla="*/ 123 h 215"/>
                  <a:gd name="T24" fmla="*/ 240 w 917"/>
                  <a:gd name="T25" fmla="*/ 58 h 215"/>
                  <a:gd name="T26" fmla="*/ 468 w 917"/>
                  <a:gd name="T27" fmla="*/ 57 h 215"/>
                  <a:gd name="T28" fmla="*/ 685 w 917"/>
                  <a:gd name="T29" fmla="*/ 94 h 215"/>
                  <a:gd name="T30" fmla="*/ 770 w 917"/>
                  <a:gd name="T31" fmla="*/ 118 h 215"/>
                  <a:gd name="T32" fmla="*/ 825 w 917"/>
                  <a:gd name="T33" fmla="*/ 139 h 215"/>
                  <a:gd name="T34" fmla="*/ 838 w 917"/>
                  <a:gd name="T35" fmla="*/ 143 h 215"/>
                  <a:gd name="T36" fmla="*/ 743 w 917"/>
                  <a:gd name="T37" fmla="*/ 169 h 215"/>
                  <a:gd name="T38" fmla="*/ 751 w 917"/>
                  <a:gd name="T39" fmla="*/ 198 h 215"/>
                  <a:gd name="T40" fmla="*/ 790 w 917"/>
                  <a:gd name="T41" fmla="*/ 210 h 215"/>
                  <a:gd name="T42" fmla="*/ 905 w 917"/>
                  <a:gd name="T43" fmla="*/ 182 h 215"/>
                  <a:gd name="T44" fmla="*/ 912 w 917"/>
                  <a:gd name="T45" fmla="*/ 163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917" h="215">
                    <a:moveTo>
                      <a:pt x="912" y="163"/>
                    </a:moveTo>
                    <a:cubicBezTo>
                      <a:pt x="887" y="123"/>
                      <a:pt x="870" y="78"/>
                      <a:pt x="860" y="32"/>
                    </a:cubicBezTo>
                    <a:cubicBezTo>
                      <a:pt x="857" y="18"/>
                      <a:pt x="840" y="7"/>
                      <a:pt x="827" y="3"/>
                    </a:cubicBezTo>
                    <a:cubicBezTo>
                      <a:pt x="817" y="0"/>
                      <a:pt x="802" y="1"/>
                      <a:pt x="805" y="15"/>
                    </a:cubicBezTo>
                    <a:cubicBezTo>
                      <a:pt x="812" y="47"/>
                      <a:pt x="823" y="79"/>
                      <a:pt x="836" y="109"/>
                    </a:cubicBezTo>
                    <a:cubicBezTo>
                      <a:pt x="833" y="107"/>
                      <a:pt x="831" y="105"/>
                      <a:pt x="828" y="104"/>
                    </a:cubicBezTo>
                    <a:cubicBezTo>
                      <a:pt x="781" y="80"/>
                      <a:pt x="729" y="66"/>
                      <a:pt x="678" y="54"/>
                    </a:cubicBezTo>
                    <a:cubicBezTo>
                      <a:pt x="602" y="35"/>
                      <a:pt x="526" y="22"/>
                      <a:pt x="448" y="14"/>
                    </a:cubicBezTo>
                    <a:cubicBezTo>
                      <a:pt x="369" y="5"/>
                      <a:pt x="287" y="3"/>
                      <a:pt x="207" y="13"/>
                    </a:cubicBezTo>
                    <a:cubicBezTo>
                      <a:pt x="143" y="21"/>
                      <a:pt x="74" y="38"/>
                      <a:pt x="22" y="80"/>
                    </a:cubicBezTo>
                    <a:cubicBezTo>
                      <a:pt x="21" y="80"/>
                      <a:pt x="20" y="81"/>
                      <a:pt x="19" y="82"/>
                    </a:cubicBezTo>
                    <a:cubicBezTo>
                      <a:pt x="0" y="98"/>
                      <a:pt x="50" y="137"/>
                      <a:pt x="66" y="123"/>
                    </a:cubicBezTo>
                    <a:cubicBezTo>
                      <a:pt x="114" y="82"/>
                      <a:pt x="178" y="66"/>
                      <a:pt x="240" y="58"/>
                    </a:cubicBezTo>
                    <a:cubicBezTo>
                      <a:pt x="315" y="47"/>
                      <a:pt x="392" y="50"/>
                      <a:pt x="468" y="57"/>
                    </a:cubicBezTo>
                    <a:cubicBezTo>
                      <a:pt x="541" y="64"/>
                      <a:pt x="614" y="77"/>
                      <a:pt x="685" y="94"/>
                    </a:cubicBezTo>
                    <a:cubicBezTo>
                      <a:pt x="714" y="101"/>
                      <a:pt x="742" y="109"/>
                      <a:pt x="770" y="118"/>
                    </a:cubicBezTo>
                    <a:cubicBezTo>
                      <a:pt x="795" y="126"/>
                      <a:pt x="806" y="129"/>
                      <a:pt x="825" y="139"/>
                    </a:cubicBezTo>
                    <a:cubicBezTo>
                      <a:pt x="828" y="140"/>
                      <a:pt x="833" y="142"/>
                      <a:pt x="838" y="143"/>
                    </a:cubicBezTo>
                    <a:cubicBezTo>
                      <a:pt x="806" y="150"/>
                      <a:pt x="774" y="159"/>
                      <a:pt x="743" y="169"/>
                    </a:cubicBezTo>
                    <a:cubicBezTo>
                      <a:pt x="730" y="173"/>
                      <a:pt x="746" y="194"/>
                      <a:pt x="751" y="198"/>
                    </a:cubicBezTo>
                    <a:cubicBezTo>
                      <a:pt x="761" y="207"/>
                      <a:pt x="776" y="215"/>
                      <a:pt x="790" y="210"/>
                    </a:cubicBezTo>
                    <a:cubicBezTo>
                      <a:pt x="827" y="198"/>
                      <a:pt x="866" y="189"/>
                      <a:pt x="905" y="182"/>
                    </a:cubicBezTo>
                    <a:cubicBezTo>
                      <a:pt x="915" y="180"/>
                      <a:pt x="917" y="171"/>
                      <a:pt x="912" y="163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18" name="CasellaDiTesto 17"/>
            <p:cNvSpPr txBox="1"/>
            <p:nvPr/>
          </p:nvSpPr>
          <p:spPr>
            <a:xfrm>
              <a:off x="4117463" y="4227566"/>
              <a:ext cx="530915" cy="78483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sz="4500" b="1" dirty="0" smtClean="0">
                  <a:solidFill>
                    <a:srgbClr val="FF0000"/>
                  </a:solidFill>
                  <a:latin typeface="Zapf Dingbats"/>
                  <a:ea typeface="Zapf Dingbats"/>
                  <a:cs typeface="Zapf Dingbats"/>
                  <a:sym typeface="Zapf Dingbats"/>
                </a:rPr>
                <a:t>✗</a:t>
              </a:r>
              <a:endParaRPr lang="it-IT" sz="45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8206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magine 28" descr="nasty_w_filteron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374" y="2635045"/>
            <a:ext cx="2015999" cy="4121999"/>
          </a:xfrm>
          <a:prstGeom prst="rect">
            <a:avLst/>
          </a:prstGeom>
        </p:spPr>
      </p:pic>
      <p:sp>
        <p:nvSpPr>
          <p:cNvPr id="4" name="Rettangolo 3"/>
          <p:cNvSpPr/>
          <p:nvPr/>
        </p:nvSpPr>
        <p:spPr>
          <a:xfrm>
            <a:off x="259298" y="531788"/>
            <a:ext cx="117427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6000" b="1" baseline="30000" dirty="0" smtClean="0">
                <a:latin typeface="Candara"/>
                <a:cs typeface="Candara"/>
              </a:rPr>
              <a:t>Goal</a:t>
            </a:r>
            <a:endParaRPr lang="it-IT" sz="6000" dirty="0">
              <a:latin typeface="Candara"/>
              <a:cs typeface="Candara"/>
            </a:endParaRPr>
          </a:p>
        </p:txBody>
      </p:sp>
      <p:cxnSp>
        <p:nvCxnSpPr>
          <p:cNvPr id="5" name="Connettore 1 4"/>
          <p:cNvCxnSpPr/>
          <p:nvPr/>
        </p:nvCxnSpPr>
        <p:spPr>
          <a:xfrm>
            <a:off x="259298" y="1239674"/>
            <a:ext cx="8563860" cy="0"/>
          </a:xfrm>
          <a:prstGeom prst="line">
            <a:avLst/>
          </a:prstGeom>
          <a:ln w="1905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/>
          <p:cNvSpPr txBox="1"/>
          <p:nvPr/>
        </p:nvSpPr>
        <p:spPr>
          <a:xfrm>
            <a:off x="259298" y="1388746"/>
            <a:ext cx="8563860" cy="1022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ct val="60000"/>
              <a:buFont typeface="Lucida Grande"/>
              <a:buChar char="▶"/>
            </a:pPr>
            <a:r>
              <a:rPr lang="it-IT" sz="2500" b="1" dirty="0" smtClean="0">
                <a:latin typeface="Candara"/>
                <a:cs typeface="Candara"/>
              </a:rPr>
              <a:t>INPUT:</a:t>
            </a:r>
            <a:r>
              <a:rPr lang="it-IT" sz="2500" dirty="0" smtClean="0">
                <a:latin typeface="Candara"/>
                <a:cs typeface="Candara"/>
              </a:rPr>
              <a:t>      silhouette + </a:t>
            </a:r>
            <a:r>
              <a:rPr lang="it-IT" sz="2500" dirty="0" err="1" smtClean="0">
                <a:latin typeface="Candara"/>
                <a:cs typeface="Candara"/>
              </a:rPr>
              <a:t>occlusion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r>
              <a:rPr lang="it-IT" sz="2500" dirty="0" err="1" smtClean="0">
                <a:latin typeface="Candara"/>
                <a:cs typeface="Candara"/>
              </a:rPr>
              <a:t>map</a:t>
            </a:r>
            <a:endParaRPr lang="it-IT" sz="2500" dirty="0" smtClean="0">
              <a:latin typeface="Candara"/>
              <a:cs typeface="Candara"/>
            </a:endParaRPr>
          </a:p>
          <a:p>
            <a:pPr marL="457200" indent="-457200">
              <a:lnSpc>
                <a:spcPct val="150000"/>
              </a:lnSpc>
              <a:buSzPct val="60000"/>
              <a:buFont typeface="Lucida Grande"/>
              <a:buChar char="▶"/>
            </a:pPr>
            <a:r>
              <a:rPr lang="it-IT" sz="2500" b="1" dirty="0" smtClean="0">
                <a:latin typeface="Candara"/>
                <a:ea typeface="Adobe 고딕 Std B"/>
                <a:cs typeface="Candara"/>
              </a:rPr>
              <a:t>OUTPUT:</a:t>
            </a:r>
            <a:r>
              <a:rPr lang="it-IT" sz="2500" dirty="0" smtClean="0">
                <a:latin typeface="Candara"/>
                <a:ea typeface="Adobe 고딕 Std B"/>
                <a:cs typeface="Candara"/>
              </a:rPr>
              <a:t> 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medial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points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projection</a:t>
            </a:r>
            <a:r>
              <a:rPr lang="it-IT" sz="2500" dirty="0">
                <a:latin typeface="Candara"/>
                <a:ea typeface="Adobe 고딕 Std B"/>
                <a:cs typeface="Candara"/>
              </a:rPr>
              <a:t> of the curve-</a:t>
            </a:r>
            <a:r>
              <a:rPr lang="it-IT" sz="2500" dirty="0" err="1">
                <a:latin typeface="Candara"/>
                <a:ea typeface="Adobe 고딕 Std B"/>
                <a:cs typeface="Candara"/>
              </a:rPr>
              <a:t>skeleton</a:t>
            </a:r>
            <a:endParaRPr lang="it-IT" sz="2200" dirty="0">
              <a:latin typeface="Candara"/>
              <a:ea typeface="Adobe 고딕 Std B"/>
              <a:cs typeface="Candara"/>
            </a:endParaRPr>
          </a:p>
        </p:txBody>
      </p:sp>
      <p:pic>
        <p:nvPicPr>
          <p:cNvPr id="9" name="Immagine 8" descr="Schermata 09-2457292 alle 17.06.03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536644" y="2558249"/>
            <a:ext cx="2526772" cy="4277022"/>
          </a:xfrm>
          <a:prstGeom prst="rect">
            <a:avLst/>
          </a:prstGeom>
        </p:spPr>
      </p:pic>
      <p:grpSp>
        <p:nvGrpSpPr>
          <p:cNvPr id="10" name="Gruppo 9"/>
          <p:cNvGrpSpPr/>
          <p:nvPr/>
        </p:nvGrpSpPr>
        <p:grpSpPr>
          <a:xfrm>
            <a:off x="2126922" y="3169660"/>
            <a:ext cx="4696603" cy="2806538"/>
            <a:chOff x="2126922" y="3169660"/>
            <a:chExt cx="4696603" cy="2806538"/>
          </a:xfrm>
        </p:grpSpPr>
        <p:grpSp>
          <p:nvGrpSpPr>
            <p:cNvPr id="7" name="Gruppo 6"/>
            <p:cNvGrpSpPr/>
            <p:nvPr/>
          </p:nvGrpSpPr>
          <p:grpSpPr>
            <a:xfrm>
              <a:off x="5350606" y="3376493"/>
              <a:ext cx="1472919" cy="2599705"/>
              <a:chOff x="5350606" y="3376493"/>
              <a:chExt cx="1472919" cy="2599705"/>
            </a:xfrm>
          </p:grpSpPr>
          <p:sp>
            <p:nvSpPr>
              <p:cNvPr id="12" name="Freeform 501"/>
              <p:cNvSpPr>
                <a:spLocks noEditPoints="1"/>
              </p:cNvSpPr>
              <p:nvPr/>
            </p:nvSpPr>
            <p:spPr bwMode="auto">
              <a:xfrm>
                <a:off x="5350606" y="3376493"/>
                <a:ext cx="442263" cy="380279"/>
              </a:xfrm>
              <a:custGeom>
                <a:avLst/>
                <a:gdLst>
                  <a:gd name="T0" fmla="*/ 450 w 500"/>
                  <a:gd name="T1" fmla="*/ 71 h 305"/>
                  <a:gd name="T2" fmla="*/ 422 w 500"/>
                  <a:gd name="T3" fmla="*/ 60 h 305"/>
                  <a:gd name="T4" fmla="*/ 366 w 500"/>
                  <a:gd name="T5" fmla="*/ 54 h 305"/>
                  <a:gd name="T6" fmla="*/ 299 w 500"/>
                  <a:gd name="T7" fmla="*/ 46 h 305"/>
                  <a:gd name="T8" fmla="*/ 265 w 500"/>
                  <a:gd name="T9" fmla="*/ 53 h 305"/>
                  <a:gd name="T10" fmla="*/ 264 w 500"/>
                  <a:gd name="T11" fmla="*/ 53 h 305"/>
                  <a:gd name="T12" fmla="*/ 265 w 500"/>
                  <a:gd name="T13" fmla="*/ 51 h 305"/>
                  <a:gd name="T14" fmla="*/ 265 w 500"/>
                  <a:gd name="T15" fmla="*/ 51 h 305"/>
                  <a:gd name="T16" fmla="*/ 264 w 500"/>
                  <a:gd name="T17" fmla="*/ 51 h 305"/>
                  <a:gd name="T18" fmla="*/ 265 w 500"/>
                  <a:gd name="T19" fmla="*/ 58 h 305"/>
                  <a:gd name="T20" fmla="*/ 263 w 500"/>
                  <a:gd name="T21" fmla="*/ 51 h 305"/>
                  <a:gd name="T22" fmla="*/ 262 w 500"/>
                  <a:gd name="T23" fmla="*/ 53 h 305"/>
                  <a:gd name="T24" fmla="*/ 262 w 500"/>
                  <a:gd name="T25" fmla="*/ 56 h 305"/>
                  <a:gd name="T26" fmla="*/ 262 w 500"/>
                  <a:gd name="T27" fmla="*/ 58 h 305"/>
                  <a:gd name="T28" fmla="*/ 339 w 500"/>
                  <a:gd name="T29" fmla="*/ 54 h 305"/>
                  <a:gd name="T30" fmla="*/ 264 w 500"/>
                  <a:gd name="T31" fmla="*/ 56 h 305"/>
                  <a:gd name="T32" fmla="*/ 263 w 500"/>
                  <a:gd name="T33" fmla="*/ 56 h 305"/>
                  <a:gd name="T34" fmla="*/ 260 w 500"/>
                  <a:gd name="T35" fmla="*/ 52 h 305"/>
                  <a:gd name="T36" fmla="*/ 263 w 500"/>
                  <a:gd name="T37" fmla="*/ 52 h 305"/>
                  <a:gd name="T38" fmla="*/ 494 w 500"/>
                  <a:gd name="T39" fmla="*/ 169 h 305"/>
                  <a:gd name="T40" fmla="*/ 465 w 500"/>
                  <a:gd name="T41" fmla="*/ 217 h 305"/>
                  <a:gd name="T42" fmla="*/ 167 w 500"/>
                  <a:gd name="T43" fmla="*/ 304 h 305"/>
                  <a:gd name="T44" fmla="*/ 2 w 500"/>
                  <a:gd name="T45" fmla="*/ 232 h 305"/>
                  <a:gd name="T46" fmla="*/ 61 w 500"/>
                  <a:gd name="T47" fmla="*/ 102 h 305"/>
                  <a:gd name="T48" fmla="*/ 180 w 500"/>
                  <a:gd name="T49" fmla="*/ 28 h 305"/>
                  <a:gd name="T50" fmla="*/ 304 w 500"/>
                  <a:gd name="T51" fmla="*/ 1 h 305"/>
                  <a:gd name="T52" fmla="*/ 398 w 500"/>
                  <a:gd name="T53" fmla="*/ 6 h 305"/>
                  <a:gd name="T54" fmla="*/ 416 w 500"/>
                  <a:gd name="T55" fmla="*/ 12 h 305"/>
                  <a:gd name="T56" fmla="*/ 424 w 500"/>
                  <a:gd name="T57" fmla="*/ 14 h 305"/>
                  <a:gd name="T58" fmla="*/ 431 w 500"/>
                  <a:gd name="T59" fmla="*/ 19 h 305"/>
                  <a:gd name="T60" fmla="*/ 431 w 500"/>
                  <a:gd name="T61" fmla="*/ 26 h 305"/>
                  <a:gd name="T62" fmla="*/ 423 w 500"/>
                  <a:gd name="T63" fmla="*/ 32 h 305"/>
                  <a:gd name="T64" fmla="*/ 416 w 500"/>
                  <a:gd name="T65" fmla="*/ 31 h 305"/>
                  <a:gd name="T66" fmla="*/ 411 w 500"/>
                  <a:gd name="T67" fmla="*/ 27 h 305"/>
                  <a:gd name="T68" fmla="*/ 383 w 500"/>
                  <a:gd name="T69" fmla="*/ 20 h 305"/>
                  <a:gd name="T70" fmla="*/ 196 w 500"/>
                  <a:gd name="T71" fmla="*/ 38 h 305"/>
                  <a:gd name="T72" fmla="*/ 59 w 500"/>
                  <a:gd name="T73" fmla="*/ 125 h 305"/>
                  <a:gd name="T74" fmla="*/ 51 w 500"/>
                  <a:gd name="T75" fmla="*/ 267 h 305"/>
                  <a:gd name="T76" fmla="*/ 251 w 500"/>
                  <a:gd name="T77" fmla="*/ 289 h 305"/>
                  <a:gd name="T78" fmla="*/ 456 w 500"/>
                  <a:gd name="T79" fmla="*/ 207 h 305"/>
                  <a:gd name="T80" fmla="*/ 487 w 500"/>
                  <a:gd name="T81" fmla="*/ 146 h 305"/>
                  <a:gd name="T82" fmla="*/ 462 w 500"/>
                  <a:gd name="T83" fmla="*/ 91 h 305"/>
                  <a:gd name="T84" fmla="*/ 402 w 500"/>
                  <a:gd name="T85" fmla="*/ 64 h 305"/>
                  <a:gd name="T86" fmla="*/ 367 w 500"/>
                  <a:gd name="T87" fmla="*/ 55 h 305"/>
                  <a:gd name="T88" fmla="*/ 262 w 500"/>
                  <a:gd name="T89" fmla="*/ 58 h 305"/>
                  <a:gd name="T90" fmla="*/ 330 w 500"/>
                  <a:gd name="T91" fmla="*/ 51 h 305"/>
                  <a:gd name="T92" fmla="*/ 418 w 500"/>
                  <a:gd name="T93" fmla="*/ 66 h 305"/>
                  <a:gd name="T94" fmla="*/ 338 w 500"/>
                  <a:gd name="T95" fmla="*/ 47 h 305"/>
                  <a:gd name="T96" fmla="*/ 375 w 500"/>
                  <a:gd name="T97" fmla="*/ 51 h 305"/>
                  <a:gd name="T98" fmla="*/ 369 w 500"/>
                  <a:gd name="T99" fmla="*/ 49 h 305"/>
                  <a:gd name="T100" fmla="*/ 320 w 500"/>
                  <a:gd name="T101" fmla="*/ 45 h 305"/>
                  <a:gd name="T102" fmla="*/ 321 w 500"/>
                  <a:gd name="T103" fmla="*/ 44 h 305"/>
                  <a:gd name="T104" fmla="*/ 307 w 500"/>
                  <a:gd name="T105" fmla="*/ 44 h 305"/>
                  <a:gd name="T106" fmla="*/ 360 w 500"/>
                  <a:gd name="T107" fmla="*/ 45 h 305"/>
                  <a:gd name="T108" fmla="*/ 424 w 500"/>
                  <a:gd name="T109" fmla="*/ 61 h 305"/>
                  <a:gd name="T110" fmla="*/ 480 w 500"/>
                  <a:gd name="T111" fmla="*/ 91 h 305"/>
                  <a:gd name="T112" fmla="*/ 500 w 500"/>
                  <a:gd name="T113" fmla="*/ 148 h 305"/>
                  <a:gd name="T114" fmla="*/ 366 w 500"/>
                  <a:gd name="T115" fmla="*/ 47 h 305"/>
                  <a:gd name="T116" fmla="*/ 391 w 500"/>
                  <a:gd name="T117" fmla="*/ 61 h 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500" h="305">
                    <a:moveTo>
                      <a:pt x="484" y="124"/>
                    </a:moveTo>
                    <a:cubicBezTo>
                      <a:pt x="485" y="125"/>
                      <a:pt x="485" y="127"/>
                      <a:pt x="485" y="128"/>
                    </a:cubicBezTo>
                    <a:lnTo>
                      <a:pt x="484" y="124"/>
                    </a:lnTo>
                    <a:close/>
                    <a:moveTo>
                      <a:pt x="450" y="71"/>
                    </a:moveTo>
                    <a:cubicBezTo>
                      <a:pt x="449" y="70"/>
                      <a:pt x="448" y="69"/>
                      <a:pt x="445" y="68"/>
                    </a:cubicBezTo>
                    <a:cubicBezTo>
                      <a:pt x="445" y="68"/>
                      <a:pt x="449" y="70"/>
                      <a:pt x="450" y="71"/>
                    </a:cubicBezTo>
                    <a:close/>
                    <a:moveTo>
                      <a:pt x="438" y="65"/>
                    </a:moveTo>
                    <a:cubicBezTo>
                      <a:pt x="440" y="66"/>
                      <a:pt x="443" y="67"/>
                      <a:pt x="443" y="67"/>
                    </a:cubicBezTo>
                    <a:cubicBezTo>
                      <a:pt x="442" y="67"/>
                      <a:pt x="438" y="65"/>
                      <a:pt x="438" y="65"/>
                    </a:cubicBezTo>
                    <a:close/>
                    <a:moveTo>
                      <a:pt x="422" y="60"/>
                    </a:moveTo>
                    <a:cubicBezTo>
                      <a:pt x="420" y="60"/>
                      <a:pt x="417" y="58"/>
                      <a:pt x="417" y="58"/>
                    </a:cubicBezTo>
                    <a:cubicBezTo>
                      <a:pt x="418" y="59"/>
                      <a:pt x="421" y="60"/>
                      <a:pt x="422" y="60"/>
                    </a:cubicBezTo>
                    <a:close/>
                    <a:moveTo>
                      <a:pt x="413" y="55"/>
                    </a:moveTo>
                    <a:cubicBezTo>
                      <a:pt x="410" y="54"/>
                      <a:pt x="405" y="52"/>
                      <a:pt x="404" y="52"/>
                    </a:cubicBezTo>
                    <a:cubicBezTo>
                      <a:pt x="408" y="53"/>
                      <a:pt x="411" y="54"/>
                      <a:pt x="413" y="55"/>
                    </a:cubicBezTo>
                    <a:close/>
                    <a:moveTo>
                      <a:pt x="366" y="54"/>
                    </a:moveTo>
                    <a:cubicBezTo>
                      <a:pt x="370" y="55"/>
                      <a:pt x="379" y="56"/>
                      <a:pt x="384" y="57"/>
                    </a:cubicBezTo>
                    <a:cubicBezTo>
                      <a:pt x="379" y="56"/>
                      <a:pt x="372" y="55"/>
                      <a:pt x="366" y="54"/>
                    </a:cubicBezTo>
                    <a:close/>
                    <a:moveTo>
                      <a:pt x="366" y="49"/>
                    </a:moveTo>
                    <a:cubicBezTo>
                      <a:pt x="361" y="48"/>
                      <a:pt x="361" y="48"/>
                      <a:pt x="361" y="48"/>
                    </a:cubicBezTo>
                    <a:cubicBezTo>
                      <a:pt x="359" y="48"/>
                      <a:pt x="347" y="47"/>
                      <a:pt x="348" y="47"/>
                    </a:cubicBezTo>
                    <a:cubicBezTo>
                      <a:pt x="356" y="47"/>
                      <a:pt x="366" y="49"/>
                      <a:pt x="372" y="50"/>
                    </a:cubicBezTo>
                    <a:cubicBezTo>
                      <a:pt x="370" y="50"/>
                      <a:pt x="368" y="50"/>
                      <a:pt x="366" y="49"/>
                    </a:cubicBezTo>
                    <a:close/>
                    <a:moveTo>
                      <a:pt x="299" y="46"/>
                    </a:moveTo>
                    <a:cubicBezTo>
                      <a:pt x="296" y="46"/>
                      <a:pt x="296" y="46"/>
                      <a:pt x="296" y="46"/>
                    </a:cubicBezTo>
                    <a:cubicBezTo>
                      <a:pt x="296" y="47"/>
                      <a:pt x="296" y="47"/>
                      <a:pt x="297" y="47"/>
                    </a:cubicBezTo>
                    <a:cubicBezTo>
                      <a:pt x="299" y="46"/>
                      <a:pt x="299" y="46"/>
                      <a:pt x="299" y="46"/>
                    </a:cubicBezTo>
                    <a:close/>
                    <a:moveTo>
                      <a:pt x="264" y="53"/>
                    </a:moveTo>
                    <a:cubicBezTo>
                      <a:pt x="264" y="53"/>
                      <a:pt x="264" y="53"/>
                      <a:pt x="264" y="53"/>
                    </a:cubicBezTo>
                    <a:cubicBezTo>
                      <a:pt x="264" y="53"/>
                      <a:pt x="265" y="53"/>
                      <a:pt x="265" y="53"/>
                    </a:cubicBezTo>
                    <a:cubicBezTo>
                      <a:pt x="265" y="53"/>
                      <a:pt x="265" y="53"/>
                      <a:pt x="265" y="53"/>
                    </a:cubicBezTo>
                    <a:cubicBezTo>
                      <a:pt x="269" y="52"/>
                      <a:pt x="269" y="52"/>
                      <a:pt x="269" y="52"/>
                    </a:cubicBezTo>
                    <a:lnTo>
                      <a:pt x="264" y="53"/>
                    </a:lnTo>
                    <a:close/>
                    <a:moveTo>
                      <a:pt x="264" y="53"/>
                    </a:moveTo>
                    <a:cubicBezTo>
                      <a:pt x="264" y="53"/>
                      <a:pt x="264" y="53"/>
                      <a:pt x="264" y="53"/>
                    </a:cubicBezTo>
                    <a:cubicBezTo>
                      <a:pt x="264" y="53"/>
                      <a:pt x="264" y="53"/>
                      <a:pt x="264" y="53"/>
                    </a:cubicBezTo>
                    <a:cubicBezTo>
                      <a:pt x="263" y="53"/>
                      <a:pt x="264" y="53"/>
                      <a:pt x="264" y="53"/>
                    </a:cubicBezTo>
                    <a:close/>
                    <a:moveTo>
                      <a:pt x="264" y="53"/>
                    </a:moveTo>
                    <a:cubicBezTo>
                      <a:pt x="264" y="53"/>
                      <a:pt x="264" y="53"/>
                      <a:pt x="264" y="53"/>
                    </a:cubicBezTo>
                    <a:cubicBezTo>
                      <a:pt x="264" y="53"/>
                      <a:pt x="264" y="53"/>
                      <a:pt x="264" y="53"/>
                    </a:cubicBezTo>
                    <a:cubicBezTo>
                      <a:pt x="264" y="53"/>
                      <a:pt x="264" y="53"/>
                      <a:pt x="264" y="53"/>
                    </a:cubicBezTo>
                    <a:close/>
                    <a:moveTo>
                      <a:pt x="265" y="51"/>
                    </a:moveTo>
                    <a:cubicBezTo>
                      <a:pt x="264" y="51"/>
                      <a:pt x="264" y="51"/>
                      <a:pt x="264" y="51"/>
                    </a:cubicBezTo>
                    <a:cubicBezTo>
                      <a:pt x="264" y="51"/>
                      <a:pt x="264" y="51"/>
                      <a:pt x="264" y="51"/>
                    </a:cubicBezTo>
                    <a:cubicBezTo>
                      <a:pt x="264" y="51"/>
                      <a:pt x="264" y="51"/>
                      <a:pt x="265" y="51"/>
                    </a:cubicBezTo>
                    <a:cubicBezTo>
                      <a:pt x="265" y="51"/>
                      <a:pt x="265" y="51"/>
                      <a:pt x="265" y="51"/>
                    </a:cubicBezTo>
                    <a:cubicBezTo>
                      <a:pt x="265" y="51"/>
                      <a:pt x="265" y="51"/>
                      <a:pt x="265" y="50"/>
                    </a:cubicBezTo>
                    <a:cubicBezTo>
                      <a:pt x="265" y="51"/>
                      <a:pt x="265" y="51"/>
                      <a:pt x="265" y="51"/>
                    </a:cubicBezTo>
                    <a:close/>
                    <a:moveTo>
                      <a:pt x="265" y="57"/>
                    </a:moveTo>
                    <a:cubicBezTo>
                      <a:pt x="265" y="57"/>
                      <a:pt x="265" y="57"/>
                      <a:pt x="265" y="57"/>
                    </a:cubicBezTo>
                    <a:cubicBezTo>
                      <a:pt x="265" y="57"/>
                      <a:pt x="265" y="57"/>
                      <a:pt x="265" y="57"/>
                    </a:cubicBezTo>
                    <a:close/>
                    <a:moveTo>
                      <a:pt x="264" y="51"/>
                    </a:moveTo>
                    <a:cubicBezTo>
                      <a:pt x="264" y="51"/>
                      <a:pt x="264" y="52"/>
                      <a:pt x="264" y="52"/>
                    </a:cubicBezTo>
                    <a:cubicBezTo>
                      <a:pt x="264" y="52"/>
                      <a:pt x="264" y="52"/>
                      <a:pt x="264" y="51"/>
                    </a:cubicBezTo>
                    <a:close/>
                    <a:moveTo>
                      <a:pt x="264" y="51"/>
                    </a:moveTo>
                    <a:cubicBezTo>
                      <a:pt x="264" y="51"/>
                      <a:pt x="264" y="51"/>
                      <a:pt x="264" y="51"/>
                    </a:cubicBezTo>
                    <a:cubicBezTo>
                      <a:pt x="264" y="51"/>
                      <a:pt x="264" y="51"/>
                      <a:pt x="264" y="51"/>
                    </a:cubicBezTo>
                    <a:close/>
                    <a:moveTo>
                      <a:pt x="265" y="58"/>
                    </a:moveTo>
                    <a:cubicBezTo>
                      <a:pt x="265" y="58"/>
                      <a:pt x="265" y="58"/>
                      <a:pt x="265" y="58"/>
                    </a:cubicBezTo>
                    <a:cubicBezTo>
                      <a:pt x="265" y="58"/>
                      <a:pt x="265" y="58"/>
                      <a:pt x="265" y="58"/>
                    </a:cubicBezTo>
                    <a:close/>
                    <a:moveTo>
                      <a:pt x="265" y="57"/>
                    </a:moveTo>
                    <a:cubicBezTo>
                      <a:pt x="264" y="57"/>
                      <a:pt x="264" y="57"/>
                      <a:pt x="264" y="57"/>
                    </a:cubicBezTo>
                    <a:cubicBezTo>
                      <a:pt x="264" y="57"/>
                      <a:pt x="265" y="57"/>
                      <a:pt x="265" y="57"/>
                    </a:cubicBezTo>
                    <a:close/>
                    <a:moveTo>
                      <a:pt x="263" y="51"/>
                    </a:moveTo>
                    <a:cubicBezTo>
                      <a:pt x="263" y="51"/>
                      <a:pt x="263" y="51"/>
                      <a:pt x="263" y="51"/>
                    </a:cubicBezTo>
                    <a:cubicBezTo>
                      <a:pt x="263" y="51"/>
                      <a:pt x="263" y="51"/>
                      <a:pt x="263" y="51"/>
                    </a:cubicBezTo>
                    <a:close/>
                    <a:moveTo>
                      <a:pt x="263" y="54"/>
                    </a:moveTo>
                    <a:cubicBezTo>
                      <a:pt x="263" y="54"/>
                      <a:pt x="263" y="53"/>
                      <a:pt x="263" y="53"/>
                    </a:cubicBezTo>
                    <a:cubicBezTo>
                      <a:pt x="263" y="53"/>
                      <a:pt x="263" y="53"/>
                      <a:pt x="263" y="54"/>
                    </a:cubicBezTo>
                    <a:close/>
                    <a:moveTo>
                      <a:pt x="262" y="53"/>
                    </a:moveTo>
                    <a:cubicBezTo>
                      <a:pt x="263" y="53"/>
                      <a:pt x="263" y="53"/>
                      <a:pt x="263" y="53"/>
                    </a:cubicBezTo>
                    <a:cubicBezTo>
                      <a:pt x="263" y="53"/>
                      <a:pt x="262" y="53"/>
                      <a:pt x="262" y="53"/>
                    </a:cubicBezTo>
                    <a:close/>
                    <a:moveTo>
                      <a:pt x="262" y="53"/>
                    </a:moveTo>
                    <a:cubicBezTo>
                      <a:pt x="262" y="52"/>
                      <a:pt x="262" y="53"/>
                      <a:pt x="262" y="53"/>
                    </a:cubicBezTo>
                    <a:cubicBezTo>
                      <a:pt x="262" y="53"/>
                      <a:pt x="262" y="52"/>
                      <a:pt x="262" y="52"/>
                    </a:cubicBezTo>
                    <a:cubicBezTo>
                      <a:pt x="262" y="53"/>
                      <a:pt x="262" y="53"/>
                      <a:pt x="262" y="53"/>
                    </a:cubicBezTo>
                    <a:close/>
                    <a:moveTo>
                      <a:pt x="262" y="56"/>
                    </a:moveTo>
                    <a:cubicBezTo>
                      <a:pt x="263" y="56"/>
                      <a:pt x="262" y="56"/>
                      <a:pt x="262" y="56"/>
                    </a:cubicBezTo>
                    <a:close/>
                    <a:moveTo>
                      <a:pt x="261" y="58"/>
                    </a:moveTo>
                    <a:cubicBezTo>
                      <a:pt x="262" y="58"/>
                      <a:pt x="262" y="58"/>
                      <a:pt x="262" y="58"/>
                    </a:cubicBezTo>
                    <a:cubicBezTo>
                      <a:pt x="262" y="58"/>
                      <a:pt x="261" y="58"/>
                      <a:pt x="261" y="58"/>
                    </a:cubicBezTo>
                    <a:close/>
                    <a:moveTo>
                      <a:pt x="262" y="58"/>
                    </a:moveTo>
                    <a:cubicBezTo>
                      <a:pt x="262" y="58"/>
                      <a:pt x="262" y="58"/>
                      <a:pt x="262" y="58"/>
                    </a:cubicBezTo>
                    <a:cubicBezTo>
                      <a:pt x="262" y="59"/>
                      <a:pt x="262" y="59"/>
                      <a:pt x="262" y="58"/>
                    </a:cubicBezTo>
                    <a:close/>
                    <a:moveTo>
                      <a:pt x="262" y="61"/>
                    </a:moveTo>
                    <a:cubicBezTo>
                      <a:pt x="262" y="61"/>
                      <a:pt x="262" y="61"/>
                      <a:pt x="262" y="61"/>
                    </a:cubicBezTo>
                    <a:cubicBezTo>
                      <a:pt x="262" y="61"/>
                      <a:pt x="262" y="61"/>
                      <a:pt x="262" y="61"/>
                    </a:cubicBezTo>
                    <a:close/>
                    <a:moveTo>
                      <a:pt x="261" y="61"/>
                    </a:moveTo>
                    <a:cubicBezTo>
                      <a:pt x="260" y="61"/>
                      <a:pt x="260" y="61"/>
                      <a:pt x="261" y="61"/>
                    </a:cubicBezTo>
                    <a:close/>
                    <a:moveTo>
                      <a:pt x="339" y="54"/>
                    </a:moveTo>
                    <a:cubicBezTo>
                      <a:pt x="334" y="54"/>
                      <a:pt x="330" y="54"/>
                      <a:pt x="326" y="54"/>
                    </a:cubicBezTo>
                    <a:cubicBezTo>
                      <a:pt x="329" y="54"/>
                      <a:pt x="333" y="54"/>
                      <a:pt x="336" y="54"/>
                    </a:cubicBezTo>
                    <a:cubicBezTo>
                      <a:pt x="336" y="54"/>
                      <a:pt x="338" y="54"/>
                      <a:pt x="339" y="54"/>
                    </a:cubicBezTo>
                    <a:close/>
                    <a:moveTo>
                      <a:pt x="263" y="56"/>
                    </a:moveTo>
                    <a:cubicBezTo>
                      <a:pt x="264" y="56"/>
                      <a:pt x="264" y="56"/>
                      <a:pt x="264" y="56"/>
                    </a:cubicBezTo>
                    <a:cubicBezTo>
                      <a:pt x="264" y="56"/>
                      <a:pt x="264" y="56"/>
                      <a:pt x="264" y="56"/>
                    </a:cubicBezTo>
                    <a:cubicBezTo>
                      <a:pt x="264" y="56"/>
                      <a:pt x="265" y="56"/>
                      <a:pt x="265" y="56"/>
                    </a:cubicBezTo>
                    <a:cubicBezTo>
                      <a:pt x="265" y="56"/>
                      <a:pt x="265" y="56"/>
                      <a:pt x="265" y="56"/>
                    </a:cubicBezTo>
                    <a:cubicBezTo>
                      <a:pt x="265" y="56"/>
                      <a:pt x="265" y="56"/>
                      <a:pt x="265" y="56"/>
                    </a:cubicBezTo>
                    <a:cubicBezTo>
                      <a:pt x="265" y="56"/>
                      <a:pt x="265" y="56"/>
                      <a:pt x="265" y="56"/>
                    </a:cubicBezTo>
                    <a:cubicBezTo>
                      <a:pt x="265" y="56"/>
                      <a:pt x="265" y="56"/>
                      <a:pt x="265" y="55"/>
                    </a:cubicBezTo>
                    <a:cubicBezTo>
                      <a:pt x="265" y="56"/>
                      <a:pt x="264" y="56"/>
                      <a:pt x="263" y="56"/>
                    </a:cubicBezTo>
                    <a:close/>
                    <a:moveTo>
                      <a:pt x="264" y="52"/>
                    </a:moveTo>
                    <a:cubicBezTo>
                      <a:pt x="264" y="52"/>
                      <a:pt x="264" y="52"/>
                      <a:pt x="264" y="52"/>
                    </a:cubicBezTo>
                    <a:cubicBezTo>
                      <a:pt x="264" y="52"/>
                      <a:pt x="263" y="52"/>
                      <a:pt x="263" y="52"/>
                    </a:cubicBezTo>
                    <a:cubicBezTo>
                      <a:pt x="263" y="52"/>
                      <a:pt x="264" y="52"/>
                      <a:pt x="264" y="52"/>
                    </a:cubicBezTo>
                    <a:close/>
                    <a:moveTo>
                      <a:pt x="261" y="53"/>
                    </a:moveTo>
                    <a:cubicBezTo>
                      <a:pt x="261" y="52"/>
                      <a:pt x="261" y="52"/>
                      <a:pt x="260" y="52"/>
                    </a:cubicBezTo>
                    <a:cubicBezTo>
                      <a:pt x="260" y="53"/>
                      <a:pt x="259" y="53"/>
                      <a:pt x="259" y="53"/>
                    </a:cubicBezTo>
                    <a:cubicBezTo>
                      <a:pt x="259" y="53"/>
                      <a:pt x="260" y="53"/>
                      <a:pt x="260" y="53"/>
                    </a:cubicBezTo>
                    <a:cubicBezTo>
                      <a:pt x="260" y="53"/>
                      <a:pt x="260" y="53"/>
                      <a:pt x="260" y="53"/>
                    </a:cubicBezTo>
                    <a:cubicBezTo>
                      <a:pt x="261" y="53"/>
                      <a:pt x="261" y="53"/>
                      <a:pt x="262" y="52"/>
                    </a:cubicBezTo>
                    <a:cubicBezTo>
                      <a:pt x="262" y="52"/>
                      <a:pt x="262" y="52"/>
                      <a:pt x="262" y="52"/>
                    </a:cubicBezTo>
                    <a:cubicBezTo>
                      <a:pt x="262" y="52"/>
                      <a:pt x="263" y="52"/>
                      <a:pt x="263" y="52"/>
                    </a:cubicBezTo>
                    <a:cubicBezTo>
                      <a:pt x="262" y="52"/>
                      <a:pt x="262" y="52"/>
                      <a:pt x="261" y="53"/>
                    </a:cubicBezTo>
                    <a:close/>
                    <a:moveTo>
                      <a:pt x="262" y="59"/>
                    </a:moveTo>
                    <a:cubicBezTo>
                      <a:pt x="262" y="59"/>
                      <a:pt x="262" y="59"/>
                      <a:pt x="262" y="59"/>
                    </a:cubicBezTo>
                    <a:cubicBezTo>
                      <a:pt x="262" y="59"/>
                      <a:pt x="262" y="59"/>
                      <a:pt x="262" y="59"/>
                    </a:cubicBezTo>
                    <a:close/>
                    <a:moveTo>
                      <a:pt x="500" y="148"/>
                    </a:moveTo>
                    <a:cubicBezTo>
                      <a:pt x="498" y="158"/>
                      <a:pt x="496" y="166"/>
                      <a:pt x="494" y="169"/>
                    </a:cubicBezTo>
                    <a:cubicBezTo>
                      <a:pt x="493" y="172"/>
                      <a:pt x="495" y="168"/>
                      <a:pt x="494" y="170"/>
                    </a:cubicBezTo>
                    <a:cubicBezTo>
                      <a:pt x="493" y="174"/>
                      <a:pt x="490" y="181"/>
                      <a:pt x="488" y="184"/>
                    </a:cubicBezTo>
                    <a:cubicBezTo>
                      <a:pt x="486" y="189"/>
                      <a:pt x="483" y="194"/>
                      <a:pt x="480" y="199"/>
                    </a:cubicBezTo>
                    <a:cubicBezTo>
                      <a:pt x="478" y="202"/>
                      <a:pt x="477" y="204"/>
                      <a:pt x="475" y="206"/>
                    </a:cubicBezTo>
                    <a:cubicBezTo>
                      <a:pt x="470" y="212"/>
                      <a:pt x="470" y="212"/>
                      <a:pt x="470" y="212"/>
                    </a:cubicBezTo>
                    <a:cubicBezTo>
                      <a:pt x="469" y="214"/>
                      <a:pt x="466" y="216"/>
                      <a:pt x="465" y="217"/>
                    </a:cubicBezTo>
                    <a:cubicBezTo>
                      <a:pt x="462" y="221"/>
                      <a:pt x="456" y="228"/>
                      <a:pt x="452" y="232"/>
                    </a:cubicBezTo>
                    <a:cubicBezTo>
                      <a:pt x="438" y="245"/>
                      <a:pt x="422" y="256"/>
                      <a:pt x="405" y="264"/>
                    </a:cubicBezTo>
                    <a:cubicBezTo>
                      <a:pt x="387" y="272"/>
                      <a:pt x="369" y="278"/>
                      <a:pt x="351" y="284"/>
                    </a:cubicBezTo>
                    <a:cubicBezTo>
                      <a:pt x="314" y="295"/>
                      <a:pt x="277" y="301"/>
                      <a:pt x="239" y="304"/>
                    </a:cubicBezTo>
                    <a:cubicBezTo>
                      <a:pt x="221" y="305"/>
                      <a:pt x="200" y="305"/>
                      <a:pt x="183" y="305"/>
                    </a:cubicBezTo>
                    <a:cubicBezTo>
                      <a:pt x="177" y="304"/>
                      <a:pt x="172" y="304"/>
                      <a:pt x="167" y="304"/>
                    </a:cubicBezTo>
                    <a:cubicBezTo>
                      <a:pt x="155" y="303"/>
                      <a:pt x="142" y="302"/>
                      <a:pt x="129" y="301"/>
                    </a:cubicBezTo>
                    <a:cubicBezTo>
                      <a:pt x="116" y="299"/>
                      <a:pt x="103" y="298"/>
                      <a:pt x="93" y="296"/>
                    </a:cubicBezTo>
                    <a:cubicBezTo>
                      <a:pt x="77" y="292"/>
                      <a:pt x="61" y="288"/>
                      <a:pt x="45" y="280"/>
                    </a:cubicBezTo>
                    <a:cubicBezTo>
                      <a:pt x="38" y="277"/>
                      <a:pt x="32" y="273"/>
                      <a:pt x="27" y="269"/>
                    </a:cubicBezTo>
                    <a:cubicBezTo>
                      <a:pt x="24" y="268"/>
                      <a:pt x="22" y="266"/>
                      <a:pt x="20" y="264"/>
                    </a:cubicBezTo>
                    <a:cubicBezTo>
                      <a:pt x="11" y="256"/>
                      <a:pt x="4" y="244"/>
                      <a:pt x="2" y="232"/>
                    </a:cubicBezTo>
                    <a:cubicBezTo>
                      <a:pt x="1" y="225"/>
                      <a:pt x="0" y="219"/>
                      <a:pt x="0" y="213"/>
                    </a:cubicBezTo>
                    <a:cubicBezTo>
                      <a:pt x="0" y="203"/>
                      <a:pt x="2" y="191"/>
                      <a:pt x="6" y="180"/>
                    </a:cubicBezTo>
                    <a:cubicBezTo>
                      <a:pt x="10" y="169"/>
                      <a:pt x="16" y="158"/>
                      <a:pt x="22" y="148"/>
                    </a:cubicBezTo>
                    <a:cubicBezTo>
                      <a:pt x="25" y="143"/>
                      <a:pt x="29" y="139"/>
                      <a:pt x="32" y="134"/>
                    </a:cubicBezTo>
                    <a:cubicBezTo>
                      <a:pt x="34" y="132"/>
                      <a:pt x="36" y="130"/>
                      <a:pt x="38" y="127"/>
                    </a:cubicBezTo>
                    <a:cubicBezTo>
                      <a:pt x="44" y="119"/>
                      <a:pt x="54" y="109"/>
                      <a:pt x="61" y="102"/>
                    </a:cubicBezTo>
                    <a:cubicBezTo>
                      <a:pt x="65" y="98"/>
                      <a:pt x="69" y="95"/>
                      <a:pt x="74" y="91"/>
                    </a:cubicBezTo>
                    <a:cubicBezTo>
                      <a:pt x="83" y="83"/>
                      <a:pt x="92" y="76"/>
                      <a:pt x="100" y="70"/>
                    </a:cubicBezTo>
                    <a:cubicBezTo>
                      <a:pt x="111" y="62"/>
                      <a:pt x="128" y="52"/>
                      <a:pt x="143" y="45"/>
                    </a:cubicBezTo>
                    <a:cubicBezTo>
                      <a:pt x="144" y="44"/>
                      <a:pt x="144" y="44"/>
                      <a:pt x="144" y="44"/>
                    </a:cubicBezTo>
                    <a:cubicBezTo>
                      <a:pt x="155" y="39"/>
                      <a:pt x="166" y="33"/>
                      <a:pt x="177" y="29"/>
                    </a:cubicBezTo>
                    <a:cubicBezTo>
                      <a:pt x="179" y="29"/>
                      <a:pt x="179" y="29"/>
                      <a:pt x="180" y="28"/>
                    </a:cubicBezTo>
                    <a:cubicBezTo>
                      <a:pt x="194" y="23"/>
                      <a:pt x="194" y="23"/>
                      <a:pt x="194" y="23"/>
                    </a:cubicBezTo>
                    <a:cubicBezTo>
                      <a:pt x="215" y="16"/>
                      <a:pt x="231" y="12"/>
                      <a:pt x="249" y="9"/>
                    </a:cubicBezTo>
                    <a:cubicBezTo>
                      <a:pt x="259" y="6"/>
                      <a:pt x="271" y="5"/>
                      <a:pt x="281" y="3"/>
                    </a:cubicBezTo>
                    <a:cubicBezTo>
                      <a:pt x="284" y="3"/>
                      <a:pt x="287" y="2"/>
                      <a:pt x="290" y="2"/>
                    </a:cubicBezTo>
                    <a:cubicBezTo>
                      <a:pt x="293" y="2"/>
                      <a:pt x="295" y="2"/>
                      <a:pt x="297" y="1"/>
                    </a:cubicBezTo>
                    <a:cubicBezTo>
                      <a:pt x="304" y="1"/>
                      <a:pt x="304" y="1"/>
                      <a:pt x="304" y="1"/>
                    </a:cubicBezTo>
                    <a:cubicBezTo>
                      <a:pt x="307" y="1"/>
                      <a:pt x="311" y="0"/>
                      <a:pt x="314" y="0"/>
                    </a:cubicBezTo>
                    <a:cubicBezTo>
                      <a:pt x="318" y="0"/>
                      <a:pt x="321" y="0"/>
                      <a:pt x="324" y="0"/>
                    </a:cubicBezTo>
                    <a:cubicBezTo>
                      <a:pt x="327" y="0"/>
                      <a:pt x="331" y="0"/>
                      <a:pt x="334" y="0"/>
                    </a:cubicBezTo>
                    <a:cubicBezTo>
                      <a:pt x="343" y="0"/>
                      <a:pt x="351" y="0"/>
                      <a:pt x="361" y="1"/>
                    </a:cubicBezTo>
                    <a:cubicBezTo>
                      <a:pt x="368" y="2"/>
                      <a:pt x="376" y="2"/>
                      <a:pt x="384" y="4"/>
                    </a:cubicBezTo>
                    <a:cubicBezTo>
                      <a:pt x="389" y="4"/>
                      <a:pt x="394" y="5"/>
                      <a:pt x="398" y="6"/>
                    </a:cubicBezTo>
                    <a:cubicBezTo>
                      <a:pt x="400" y="7"/>
                      <a:pt x="403" y="8"/>
                      <a:pt x="405" y="8"/>
                    </a:cubicBezTo>
                    <a:cubicBezTo>
                      <a:pt x="408" y="9"/>
                      <a:pt x="410" y="10"/>
                      <a:pt x="413" y="11"/>
                    </a:cubicBezTo>
                    <a:cubicBezTo>
                      <a:pt x="415" y="11"/>
                      <a:pt x="415" y="11"/>
                      <a:pt x="415" y="11"/>
                    </a:cubicBezTo>
                    <a:cubicBezTo>
                      <a:pt x="415" y="11"/>
                      <a:pt x="415" y="11"/>
                      <a:pt x="415" y="11"/>
                    </a:cubicBezTo>
                    <a:cubicBezTo>
                      <a:pt x="415" y="11"/>
                      <a:pt x="415" y="11"/>
                      <a:pt x="415" y="11"/>
                    </a:cubicBezTo>
                    <a:cubicBezTo>
                      <a:pt x="416" y="11"/>
                      <a:pt x="416" y="11"/>
                      <a:pt x="416" y="12"/>
                    </a:cubicBezTo>
                    <a:cubicBezTo>
                      <a:pt x="417" y="12"/>
                      <a:pt x="419" y="13"/>
                      <a:pt x="420" y="12"/>
                    </a:cubicBezTo>
                    <a:cubicBezTo>
                      <a:pt x="420" y="12"/>
                      <a:pt x="420" y="12"/>
                      <a:pt x="420" y="12"/>
                    </a:cubicBezTo>
                    <a:cubicBezTo>
                      <a:pt x="421" y="12"/>
                      <a:pt x="421" y="12"/>
                      <a:pt x="421" y="12"/>
                    </a:cubicBezTo>
                    <a:cubicBezTo>
                      <a:pt x="421" y="13"/>
                      <a:pt x="422" y="13"/>
                      <a:pt x="423" y="13"/>
                    </a:cubicBezTo>
                    <a:cubicBezTo>
                      <a:pt x="423" y="13"/>
                      <a:pt x="423" y="13"/>
                      <a:pt x="423" y="13"/>
                    </a:cubicBezTo>
                    <a:cubicBezTo>
                      <a:pt x="424" y="13"/>
                      <a:pt x="424" y="14"/>
                      <a:pt x="424" y="14"/>
                    </a:cubicBezTo>
                    <a:cubicBezTo>
                      <a:pt x="425" y="14"/>
                      <a:pt x="425" y="14"/>
                      <a:pt x="425" y="14"/>
                    </a:cubicBezTo>
                    <a:cubicBezTo>
                      <a:pt x="426" y="14"/>
                      <a:pt x="426" y="14"/>
                      <a:pt x="426" y="15"/>
                    </a:cubicBezTo>
                    <a:cubicBezTo>
                      <a:pt x="426" y="15"/>
                      <a:pt x="426" y="15"/>
                      <a:pt x="426" y="15"/>
                    </a:cubicBezTo>
                    <a:cubicBezTo>
                      <a:pt x="426" y="15"/>
                      <a:pt x="427" y="16"/>
                      <a:pt x="428" y="16"/>
                    </a:cubicBezTo>
                    <a:cubicBezTo>
                      <a:pt x="428" y="17"/>
                      <a:pt x="429" y="17"/>
                      <a:pt x="429" y="17"/>
                    </a:cubicBezTo>
                    <a:cubicBezTo>
                      <a:pt x="430" y="17"/>
                      <a:pt x="430" y="19"/>
                      <a:pt x="431" y="19"/>
                    </a:cubicBezTo>
                    <a:cubicBezTo>
                      <a:pt x="430" y="20"/>
                      <a:pt x="431" y="20"/>
                      <a:pt x="431" y="20"/>
                    </a:cubicBezTo>
                    <a:cubicBezTo>
                      <a:pt x="431" y="20"/>
                      <a:pt x="431" y="21"/>
                      <a:pt x="431" y="21"/>
                    </a:cubicBezTo>
                    <a:cubicBezTo>
                      <a:pt x="431" y="21"/>
                      <a:pt x="431" y="22"/>
                      <a:pt x="431" y="22"/>
                    </a:cubicBezTo>
                    <a:cubicBezTo>
                      <a:pt x="431" y="22"/>
                      <a:pt x="431" y="23"/>
                      <a:pt x="431" y="23"/>
                    </a:cubicBezTo>
                    <a:cubicBezTo>
                      <a:pt x="431" y="23"/>
                      <a:pt x="432" y="24"/>
                      <a:pt x="432" y="24"/>
                    </a:cubicBezTo>
                    <a:cubicBezTo>
                      <a:pt x="432" y="25"/>
                      <a:pt x="431" y="25"/>
                      <a:pt x="431" y="26"/>
                    </a:cubicBezTo>
                    <a:cubicBezTo>
                      <a:pt x="431" y="27"/>
                      <a:pt x="430" y="28"/>
                      <a:pt x="430" y="29"/>
                    </a:cubicBezTo>
                    <a:cubicBezTo>
                      <a:pt x="430" y="29"/>
                      <a:pt x="430" y="29"/>
                      <a:pt x="430" y="29"/>
                    </a:cubicBezTo>
                    <a:cubicBezTo>
                      <a:pt x="429" y="29"/>
                      <a:pt x="429" y="30"/>
                      <a:pt x="428" y="30"/>
                    </a:cubicBezTo>
                    <a:cubicBezTo>
                      <a:pt x="428" y="30"/>
                      <a:pt x="428" y="30"/>
                      <a:pt x="428" y="31"/>
                    </a:cubicBezTo>
                    <a:cubicBezTo>
                      <a:pt x="427" y="31"/>
                      <a:pt x="427" y="31"/>
                      <a:pt x="427" y="31"/>
                    </a:cubicBezTo>
                    <a:cubicBezTo>
                      <a:pt x="426" y="31"/>
                      <a:pt x="424" y="32"/>
                      <a:pt x="423" y="32"/>
                    </a:cubicBezTo>
                    <a:cubicBezTo>
                      <a:pt x="423" y="32"/>
                      <a:pt x="423" y="32"/>
                      <a:pt x="423" y="32"/>
                    </a:cubicBezTo>
                    <a:cubicBezTo>
                      <a:pt x="422" y="32"/>
                      <a:pt x="422" y="32"/>
                      <a:pt x="421" y="32"/>
                    </a:cubicBezTo>
                    <a:cubicBezTo>
                      <a:pt x="421" y="33"/>
                      <a:pt x="420" y="32"/>
                      <a:pt x="420" y="32"/>
                    </a:cubicBezTo>
                    <a:cubicBezTo>
                      <a:pt x="420" y="32"/>
                      <a:pt x="419" y="32"/>
                      <a:pt x="419" y="32"/>
                    </a:cubicBezTo>
                    <a:cubicBezTo>
                      <a:pt x="419" y="32"/>
                      <a:pt x="418" y="32"/>
                      <a:pt x="418" y="32"/>
                    </a:cubicBezTo>
                    <a:cubicBezTo>
                      <a:pt x="417" y="32"/>
                      <a:pt x="417" y="31"/>
                      <a:pt x="416" y="31"/>
                    </a:cubicBezTo>
                    <a:cubicBezTo>
                      <a:pt x="416" y="31"/>
                      <a:pt x="416" y="31"/>
                      <a:pt x="416" y="31"/>
                    </a:cubicBezTo>
                    <a:cubicBezTo>
                      <a:pt x="415" y="31"/>
                      <a:pt x="415" y="30"/>
                      <a:pt x="415" y="30"/>
                    </a:cubicBezTo>
                    <a:cubicBezTo>
                      <a:pt x="415" y="30"/>
                      <a:pt x="415" y="30"/>
                      <a:pt x="414" y="30"/>
                    </a:cubicBezTo>
                    <a:cubicBezTo>
                      <a:pt x="414" y="29"/>
                      <a:pt x="415" y="29"/>
                      <a:pt x="414" y="29"/>
                    </a:cubicBezTo>
                    <a:cubicBezTo>
                      <a:pt x="414" y="28"/>
                      <a:pt x="413" y="30"/>
                      <a:pt x="413" y="29"/>
                    </a:cubicBezTo>
                    <a:cubicBezTo>
                      <a:pt x="413" y="28"/>
                      <a:pt x="412" y="28"/>
                      <a:pt x="411" y="27"/>
                    </a:cubicBezTo>
                    <a:cubicBezTo>
                      <a:pt x="410" y="27"/>
                      <a:pt x="410" y="27"/>
                      <a:pt x="410" y="27"/>
                    </a:cubicBezTo>
                    <a:cubicBezTo>
                      <a:pt x="410" y="27"/>
                      <a:pt x="410" y="27"/>
                      <a:pt x="410" y="27"/>
                    </a:cubicBezTo>
                    <a:cubicBezTo>
                      <a:pt x="410" y="27"/>
                      <a:pt x="410" y="27"/>
                      <a:pt x="410" y="27"/>
                    </a:cubicBezTo>
                    <a:cubicBezTo>
                      <a:pt x="408" y="26"/>
                      <a:pt x="408" y="26"/>
                      <a:pt x="408" y="26"/>
                    </a:cubicBezTo>
                    <a:cubicBezTo>
                      <a:pt x="407" y="26"/>
                      <a:pt x="407" y="26"/>
                      <a:pt x="407" y="26"/>
                    </a:cubicBezTo>
                    <a:cubicBezTo>
                      <a:pt x="399" y="23"/>
                      <a:pt x="390" y="21"/>
                      <a:pt x="383" y="20"/>
                    </a:cubicBezTo>
                    <a:cubicBezTo>
                      <a:pt x="376" y="19"/>
                      <a:pt x="370" y="18"/>
                      <a:pt x="363" y="17"/>
                    </a:cubicBezTo>
                    <a:cubicBezTo>
                      <a:pt x="342" y="15"/>
                      <a:pt x="321" y="16"/>
                      <a:pt x="300" y="17"/>
                    </a:cubicBezTo>
                    <a:cubicBezTo>
                      <a:pt x="288" y="18"/>
                      <a:pt x="273" y="20"/>
                      <a:pt x="262" y="22"/>
                    </a:cubicBezTo>
                    <a:cubicBezTo>
                      <a:pt x="249" y="24"/>
                      <a:pt x="236" y="27"/>
                      <a:pt x="224" y="30"/>
                    </a:cubicBezTo>
                    <a:cubicBezTo>
                      <a:pt x="217" y="32"/>
                      <a:pt x="210" y="34"/>
                      <a:pt x="203" y="36"/>
                    </a:cubicBezTo>
                    <a:cubicBezTo>
                      <a:pt x="196" y="38"/>
                      <a:pt x="196" y="38"/>
                      <a:pt x="196" y="38"/>
                    </a:cubicBezTo>
                    <a:cubicBezTo>
                      <a:pt x="190" y="41"/>
                      <a:pt x="183" y="43"/>
                      <a:pt x="176" y="46"/>
                    </a:cubicBezTo>
                    <a:cubicBezTo>
                      <a:pt x="170" y="49"/>
                      <a:pt x="164" y="51"/>
                      <a:pt x="157" y="54"/>
                    </a:cubicBezTo>
                    <a:cubicBezTo>
                      <a:pt x="148" y="58"/>
                      <a:pt x="138" y="64"/>
                      <a:pt x="127" y="70"/>
                    </a:cubicBezTo>
                    <a:cubicBezTo>
                      <a:pt x="117" y="77"/>
                      <a:pt x="106" y="84"/>
                      <a:pt x="96" y="92"/>
                    </a:cubicBezTo>
                    <a:cubicBezTo>
                      <a:pt x="93" y="94"/>
                      <a:pt x="93" y="94"/>
                      <a:pt x="93" y="94"/>
                    </a:cubicBezTo>
                    <a:cubicBezTo>
                      <a:pt x="80" y="104"/>
                      <a:pt x="69" y="115"/>
                      <a:pt x="59" y="125"/>
                    </a:cubicBezTo>
                    <a:cubicBezTo>
                      <a:pt x="47" y="138"/>
                      <a:pt x="34" y="155"/>
                      <a:pt x="26" y="171"/>
                    </a:cubicBezTo>
                    <a:cubicBezTo>
                      <a:pt x="19" y="186"/>
                      <a:pt x="14" y="201"/>
                      <a:pt x="14" y="217"/>
                    </a:cubicBezTo>
                    <a:cubicBezTo>
                      <a:pt x="15" y="222"/>
                      <a:pt x="15" y="229"/>
                      <a:pt x="17" y="234"/>
                    </a:cubicBezTo>
                    <a:cubicBezTo>
                      <a:pt x="19" y="239"/>
                      <a:pt x="22" y="244"/>
                      <a:pt x="26" y="249"/>
                    </a:cubicBezTo>
                    <a:cubicBezTo>
                      <a:pt x="28" y="252"/>
                      <a:pt x="31" y="255"/>
                      <a:pt x="35" y="258"/>
                    </a:cubicBezTo>
                    <a:cubicBezTo>
                      <a:pt x="40" y="261"/>
                      <a:pt x="45" y="264"/>
                      <a:pt x="51" y="267"/>
                    </a:cubicBezTo>
                    <a:cubicBezTo>
                      <a:pt x="61" y="272"/>
                      <a:pt x="72" y="276"/>
                      <a:pt x="84" y="279"/>
                    </a:cubicBezTo>
                    <a:cubicBezTo>
                      <a:pt x="95" y="282"/>
                      <a:pt x="106" y="284"/>
                      <a:pt x="117" y="285"/>
                    </a:cubicBezTo>
                    <a:cubicBezTo>
                      <a:pt x="121" y="286"/>
                      <a:pt x="125" y="286"/>
                      <a:pt x="129" y="287"/>
                    </a:cubicBezTo>
                    <a:cubicBezTo>
                      <a:pt x="131" y="287"/>
                      <a:pt x="134" y="287"/>
                      <a:pt x="137" y="287"/>
                    </a:cubicBezTo>
                    <a:cubicBezTo>
                      <a:pt x="150" y="289"/>
                      <a:pt x="168" y="290"/>
                      <a:pt x="184" y="291"/>
                    </a:cubicBezTo>
                    <a:cubicBezTo>
                      <a:pt x="206" y="291"/>
                      <a:pt x="227" y="291"/>
                      <a:pt x="251" y="289"/>
                    </a:cubicBezTo>
                    <a:cubicBezTo>
                      <a:pt x="268" y="287"/>
                      <a:pt x="287" y="285"/>
                      <a:pt x="306" y="281"/>
                    </a:cubicBezTo>
                    <a:cubicBezTo>
                      <a:pt x="331" y="276"/>
                      <a:pt x="357" y="268"/>
                      <a:pt x="381" y="259"/>
                    </a:cubicBezTo>
                    <a:cubicBezTo>
                      <a:pt x="395" y="254"/>
                      <a:pt x="407" y="248"/>
                      <a:pt x="419" y="241"/>
                    </a:cubicBezTo>
                    <a:cubicBezTo>
                      <a:pt x="430" y="233"/>
                      <a:pt x="440" y="224"/>
                      <a:pt x="449" y="215"/>
                    </a:cubicBezTo>
                    <a:cubicBezTo>
                      <a:pt x="450" y="214"/>
                      <a:pt x="451" y="213"/>
                      <a:pt x="453" y="211"/>
                    </a:cubicBezTo>
                    <a:cubicBezTo>
                      <a:pt x="455" y="209"/>
                      <a:pt x="454" y="210"/>
                      <a:pt x="456" y="207"/>
                    </a:cubicBezTo>
                    <a:cubicBezTo>
                      <a:pt x="458" y="205"/>
                      <a:pt x="457" y="207"/>
                      <a:pt x="458" y="205"/>
                    </a:cubicBezTo>
                    <a:cubicBezTo>
                      <a:pt x="464" y="198"/>
                      <a:pt x="464" y="198"/>
                      <a:pt x="464" y="198"/>
                    </a:cubicBezTo>
                    <a:cubicBezTo>
                      <a:pt x="465" y="197"/>
                      <a:pt x="466" y="196"/>
                      <a:pt x="467" y="195"/>
                    </a:cubicBezTo>
                    <a:cubicBezTo>
                      <a:pt x="467" y="194"/>
                      <a:pt x="468" y="193"/>
                      <a:pt x="469" y="192"/>
                    </a:cubicBezTo>
                    <a:cubicBezTo>
                      <a:pt x="472" y="187"/>
                      <a:pt x="475" y="182"/>
                      <a:pt x="477" y="177"/>
                    </a:cubicBezTo>
                    <a:cubicBezTo>
                      <a:pt x="482" y="167"/>
                      <a:pt x="486" y="156"/>
                      <a:pt x="487" y="146"/>
                    </a:cubicBezTo>
                    <a:cubicBezTo>
                      <a:pt x="487" y="143"/>
                      <a:pt x="487" y="146"/>
                      <a:pt x="488" y="144"/>
                    </a:cubicBezTo>
                    <a:cubicBezTo>
                      <a:pt x="488" y="142"/>
                      <a:pt x="488" y="141"/>
                      <a:pt x="487" y="139"/>
                    </a:cubicBezTo>
                    <a:cubicBezTo>
                      <a:pt x="487" y="137"/>
                      <a:pt x="487" y="136"/>
                      <a:pt x="487" y="134"/>
                    </a:cubicBezTo>
                    <a:cubicBezTo>
                      <a:pt x="487" y="130"/>
                      <a:pt x="486" y="126"/>
                      <a:pt x="485" y="123"/>
                    </a:cubicBezTo>
                    <a:cubicBezTo>
                      <a:pt x="483" y="115"/>
                      <a:pt x="480" y="108"/>
                      <a:pt x="475" y="103"/>
                    </a:cubicBezTo>
                    <a:cubicBezTo>
                      <a:pt x="472" y="98"/>
                      <a:pt x="467" y="94"/>
                      <a:pt x="462" y="91"/>
                    </a:cubicBezTo>
                    <a:cubicBezTo>
                      <a:pt x="460" y="90"/>
                      <a:pt x="461" y="90"/>
                      <a:pt x="460" y="90"/>
                    </a:cubicBezTo>
                    <a:cubicBezTo>
                      <a:pt x="458" y="89"/>
                      <a:pt x="459" y="89"/>
                      <a:pt x="458" y="88"/>
                    </a:cubicBezTo>
                    <a:cubicBezTo>
                      <a:pt x="456" y="87"/>
                      <a:pt x="456" y="87"/>
                      <a:pt x="456" y="87"/>
                    </a:cubicBezTo>
                    <a:cubicBezTo>
                      <a:pt x="453" y="86"/>
                      <a:pt x="453" y="86"/>
                      <a:pt x="453" y="86"/>
                    </a:cubicBezTo>
                    <a:cubicBezTo>
                      <a:pt x="439" y="78"/>
                      <a:pt x="424" y="72"/>
                      <a:pt x="409" y="67"/>
                    </a:cubicBezTo>
                    <a:cubicBezTo>
                      <a:pt x="406" y="66"/>
                      <a:pt x="406" y="66"/>
                      <a:pt x="402" y="64"/>
                    </a:cubicBezTo>
                    <a:cubicBezTo>
                      <a:pt x="398" y="63"/>
                      <a:pt x="399" y="63"/>
                      <a:pt x="396" y="63"/>
                    </a:cubicBezTo>
                    <a:cubicBezTo>
                      <a:pt x="395" y="63"/>
                      <a:pt x="392" y="61"/>
                      <a:pt x="391" y="61"/>
                    </a:cubicBezTo>
                    <a:cubicBezTo>
                      <a:pt x="390" y="61"/>
                      <a:pt x="391" y="61"/>
                      <a:pt x="391" y="61"/>
                    </a:cubicBezTo>
                    <a:cubicBezTo>
                      <a:pt x="388" y="60"/>
                      <a:pt x="378" y="58"/>
                      <a:pt x="373" y="57"/>
                    </a:cubicBezTo>
                    <a:cubicBezTo>
                      <a:pt x="366" y="56"/>
                      <a:pt x="358" y="54"/>
                      <a:pt x="350" y="53"/>
                    </a:cubicBezTo>
                    <a:cubicBezTo>
                      <a:pt x="358" y="54"/>
                      <a:pt x="365" y="55"/>
                      <a:pt x="367" y="55"/>
                    </a:cubicBezTo>
                    <a:cubicBezTo>
                      <a:pt x="359" y="53"/>
                      <a:pt x="344" y="52"/>
                      <a:pt x="336" y="51"/>
                    </a:cubicBezTo>
                    <a:cubicBezTo>
                      <a:pt x="318" y="50"/>
                      <a:pt x="294" y="52"/>
                      <a:pt x="273" y="56"/>
                    </a:cubicBezTo>
                    <a:cubicBezTo>
                      <a:pt x="272" y="56"/>
                      <a:pt x="271" y="56"/>
                      <a:pt x="271" y="56"/>
                    </a:cubicBezTo>
                    <a:cubicBezTo>
                      <a:pt x="265" y="57"/>
                      <a:pt x="265" y="57"/>
                      <a:pt x="265" y="57"/>
                    </a:cubicBezTo>
                    <a:cubicBezTo>
                      <a:pt x="264" y="58"/>
                      <a:pt x="264" y="58"/>
                      <a:pt x="264" y="58"/>
                    </a:cubicBezTo>
                    <a:cubicBezTo>
                      <a:pt x="264" y="58"/>
                      <a:pt x="263" y="58"/>
                      <a:pt x="262" y="58"/>
                    </a:cubicBezTo>
                    <a:cubicBezTo>
                      <a:pt x="264" y="58"/>
                      <a:pt x="264" y="58"/>
                      <a:pt x="264" y="58"/>
                    </a:cubicBezTo>
                    <a:cubicBezTo>
                      <a:pt x="265" y="57"/>
                      <a:pt x="265" y="57"/>
                      <a:pt x="265" y="57"/>
                    </a:cubicBezTo>
                    <a:cubicBezTo>
                      <a:pt x="266" y="57"/>
                      <a:pt x="266" y="57"/>
                      <a:pt x="266" y="57"/>
                    </a:cubicBezTo>
                    <a:cubicBezTo>
                      <a:pt x="266" y="57"/>
                      <a:pt x="266" y="57"/>
                      <a:pt x="266" y="57"/>
                    </a:cubicBezTo>
                    <a:cubicBezTo>
                      <a:pt x="267" y="57"/>
                      <a:pt x="267" y="57"/>
                      <a:pt x="267" y="57"/>
                    </a:cubicBezTo>
                    <a:cubicBezTo>
                      <a:pt x="288" y="53"/>
                      <a:pt x="309" y="50"/>
                      <a:pt x="330" y="51"/>
                    </a:cubicBezTo>
                    <a:cubicBezTo>
                      <a:pt x="335" y="51"/>
                      <a:pt x="343" y="51"/>
                      <a:pt x="352" y="52"/>
                    </a:cubicBezTo>
                    <a:cubicBezTo>
                      <a:pt x="362" y="53"/>
                      <a:pt x="371" y="55"/>
                      <a:pt x="378" y="57"/>
                    </a:cubicBezTo>
                    <a:cubicBezTo>
                      <a:pt x="387" y="58"/>
                      <a:pt x="391" y="59"/>
                      <a:pt x="387" y="58"/>
                    </a:cubicBezTo>
                    <a:cubicBezTo>
                      <a:pt x="376" y="55"/>
                      <a:pt x="367" y="53"/>
                      <a:pt x="356" y="52"/>
                    </a:cubicBezTo>
                    <a:cubicBezTo>
                      <a:pt x="354" y="51"/>
                      <a:pt x="352" y="51"/>
                      <a:pt x="355" y="51"/>
                    </a:cubicBezTo>
                    <a:cubicBezTo>
                      <a:pt x="377" y="53"/>
                      <a:pt x="401" y="60"/>
                      <a:pt x="418" y="66"/>
                    </a:cubicBezTo>
                    <a:cubicBezTo>
                      <a:pt x="428" y="70"/>
                      <a:pt x="428" y="70"/>
                      <a:pt x="428" y="70"/>
                    </a:cubicBezTo>
                    <a:cubicBezTo>
                      <a:pt x="430" y="70"/>
                      <a:pt x="431" y="71"/>
                      <a:pt x="432" y="71"/>
                    </a:cubicBezTo>
                    <a:cubicBezTo>
                      <a:pt x="432" y="71"/>
                      <a:pt x="430" y="70"/>
                      <a:pt x="430" y="70"/>
                    </a:cubicBezTo>
                    <a:cubicBezTo>
                      <a:pt x="411" y="62"/>
                      <a:pt x="395" y="56"/>
                      <a:pt x="374" y="52"/>
                    </a:cubicBezTo>
                    <a:cubicBezTo>
                      <a:pt x="371" y="51"/>
                      <a:pt x="368" y="51"/>
                      <a:pt x="365" y="50"/>
                    </a:cubicBezTo>
                    <a:cubicBezTo>
                      <a:pt x="358" y="49"/>
                      <a:pt x="347" y="48"/>
                      <a:pt x="338" y="47"/>
                    </a:cubicBezTo>
                    <a:cubicBezTo>
                      <a:pt x="336" y="47"/>
                      <a:pt x="337" y="47"/>
                      <a:pt x="336" y="47"/>
                    </a:cubicBezTo>
                    <a:cubicBezTo>
                      <a:pt x="315" y="46"/>
                      <a:pt x="296" y="48"/>
                      <a:pt x="277" y="51"/>
                    </a:cubicBezTo>
                    <a:cubicBezTo>
                      <a:pt x="293" y="48"/>
                      <a:pt x="310" y="47"/>
                      <a:pt x="325" y="47"/>
                    </a:cubicBezTo>
                    <a:cubicBezTo>
                      <a:pt x="327" y="47"/>
                      <a:pt x="328" y="46"/>
                      <a:pt x="330" y="46"/>
                    </a:cubicBezTo>
                    <a:cubicBezTo>
                      <a:pt x="343" y="47"/>
                      <a:pt x="363" y="49"/>
                      <a:pt x="379" y="52"/>
                    </a:cubicBezTo>
                    <a:cubicBezTo>
                      <a:pt x="381" y="52"/>
                      <a:pt x="382" y="52"/>
                      <a:pt x="375" y="51"/>
                    </a:cubicBezTo>
                    <a:cubicBezTo>
                      <a:pt x="377" y="51"/>
                      <a:pt x="378" y="51"/>
                      <a:pt x="381" y="52"/>
                    </a:cubicBezTo>
                    <a:cubicBezTo>
                      <a:pt x="381" y="52"/>
                      <a:pt x="380" y="52"/>
                      <a:pt x="379" y="52"/>
                    </a:cubicBezTo>
                    <a:cubicBezTo>
                      <a:pt x="388" y="53"/>
                      <a:pt x="389" y="54"/>
                      <a:pt x="398" y="56"/>
                    </a:cubicBezTo>
                    <a:cubicBezTo>
                      <a:pt x="399" y="56"/>
                      <a:pt x="400" y="56"/>
                      <a:pt x="399" y="56"/>
                    </a:cubicBezTo>
                    <a:cubicBezTo>
                      <a:pt x="392" y="54"/>
                      <a:pt x="385" y="52"/>
                      <a:pt x="379" y="51"/>
                    </a:cubicBezTo>
                    <a:cubicBezTo>
                      <a:pt x="375" y="50"/>
                      <a:pt x="372" y="50"/>
                      <a:pt x="369" y="49"/>
                    </a:cubicBezTo>
                    <a:cubicBezTo>
                      <a:pt x="367" y="49"/>
                      <a:pt x="367" y="49"/>
                      <a:pt x="365" y="48"/>
                    </a:cubicBezTo>
                    <a:cubicBezTo>
                      <a:pt x="363" y="48"/>
                      <a:pt x="360" y="48"/>
                      <a:pt x="358" y="48"/>
                    </a:cubicBezTo>
                    <a:cubicBezTo>
                      <a:pt x="353" y="47"/>
                      <a:pt x="353" y="47"/>
                      <a:pt x="353" y="47"/>
                    </a:cubicBezTo>
                    <a:cubicBezTo>
                      <a:pt x="345" y="46"/>
                      <a:pt x="336" y="46"/>
                      <a:pt x="327" y="45"/>
                    </a:cubicBezTo>
                    <a:cubicBezTo>
                      <a:pt x="321" y="45"/>
                      <a:pt x="314" y="45"/>
                      <a:pt x="307" y="46"/>
                    </a:cubicBezTo>
                    <a:cubicBezTo>
                      <a:pt x="310" y="45"/>
                      <a:pt x="315" y="45"/>
                      <a:pt x="320" y="45"/>
                    </a:cubicBezTo>
                    <a:cubicBezTo>
                      <a:pt x="337" y="45"/>
                      <a:pt x="357" y="46"/>
                      <a:pt x="371" y="49"/>
                    </a:cubicBezTo>
                    <a:cubicBezTo>
                      <a:pt x="372" y="49"/>
                      <a:pt x="369" y="48"/>
                      <a:pt x="368" y="48"/>
                    </a:cubicBezTo>
                    <a:cubicBezTo>
                      <a:pt x="363" y="47"/>
                      <a:pt x="360" y="47"/>
                      <a:pt x="356" y="46"/>
                    </a:cubicBezTo>
                    <a:cubicBezTo>
                      <a:pt x="354" y="46"/>
                      <a:pt x="357" y="46"/>
                      <a:pt x="355" y="46"/>
                    </a:cubicBezTo>
                    <a:cubicBezTo>
                      <a:pt x="345" y="45"/>
                      <a:pt x="335" y="45"/>
                      <a:pt x="323" y="45"/>
                    </a:cubicBezTo>
                    <a:cubicBezTo>
                      <a:pt x="322" y="44"/>
                      <a:pt x="319" y="44"/>
                      <a:pt x="321" y="44"/>
                    </a:cubicBezTo>
                    <a:cubicBezTo>
                      <a:pt x="319" y="44"/>
                      <a:pt x="319" y="44"/>
                      <a:pt x="317" y="44"/>
                    </a:cubicBezTo>
                    <a:cubicBezTo>
                      <a:pt x="314" y="44"/>
                      <a:pt x="318" y="44"/>
                      <a:pt x="317" y="44"/>
                    </a:cubicBezTo>
                    <a:cubicBezTo>
                      <a:pt x="314" y="44"/>
                      <a:pt x="310" y="45"/>
                      <a:pt x="308" y="45"/>
                    </a:cubicBezTo>
                    <a:cubicBezTo>
                      <a:pt x="294" y="46"/>
                      <a:pt x="282" y="47"/>
                      <a:pt x="266" y="50"/>
                    </a:cubicBezTo>
                    <a:cubicBezTo>
                      <a:pt x="276" y="48"/>
                      <a:pt x="290" y="46"/>
                      <a:pt x="305" y="45"/>
                    </a:cubicBezTo>
                    <a:cubicBezTo>
                      <a:pt x="308" y="44"/>
                      <a:pt x="304" y="45"/>
                      <a:pt x="307" y="44"/>
                    </a:cubicBezTo>
                    <a:cubicBezTo>
                      <a:pt x="311" y="44"/>
                      <a:pt x="314" y="44"/>
                      <a:pt x="318" y="44"/>
                    </a:cubicBezTo>
                    <a:cubicBezTo>
                      <a:pt x="328" y="44"/>
                      <a:pt x="328" y="44"/>
                      <a:pt x="328" y="44"/>
                    </a:cubicBezTo>
                    <a:cubicBezTo>
                      <a:pt x="333" y="44"/>
                      <a:pt x="338" y="44"/>
                      <a:pt x="343" y="44"/>
                    </a:cubicBezTo>
                    <a:cubicBezTo>
                      <a:pt x="348" y="45"/>
                      <a:pt x="351" y="45"/>
                      <a:pt x="356" y="45"/>
                    </a:cubicBezTo>
                    <a:cubicBezTo>
                      <a:pt x="358" y="46"/>
                      <a:pt x="358" y="45"/>
                      <a:pt x="361" y="46"/>
                    </a:cubicBezTo>
                    <a:cubicBezTo>
                      <a:pt x="362" y="46"/>
                      <a:pt x="357" y="45"/>
                      <a:pt x="360" y="45"/>
                    </a:cubicBezTo>
                    <a:cubicBezTo>
                      <a:pt x="363" y="46"/>
                      <a:pt x="360" y="45"/>
                      <a:pt x="362" y="46"/>
                    </a:cubicBezTo>
                    <a:cubicBezTo>
                      <a:pt x="365" y="46"/>
                      <a:pt x="366" y="46"/>
                      <a:pt x="368" y="46"/>
                    </a:cubicBezTo>
                    <a:cubicBezTo>
                      <a:pt x="375" y="48"/>
                      <a:pt x="382" y="49"/>
                      <a:pt x="389" y="51"/>
                    </a:cubicBezTo>
                    <a:cubicBezTo>
                      <a:pt x="391" y="51"/>
                      <a:pt x="386" y="50"/>
                      <a:pt x="388" y="50"/>
                    </a:cubicBezTo>
                    <a:cubicBezTo>
                      <a:pt x="391" y="51"/>
                      <a:pt x="401" y="54"/>
                      <a:pt x="403" y="54"/>
                    </a:cubicBezTo>
                    <a:cubicBezTo>
                      <a:pt x="411" y="57"/>
                      <a:pt x="415" y="58"/>
                      <a:pt x="424" y="61"/>
                    </a:cubicBezTo>
                    <a:cubicBezTo>
                      <a:pt x="427" y="63"/>
                      <a:pt x="424" y="61"/>
                      <a:pt x="426" y="62"/>
                    </a:cubicBezTo>
                    <a:cubicBezTo>
                      <a:pt x="431" y="64"/>
                      <a:pt x="434" y="65"/>
                      <a:pt x="440" y="68"/>
                    </a:cubicBezTo>
                    <a:cubicBezTo>
                      <a:pt x="444" y="69"/>
                      <a:pt x="450" y="72"/>
                      <a:pt x="455" y="75"/>
                    </a:cubicBezTo>
                    <a:cubicBezTo>
                      <a:pt x="455" y="74"/>
                      <a:pt x="452" y="73"/>
                      <a:pt x="449" y="71"/>
                    </a:cubicBezTo>
                    <a:cubicBezTo>
                      <a:pt x="451" y="72"/>
                      <a:pt x="456" y="75"/>
                      <a:pt x="458" y="76"/>
                    </a:cubicBezTo>
                    <a:cubicBezTo>
                      <a:pt x="466" y="80"/>
                      <a:pt x="473" y="84"/>
                      <a:pt x="480" y="91"/>
                    </a:cubicBezTo>
                    <a:cubicBezTo>
                      <a:pt x="486" y="97"/>
                      <a:pt x="492" y="105"/>
                      <a:pt x="495" y="116"/>
                    </a:cubicBezTo>
                    <a:cubicBezTo>
                      <a:pt x="496" y="119"/>
                      <a:pt x="497" y="120"/>
                      <a:pt x="498" y="123"/>
                    </a:cubicBezTo>
                    <a:cubicBezTo>
                      <a:pt x="498" y="124"/>
                      <a:pt x="498" y="124"/>
                      <a:pt x="498" y="123"/>
                    </a:cubicBezTo>
                    <a:cubicBezTo>
                      <a:pt x="498" y="126"/>
                      <a:pt x="499" y="130"/>
                      <a:pt x="499" y="134"/>
                    </a:cubicBezTo>
                    <a:cubicBezTo>
                      <a:pt x="500" y="136"/>
                      <a:pt x="500" y="139"/>
                      <a:pt x="500" y="141"/>
                    </a:cubicBezTo>
                    <a:cubicBezTo>
                      <a:pt x="500" y="143"/>
                      <a:pt x="500" y="146"/>
                      <a:pt x="500" y="148"/>
                    </a:cubicBezTo>
                    <a:close/>
                    <a:moveTo>
                      <a:pt x="385" y="50"/>
                    </a:moveTo>
                    <a:cubicBezTo>
                      <a:pt x="380" y="49"/>
                      <a:pt x="378" y="49"/>
                      <a:pt x="371" y="47"/>
                    </a:cubicBezTo>
                    <a:cubicBezTo>
                      <a:pt x="369" y="47"/>
                      <a:pt x="367" y="47"/>
                      <a:pt x="364" y="46"/>
                    </a:cubicBezTo>
                    <a:cubicBezTo>
                      <a:pt x="363" y="47"/>
                      <a:pt x="354" y="45"/>
                      <a:pt x="354" y="46"/>
                    </a:cubicBezTo>
                    <a:cubicBezTo>
                      <a:pt x="359" y="46"/>
                      <a:pt x="362" y="47"/>
                      <a:pt x="365" y="47"/>
                    </a:cubicBezTo>
                    <a:cubicBezTo>
                      <a:pt x="367" y="47"/>
                      <a:pt x="364" y="47"/>
                      <a:pt x="366" y="47"/>
                    </a:cubicBezTo>
                    <a:cubicBezTo>
                      <a:pt x="370" y="48"/>
                      <a:pt x="380" y="49"/>
                      <a:pt x="386" y="51"/>
                    </a:cubicBezTo>
                    <a:cubicBezTo>
                      <a:pt x="386" y="51"/>
                      <a:pt x="384" y="50"/>
                      <a:pt x="385" y="50"/>
                    </a:cubicBezTo>
                    <a:close/>
                    <a:moveTo>
                      <a:pt x="387" y="51"/>
                    </a:moveTo>
                    <a:cubicBezTo>
                      <a:pt x="387" y="51"/>
                      <a:pt x="388" y="51"/>
                      <a:pt x="388" y="51"/>
                    </a:cubicBezTo>
                    <a:cubicBezTo>
                      <a:pt x="392" y="52"/>
                      <a:pt x="389" y="51"/>
                      <a:pt x="387" y="51"/>
                    </a:cubicBezTo>
                    <a:close/>
                    <a:moveTo>
                      <a:pt x="391" y="61"/>
                    </a:moveTo>
                    <a:cubicBezTo>
                      <a:pt x="391" y="61"/>
                      <a:pt x="391" y="61"/>
                      <a:pt x="391" y="61"/>
                    </a:cubicBezTo>
                    <a:cubicBezTo>
                      <a:pt x="391" y="61"/>
                      <a:pt x="391" y="61"/>
                      <a:pt x="391" y="61"/>
                    </a:cubicBezTo>
                    <a:close/>
                  </a:path>
                </a:pathLst>
              </a:custGeom>
              <a:solidFill>
                <a:srgbClr val="008000"/>
              </a:solidFill>
              <a:ln w="12700" cmpd="sng">
                <a:solidFill>
                  <a:srgbClr val="008000"/>
                </a:solidFill>
              </a:ln>
              <a:effectLst>
                <a:outerShdw blurRad="50800" dist="254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501"/>
              <p:cNvSpPr>
                <a:spLocks noEditPoints="1"/>
              </p:cNvSpPr>
              <p:nvPr/>
            </p:nvSpPr>
            <p:spPr bwMode="auto">
              <a:xfrm>
                <a:off x="6381262" y="3376493"/>
                <a:ext cx="442263" cy="380279"/>
              </a:xfrm>
              <a:custGeom>
                <a:avLst/>
                <a:gdLst>
                  <a:gd name="T0" fmla="*/ 450 w 500"/>
                  <a:gd name="T1" fmla="*/ 71 h 305"/>
                  <a:gd name="T2" fmla="*/ 422 w 500"/>
                  <a:gd name="T3" fmla="*/ 60 h 305"/>
                  <a:gd name="T4" fmla="*/ 366 w 500"/>
                  <a:gd name="T5" fmla="*/ 54 h 305"/>
                  <a:gd name="T6" fmla="*/ 299 w 500"/>
                  <a:gd name="T7" fmla="*/ 46 h 305"/>
                  <a:gd name="T8" fmla="*/ 265 w 500"/>
                  <a:gd name="T9" fmla="*/ 53 h 305"/>
                  <a:gd name="T10" fmla="*/ 264 w 500"/>
                  <a:gd name="T11" fmla="*/ 53 h 305"/>
                  <a:gd name="T12" fmla="*/ 265 w 500"/>
                  <a:gd name="T13" fmla="*/ 51 h 305"/>
                  <a:gd name="T14" fmla="*/ 265 w 500"/>
                  <a:gd name="T15" fmla="*/ 51 h 305"/>
                  <a:gd name="T16" fmla="*/ 264 w 500"/>
                  <a:gd name="T17" fmla="*/ 51 h 305"/>
                  <a:gd name="T18" fmla="*/ 265 w 500"/>
                  <a:gd name="T19" fmla="*/ 58 h 305"/>
                  <a:gd name="T20" fmla="*/ 263 w 500"/>
                  <a:gd name="T21" fmla="*/ 51 h 305"/>
                  <a:gd name="T22" fmla="*/ 262 w 500"/>
                  <a:gd name="T23" fmla="*/ 53 h 305"/>
                  <a:gd name="T24" fmla="*/ 262 w 500"/>
                  <a:gd name="T25" fmla="*/ 56 h 305"/>
                  <a:gd name="T26" fmla="*/ 262 w 500"/>
                  <a:gd name="T27" fmla="*/ 58 h 305"/>
                  <a:gd name="T28" fmla="*/ 339 w 500"/>
                  <a:gd name="T29" fmla="*/ 54 h 305"/>
                  <a:gd name="T30" fmla="*/ 264 w 500"/>
                  <a:gd name="T31" fmla="*/ 56 h 305"/>
                  <a:gd name="T32" fmla="*/ 263 w 500"/>
                  <a:gd name="T33" fmla="*/ 56 h 305"/>
                  <a:gd name="T34" fmla="*/ 260 w 500"/>
                  <a:gd name="T35" fmla="*/ 52 h 305"/>
                  <a:gd name="T36" fmla="*/ 263 w 500"/>
                  <a:gd name="T37" fmla="*/ 52 h 305"/>
                  <a:gd name="T38" fmla="*/ 494 w 500"/>
                  <a:gd name="T39" fmla="*/ 169 h 305"/>
                  <a:gd name="T40" fmla="*/ 465 w 500"/>
                  <a:gd name="T41" fmla="*/ 217 h 305"/>
                  <a:gd name="T42" fmla="*/ 167 w 500"/>
                  <a:gd name="T43" fmla="*/ 304 h 305"/>
                  <a:gd name="T44" fmla="*/ 2 w 500"/>
                  <a:gd name="T45" fmla="*/ 232 h 305"/>
                  <a:gd name="T46" fmla="*/ 61 w 500"/>
                  <a:gd name="T47" fmla="*/ 102 h 305"/>
                  <a:gd name="T48" fmla="*/ 180 w 500"/>
                  <a:gd name="T49" fmla="*/ 28 h 305"/>
                  <a:gd name="T50" fmla="*/ 304 w 500"/>
                  <a:gd name="T51" fmla="*/ 1 h 305"/>
                  <a:gd name="T52" fmla="*/ 398 w 500"/>
                  <a:gd name="T53" fmla="*/ 6 h 305"/>
                  <a:gd name="T54" fmla="*/ 416 w 500"/>
                  <a:gd name="T55" fmla="*/ 12 h 305"/>
                  <a:gd name="T56" fmla="*/ 424 w 500"/>
                  <a:gd name="T57" fmla="*/ 14 h 305"/>
                  <a:gd name="T58" fmla="*/ 431 w 500"/>
                  <a:gd name="T59" fmla="*/ 19 h 305"/>
                  <a:gd name="T60" fmla="*/ 431 w 500"/>
                  <a:gd name="T61" fmla="*/ 26 h 305"/>
                  <a:gd name="T62" fmla="*/ 423 w 500"/>
                  <a:gd name="T63" fmla="*/ 32 h 305"/>
                  <a:gd name="T64" fmla="*/ 416 w 500"/>
                  <a:gd name="T65" fmla="*/ 31 h 305"/>
                  <a:gd name="T66" fmla="*/ 411 w 500"/>
                  <a:gd name="T67" fmla="*/ 27 h 305"/>
                  <a:gd name="T68" fmla="*/ 383 w 500"/>
                  <a:gd name="T69" fmla="*/ 20 h 305"/>
                  <a:gd name="T70" fmla="*/ 196 w 500"/>
                  <a:gd name="T71" fmla="*/ 38 h 305"/>
                  <a:gd name="T72" fmla="*/ 59 w 500"/>
                  <a:gd name="T73" fmla="*/ 125 h 305"/>
                  <a:gd name="T74" fmla="*/ 51 w 500"/>
                  <a:gd name="T75" fmla="*/ 267 h 305"/>
                  <a:gd name="T76" fmla="*/ 251 w 500"/>
                  <a:gd name="T77" fmla="*/ 289 h 305"/>
                  <a:gd name="T78" fmla="*/ 456 w 500"/>
                  <a:gd name="T79" fmla="*/ 207 h 305"/>
                  <a:gd name="T80" fmla="*/ 487 w 500"/>
                  <a:gd name="T81" fmla="*/ 146 h 305"/>
                  <a:gd name="T82" fmla="*/ 462 w 500"/>
                  <a:gd name="T83" fmla="*/ 91 h 305"/>
                  <a:gd name="T84" fmla="*/ 402 w 500"/>
                  <a:gd name="T85" fmla="*/ 64 h 305"/>
                  <a:gd name="T86" fmla="*/ 367 w 500"/>
                  <a:gd name="T87" fmla="*/ 55 h 305"/>
                  <a:gd name="T88" fmla="*/ 262 w 500"/>
                  <a:gd name="T89" fmla="*/ 58 h 305"/>
                  <a:gd name="T90" fmla="*/ 330 w 500"/>
                  <a:gd name="T91" fmla="*/ 51 h 305"/>
                  <a:gd name="T92" fmla="*/ 418 w 500"/>
                  <a:gd name="T93" fmla="*/ 66 h 305"/>
                  <a:gd name="T94" fmla="*/ 338 w 500"/>
                  <a:gd name="T95" fmla="*/ 47 h 305"/>
                  <a:gd name="T96" fmla="*/ 375 w 500"/>
                  <a:gd name="T97" fmla="*/ 51 h 305"/>
                  <a:gd name="T98" fmla="*/ 369 w 500"/>
                  <a:gd name="T99" fmla="*/ 49 h 305"/>
                  <a:gd name="T100" fmla="*/ 320 w 500"/>
                  <a:gd name="T101" fmla="*/ 45 h 305"/>
                  <a:gd name="T102" fmla="*/ 321 w 500"/>
                  <a:gd name="T103" fmla="*/ 44 h 305"/>
                  <a:gd name="T104" fmla="*/ 307 w 500"/>
                  <a:gd name="T105" fmla="*/ 44 h 305"/>
                  <a:gd name="T106" fmla="*/ 360 w 500"/>
                  <a:gd name="T107" fmla="*/ 45 h 305"/>
                  <a:gd name="T108" fmla="*/ 424 w 500"/>
                  <a:gd name="T109" fmla="*/ 61 h 305"/>
                  <a:gd name="T110" fmla="*/ 480 w 500"/>
                  <a:gd name="T111" fmla="*/ 91 h 305"/>
                  <a:gd name="T112" fmla="*/ 500 w 500"/>
                  <a:gd name="T113" fmla="*/ 148 h 305"/>
                  <a:gd name="T114" fmla="*/ 366 w 500"/>
                  <a:gd name="T115" fmla="*/ 47 h 305"/>
                  <a:gd name="T116" fmla="*/ 391 w 500"/>
                  <a:gd name="T117" fmla="*/ 61 h 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500" h="305">
                    <a:moveTo>
                      <a:pt x="484" y="124"/>
                    </a:moveTo>
                    <a:cubicBezTo>
                      <a:pt x="485" y="125"/>
                      <a:pt x="485" y="127"/>
                      <a:pt x="485" y="128"/>
                    </a:cubicBezTo>
                    <a:lnTo>
                      <a:pt x="484" y="124"/>
                    </a:lnTo>
                    <a:close/>
                    <a:moveTo>
                      <a:pt x="450" y="71"/>
                    </a:moveTo>
                    <a:cubicBezTo>
                      <a:pt x="449" y="70"/>
                      <a:pt x="448" y="69"/>
                      <a:pt x="445" y="68"/>
                    </a:cubicBezTo>
                    <a:cubicBezTo>
                      <a:pt x="445" y="68"/>
                      <a:pt x="449" y="70"/>
                      <a:pt x="450" y="71"/>
                    </a:cubicBezTo>
                    <a:close/>
                    <a:moveTo>
                      <a:pt x="438" y="65"/>
                    </a:moveTo>
                    <a:cubicBezTo>
                      <a:pt x="440" y="66"/>
                      <a:pt x="443" y="67"/>
                      <a:pt x="443" y="67"/>
                    </a:cubicBezTo>
                    <a:cubicBezTo>
                      <a:pt x="442" y="67"/>
                      <a:pt x="438" y="65"/>
                      <a:pt x="438" y="65"/>
                    </a:cubicBezTo>
                    <a:close/>
                    <a:moveTo>
                      <a:pt x="422" y="60"/>
                    </a:moveTo>
                    <a:cubicBezTo>
                      <a:pt x="420" y="60"/>
                      <a:pt x="417" y="58"/>
                      <a:pt x="417" y="58"/>
                    </a:cubicBezTo>
                    <a:cubicBezTo>
                      <a:pt x="418" y="59"/>
                      <a:pt x="421" y="60"/>
                      <a:pt x="422" y="60"/>
                    </a:cubicBezTo>
                    <a:close/>
                    <a:moveTo>
                      <a:pt x="413" y="55"/>
                    </a:moveTo>
                    <a:cubicBezTo>
                      <a:pt x="410" y="54"/>
                      <a:pt x="405" y="52"/>
                      <a:pt x="404" y="52"/>
                    </a:cubicBezTo>
                    <a:cubicBezTo>
                      <a:pt x="408" y="53"/>
                      <a:pt x="411" y="54"/>
                      <a:pt x="413" y="55"/>
                    </a:cubicBezTo>
                    <a:close/>
                    <a:moveTo>
                      <a:pt x="366" y="54"/>
                    </a:moveTo>
                    <a:cubicBezTo>
                      <a:pt x="370" y="55"/>
                      <a:pt x="379" y="56"/>
                      <a:pt x="384" y="57"/>
                    </a:cubicBezTo>
                    <a:cubicBezTo>
                      <a:pt x="379" y="56"/>
                      <a:pt x="372" y="55"/>
                      <a:pt x="366" y="54"/>
                    </a:cubicBezTo>
                    <a:close/>
                    <a:moveTo>
                      <a:pt x="366" y="49"/>
                    </a:moveTo>
                    <a:cubicBezTo>
                      <a:pt x="361" y="48"/>
                      <a:pt x="361" y="48"/>
                      <a:pt x="361" y="48"/>
                    </a:cubicBezTo>
                    <a:cubicBezTo>
                      <a:pt x="359" y="48"/>
                      <a:pt x="347" y="47"/>
                      <a:pt x="348" y="47"/>
                    </a:cubicBezTo>
                    <a:cubicBezTo>
                      <a:pt x="356" y="47"/>
                      <a:pt x="366" y="49"/>
                      <a:pt x="372" y="50"/>
                    </a:cubicBezTo>
                    <a:cubicBezTo>
                      <a:pt x="370" y="50"/>
                      <a:pt x="368" y="50"/>
                      <a:pt x="366" y="49"/>
                    </a:cubicBezTo>
                    <a:close/>
                    <a:moveTo>
                      <a:pt x="299" y="46"/>
                    </a:moveTo>
                    <a:cubicBezTo>
                      <a:pt x="296" y="46"/>
                      <a:pt x="296" y="46"/>
                      <a:pt x="296" y="46"/>
                    </a:cubicBezTo>
                    <a:cubicBezTo>
                      <a:pt x="296" y="47"/>
                      <a:pt x="296" y="47"/>
                      <a:pt x="297" y="47"/>
                    </a:cubicBezTo>
                    <a:cubicBezTo>
                      <a:pt x="299" y="46"/>
                      <a:pt x="299" y="46"/>
                      <a:pt x="299" y="46"/>
                    </a:cubicBezTo>
                    <a:close/>
                    <a:moveTo>
                      <a:pt x="264" y="53"/>
                    </a:moveTo>
                    <a:cubicBezTo>
                      <a:pt x="264" y="53"/>
                      <a:pt x="264" y="53"/>
                      <a:pt x="264" y="53"/>
                    </a:cubicBezTo>
                    <a:cubicBezTo>
                      <a:pt x="264" y="53"/>
                      <a:pt x="265" y="53"/>
                      <a:pt x="265" y="53"/>
                    </a:cubicBezTo>
                    <a:cubicBezTo>
                      <a:pt x="265" y="53"/>
                      <a:pt x="265" y="53"/>
                      <a:pt x="265" y="53"/>
                    </a:cubicBezTo>
                    <a:cubicBezTo>
                      <a:pt x="269" y="52"/>
                      <a:pt x="269" y="52"/>
                      <a:pt x="269" y="52"/>
                    </a:cubicBezTo>
                    <a:lnTo>
                      <a:pt x="264" y="53"/>
                    </a:lnTo>
                    <a:close/>
                    <a:moveTo>
                      <a:pt x="264" y="53"/>
                    </a:moveTo>
                    <a:cubicBezTo>
                      <a:pt x="264" y="53"/>
                      <a:pt x="264" y="53"/>
                      <a:pt x="264" y="53"/>
                    </a:cubicBezTo>
                    <a:cubicBezTo>
                      <a:pt x="264" y="53"/>
                      <a:pt x="264" y="53"/>
                      <a:pt x="264" y="53"/>
                    </a:cubicBezTo>
                    <a:cubicBezTo>
                      <a:pt x="263" y="53"/>
                      <a:pt x="264" y="53"/>
                      <a:pt x="264" y="53"/>
                    </a:cubicBezTo>
                    <a:close/>
                    <a:moveTo>
                      <a:pt x="264" y="53"/>
                    </a:moveTo>
                    <a:cubicBezTo>
                      <a:pt x="264" y="53"/>
                      <a:pt x="264" y="53"/>
                      <a:pt x="264" y="53"/>
                    </a:cubicBezTo>
                    <a:cubicBezTo>
                      <a:pt x="264" y="53"/>
                      <a:pt x="264" y="53"/>
                      <a:pt x="264" y="53"/>
                    </a:cubicBezTo>
                    <a:cubicBezTo>
                      <a:pt x="264" y="53"/>
                      <a:pt x="264" y="53"/>
                      <a:pt x="264" y="53"/>
                    </a:cubicBezTo>
                    <a:close/>
                    <a:moveTo>
                      <a:pt x="265" y="51"/>
                    </a:moveTo>
                    <a:cubicBezTo>
                      <a:pt x="264" y="51"/>
                      <a:pt x="264" y="51"/>
                      <a:pt x="264" y="51"/>
                    </a:cubicBezTo>
                    <a:cubicBezTo>
                      <a:pt x="264" y="51"/>
                      <a:pt x="264" y="51"/>
                      <a:pt x="264" y="51"/>
                    </a:cubicBezTo>
                    <a:cubicBezTo>
                      <a:pt x="264" y="51"/>
                      <a:pt x="264" y="51"/>
                      <a:pt x="265" y="51"/>
                    </a:cubicBezTo>
                    <a:cubicBezTo>
                      <a:pt x="265" y="51"/>
                      <a:pt x="265" y="51"/>
                      <a:pt x="265" y="51"/>
                    </a:cubicBezTo>
                    <a:cubicBezTo>
                      <a:pt x="265" y="51"/>
                      <a:pt x="265" y="51"/>
                      <a:pt x="265" y="50"/>
                    </a:cubicBezTo>
                    <a:cubicBezTo>
                      <a:pt x="265" y="51"/>
                      <a:pt x="265" y="51"/>
                      <a:pt x="265" y="51"/>
                    </a:cubicBezTo>
                    <a:close/>
                    <a:moveTo>
                      <a:pt x="265" y="57"/>
                    </a:moveTo>
                    <a:cubicBezTo>
                      <a:pt x="265" y="57"/>
                      <a:pt x="265" y="57"/>
                      <a:pt x="265" y="57"/>
                    </a:cubicBezTo>
                    <a:cubicBezTo>
                      <a:pt x="265" y="57"/>
                      <a:pt x="265" y="57"/>
                      <a:pt x="265" y="57"/>
                    </a:cubicBezTo>
                    <a:close/>
                    <a:moveTo>
                      <a:pt x="264" y="51"/>
                    </a:moveTo>
                    <a:cubicBezTo>
                      <a:pt x="264" y="51"/>
                      <a:pt x="264" y="52"/>
                      <a:pt x="264" y="52"/>
                    </a:cubicBezTo>
                    <a:cubicBezTo>
                      <a:pt x="264" y="52"/>
                      <a:pt x="264" y="52"/>
                      <a:pt x="264" y="51"/>
                    </a:cubicBezTo>
                    <a:close/>
                    <a:moveTo>
                      <a:pt x="264" y="51"/>
                    </a:moveTo>
                    <a:cubicBezTo>
                      <a:pt x="264" y="51"/>
                      <a:pt x="264" y="51"/>
                      <a:pt x="264" y="51"/>
                    </a:cubicBezTo>
                    <a:cubicBezTo>
                      <a:pt x="264" y="51"/>
                      <a:pt x="264" y="51"/>
                      <a:pt x="264" y="51"/>
                    </a:cubicBezTo>
                    <a:close/>
                    <a:moveTo>
                      <a:pt x="265" y="58"/>
                    </a:moveTo>
                    <a:cubicBezTo>
                      <a:pt x="265" y="58"/>
                      <a:pt x="265" y="58"/>
                      <a:pt x="265" y="58"/>
                    </a:cubicBezTo>
                    <a:cubicBezTo>
                      <a:pt x="265" y="58"/>
                      <a:pt x="265" y="58"/>
                      <a:pt x="265" y="58"/>
                    </a:cubicBezTo>
                    <a:close/>
                    <a:moveTo>
                      <a:pt x="265" y="57"/>
                    </a:moveTo>
                    <a:cubicBezTo>
                      <a:pt x="264" y="57"/>
                      <a:pt x="264" y="57"/>
                      <a:pt x="264" y="57"/>
                    </a:cubicBezTo>
                    <a:cubicBezTo>
                      <a:pt x="264" y="57"/>
                      <a:pt x="265" y="57"/>
                      <a:pt x="265" y="57"/>
                    </a:cubicBezTo>
                    <a:close/>
                    <a:moveTo>
                      <a:pt x="263" y="51"/>
                    </a:moveTo>
                    <a:cubicBezTo>
                      <a:pt x="263" y="51"/>
                      <a:pt x="263" y="51"/>
                      <a:pt x="263" y="51"/>
                    </a:cubicBezTo>
                    <a:cubicBezTo>
                      <a:pt x="263" y="51"/>
                      <a:pt x="263" y="51"/>
                      <a:pt x="263" y="51"/>
                    </a:cubicBezTo>
                    <a:close/>
                    <a:moveTo>
                      <a:pt x="263" y="54"/>
                    </a:moveTo>
                    <a:cubicBezTo>
                      <a:pt x="263" y="54"/>
                      <a:pt x="263" y="53"/>
                      <a:pt x="263" y="53"/>
                    </a:cubicBezTo>
                    <a:cubicBezTo>
                      <a:pt x="263" y="53"/>
                      <a:pt x="263" y="53"/>
                      <a:pt x="263" y="54"/>
                    </a:cubicBezTo>
                    <a:close/>
                    <a:moveTo>
                      <a:pt x="262" y="53"/>
                    </a:moveTo>
                    <a:cubicBezTo>
                      <a:pt x="263" y="53"/>
                      <a:pt x="263" y="53"/>
                      <a:pt x="263" y="53"/>
                    </a:cubicBezTo>
                    <a:cubicBezTo>
                      <a:pt x="263" y="53"/>
                      <a:pt x="262" y="53"/>
                      <a:pt x="262" y="53"/>
                    </a:cubicBezTo>
                    <a:close/>
                    <a:moveTo>
                      <a:pt x="262" y="53"/>
                    </a:moveTo>
                    <a:cubicBezTo>
                      <a:pt x="262" y="52"/>
                      <a:pt x="262" y="53"/>
                      <a:pt x="262" y="53"/>
                    </a:cubicBezTo>
                    <a:cubicBezTo>
                      <a:pt x="262" y="53"/>
                      <a:pt x="262" y="52"/>
                      <a:pt x="262" y="52"/>
                    </a:cubicBezTo>
                    <a:cubicBezTo>
                      <a:pt x="262" y="53"/>
                      <a:pt x="262" y="53"/>
                      <a:pt x="262" y="53"/>
                    </a:cubicBezTo>
                    <a:close/>
                    <a:moveTo>
                      <a:pt x="262" y="56"/>
                    </a:moveTo>
                    <a:cubicBezTo>
                      <a:pt x="263" y="56"/>
                      <a:pt x="262" y="56"/>
                      <a:pt x="262" y="56"/>
                    </a:cubicBezTo>
                    <a:close/>
                    <a:moveTo>
                      <a:pt x="261" y="58"/>
                    </a:moveTo>
                    <a:cubicBezTo>
                      <a:pt x="262" y="58"/>
                      <a:pt x="262" y="58"/>
                      <a:pt x="262" y="58"/>
                    </a:cubicBezTo>
                    <a:cubicBezTo>
                      <a:pt x="262" y="58"/>
                      <a:pt x="261" y="58"/>
                      <a:pt x="261" y="58"/>
                    </a:cubicBezTo>
                    <a:close/>
                    <a:moveTo>
                      <a:pt x="262" y="58"/>
                    </a:moveTo>
                    <a:cubicBezTo>
                      <a:pt x="262" y="58"/>
                      <a:pt x="262" y="58"/>
                      <a:pt x="262" y="58"/>
                    </a:cubicBezTo>
                    <a:cubicBezTo>
                      <a:pt x="262" y="59"/>
                      <a:pt x="262" y="59"/>
                      <a:pt x="262" y="58"/>
                    </a:cubicBezTo>
                    <a:close/>
                    <a:moveTo>
                      <a:pt x="262" y="61"/>
                    </a:moveTo>
                    <a:cubicBezTo>
                      <a:pt x="262" y="61"/>
                      <a:pt x="262" y="61"/>
                      <a:pt x="262" y="61"/>
                    </a:cubicBezTo>
                    <a:cubicBezTo>
                      <a:pt x="262" y="61"/>
                      <a:pt x="262" y="61"/>
                      <a:pt x="262" y="61"/>
                    </a:cubicBezTo>
                    <a:close/>
                    <a:moveTo>
                      <a:pt x="261" y="61"/>
                    </a:moveTo>
                    <a:cubicBezTo>
                      <a:pt x="260" y="61"/>
                      <a:pt x="260" y="61"/>
                      <a:pt x="261" y="61"/>
                    </a:cubicBezTo>
                    <a:close/>
                    <a:moveTo>
                      <a:pt x="339" y="54"/>
                    </a:moveTo>
                    <a:cubicBezTo>
                      <a:pt x="334" y="54"/>
                      <a:pt x="330" y="54"/>
                      <a:pt x="326" y="54"/>
                    </a:cubicBezTo>
                    <a:cubicBezTo>
                      <a:pt x="329" y="54"/>
                      <a:pt x="333" y="54"/>
                      <a:pt x="336" y="54"/>
                    </a:cubicBezTo>
                    <a:cubicBezTo>
                      <a:pt x="336" y="54"/>
                      <a:pt x="338" y="54"/>
                      <a:pt x="339" y="54"/>
                    </a:cubicBezTo>
                    <a:close/>
                    <a:moveTo>
                      <a:pt x="263" y="56"/>
                    </a:moveTo>
                    <a:cubicBezTo>
                      <a:pt x="264" y="56"/>
                      <a:pt x="264" y="56"/>
                      <a:pt x="264" y="56"/>
                    </a:cubicBezTo>
                    <a:cubicBezTo>
                      <a:pt x="264" y="56"/>
                      <a:pt x="264" y="56"/>
                      <a:pt x="264" y="56"/>
                    </a:cubicBezTo>
                    <a:cubicBezTo>
                      <a:pt x="264" y="56"/>
                      <a:pt x="265" y="56"/>
                      <a:pt x="265" y="56"/>
                    </a:cubicBezTo>
                    <a:cubicBezTo>
                      <a:pt x="265" y="56"/>
                      <a:pt x="265" y="56"/>
                      <a:pt x="265" y="56"/>
                    </a:cubicBezTo>
                    <a:cubicBezTo>
                      <a:pt x="265" y="56"/>
                      <a:pt x="265" y="56"/>
                      <a:pt x="265" y="56"/>
                    </a:cubicBezTo>
                    <a:cubicBezTo>
                      <a:pt x="265" y="56"/>
                      <a:pt x="265" y="56"/>
                      <a:pt x="265" y="56"/>
                    </a:cubicBezTo>
                    <a:cubicBezTo>
                      <a:pt x="265" y="56"/>
                      <a:pt x="265" y="56"/>
                      <a:pt x="265" y="55"/>
                    </a:cubicBezTo>
                    <a:cubicBezTo>
                      <a:pt x="265" y="56"/>
                      <a:pt x="264" y="56"/>
                      <a:pt x="263" y="56"/>
                    </a:cubicBezTo>
                    <a:close/>
                    <a:moveTo>
                      <a:pt x="264" y="52"/>
                    </a:moveTo>
                    <a:cubicBezTo>
                      <a:pt x="264" y="52"/>
                      <a:pt x="264" y="52"/>
                      <a:pt x="264" y="52"/>
                    </a:cubicBezTo>
                    <a:cubicBezTo>
                      <a:pt x="264" y="52"/>
                      <a:pt x="263" y="52"/>
                      <a:pt x="263" y="52"/>
                    </a:cubicBezTo>
                    <a:cubicBezTo>
                      <a:pt x="263" y="52"/>
                      <a:pt x="264" y="52"/>
                      <a:pt x="264" y="52"/>
                    </a:cubicBezTo>
                    <a:close/>
                    <a:moveTo>
                      <a:pt x="261" y="53"/>
                    </a:moveTo>
                    <a:cubicBezTo>
                      <a:pt x="261" y="52"/>
                      <a:pt x="261" y="52"/>
                      <a:pt x="260" y="52"/>
                    </a:cubicBezTo>
                    <a:cubicBezTo>
                      <a:pt x="260" y="53"/>
                      <a:pt x="259" y="53"/>
                      <a:pt x="259" y="53"/>
                    </a:cubicBezTo>
                    <a:cubicBezTo>
                      <a:pt x="259" y="53"/>
                      <a:pt x="260" y="53"/>
                      <a:pt x="260" y="53"/>
                    </a:cubicBezTo>
                    <a:cubicBezTo>
                      <a:pt x="260" y="53"/>
                      <a:pt x="260" y="53"/>
                      <a:pt x="260" y="53"/>
                    </a:cubicBezTo>
                    <a:cubicBezTo>
                      <a:pt x="261" y="53"/>
                      <a:pt x="261" y="53"/>
                      <a:pt x="262" y="52"/>
                    </a:cubicBezTo>
                    <a:cubicBezTo>
                      <a:pt x="262" y="52"/>
                      <a:pt x="262" y="52"/>
                      <a:pt x="262" y="52"/>
                    </a:cubicBezTo>
                    <a:cubicBezTo>
                      <a:pt x="262" y="52"/>
                      <a:pt x="263" y="52"/>
                      <a:pt x="263" y="52"/>
                    </a:cubicBezTo>
                    <a:cubicBezTo>
                      <a:pt x="262" y="52"/>
                      <a:pt x="262" y="52"/>
                      <a:pt x="261" y="53"/>
                    </a:cubicBezTo>
                    <a:close/>
                    <a:moveTo>
                      <a:pt x="262" y="59"/>
                    </a:moveTo>
                    <a:cubicBezTo>
                      <a:pt x="262" y="59"/>
                      <a:pt x="262" y="59"/>
                      <a:pt x="262" y="59"/>
                    </a:cubicBezTo>
                    <a:cubicBezTo>
                      <a:pt x="262" y="59"/>
                      <a:pt x="262" y="59"/>
                      <a:pt x="262" y="59"/>
                    </a:cubicBezTo>
                    <a:close/>
                    <a:moveTo>
                      <a:pt x="500" y="148"/>
                    </a:moveTo>
                    <a:cubicBezTo>
                      <a:pt x="498" y="158"/>
                      <a:pt x="496" y="166"/>
                      <a:pt x="494" y="169"/>
                    </a:cubicBezTo>
                    <a:cubicBezTo>
                      <a:pt x="493" y="172"/>
                      <a:pt x="495" y="168"/>
                      <a:pt x="494" y="170"/>
                    </a:cubicBezTo>
                    <a:cubicBezTo>
                      <a:pt x="493" y="174"/>
                      <a:pt x="490" y="181"/>
                      <a:pt x="488" y="184"/>
                    </a:cubicBezTo>
                    <a:cubicBezTo>
                      <a:pt x="486" y="189"/>
                      <a:pt x="483" y="194"/>
                      <a:pt x="480" y="199"/>
                    </a:cubicBezTo>
                    <a:cubicBezTo>
                      <a:pt x="478" y="202"/>
                      <a:pt x="477" y="204"/>
                      <a:pt x="475" y="206"/>
                    </a:cubicBezTo>
                    <a:cubicBezTo>
                      <a:pt x="470" y="212"/>
                      <a:pt x="470" y="212"/>
                      <a:pt x="470" y="212"/>
                    </a:cubicBezTo>
                    <a:cubicBezTo>
                      <a:pt x="469" y="214"/>
                      <a:pt x="466" y="216"/>
                      <a:pt x="465" y="217"/>
                    </a:cubicBezTo>
                    <a:cubicBezTo>
                      <a:pt x="462" y="221"/>
                      <a:pt x="456" y="228"/>
                      <a:pt x="452" y="232"/>
                    </a:cubicBezTo>
                    <a:cubicBezTo>
                      <a:pt x="438" y="245"/>
                      <a:pt x="422" y="256"/>
                      <a:pt x="405" y="264"/>
                    </a:cubicBezTo>
                    <a:cubicBezTo>
                      <a:pt x="387" y="272"/>
                      <a:pt x="369" y="278"/>
                      <a:pt x="351" y="284"/>
                    </a:cubicBezTo>
                    <a:cubicBezTo>
                      <a:pt x="314" y="295"/>
                      <a:pt x="277" y="301"/>
                      <a:pt x="239" y="304"/>
                    </a:cubicBezTo>
                    <a:cubicBezTo>
                      <a:pt x="221" y="305"/>
                      <a:pt x="200" y="305"/>
                      <a:pt x="183" y="305"/>
                    </a:cubicBezTo>
                    <a:cubicBezTo>
                      <a:pt x="177" y="304"/>
                      <a:pt x="172" y="304"/>
                      <a:pt x="167" y="304"/>
                    </a:cubicBezTo>
                    <a:cubicBezTo>
                      <a:pt x="155" y="303"/>
                      <a:pt x="142" y="302"/>
                      <a:pt x="129" y="301"/>
                    </a:cubicBezTo>
                    <a:cubicBezTo>
                      <a:pt x="116" y="299"/>
                      <a:pt x="103" y="298"/>
                      <a:pt x="93" y="296"/>
                    </a:cubicBezTo>
                    <a:cubicBezTo>
                      <a:pt x="77" y="292"/>
                      <a:pt x="61" y="288"/>
                      <a:pt x="45" y="280"/>
                    </a:cubicBezTo>
                    <a:cubicBezTo>
                      <a:pt x="38" y="277"/>
                      <a:pt x="32" y="273"/>
                      <a:pt x="27" y="269"/>
                    </a:cubicBezTo>
                    <a:cubicBezTo>
                      <a:pt x="24" y="268"/>
                      <a:pt x="22" y="266"/>
                      <a:pt x="20" y="264"/>
                    </a:cubicBezTo>
                    <a:cubicBezTo>
                      <a:pt x="11" y="256"/>
                      <a:pt x="4" y="244"/>
                      <a:pt x="2" y="232"/>
                    </a:cubicBezTo>
                    <a:cubicBezTo>
                      <a:pt x="1" y="225"/>
                      <a:pt x="0" y="219"/>
                      <a:pt x="0" y="213"/>
                    </a:cubicBezTo>
                    <a:cubicBezTo>
                      <a:pt x="0" y="203"/>
                      <a:pt x="2" y="191"/>
                      <a:pt x="6" y="180"/>
                    </a:cubicBezTo>
                    <a:cubicBezTo>
                      <a:pt x="10" y="169"/>
                      <a:pt x="16" y="158"/>
                      <a:pt x="22" y="148"/>
                    </a:cubicBezTo>
                    <a:cubicBezTo>
                      <a:pt x="25" y="143"/>
                      <a:pt x="29" y="139"/>
                      <a:pt x="32" y="134"/>
                    </a:cubicBezTo>
                    <a:cubicBezTo>
                      <a:pt x="34" y="132"/>
                      <a:pt x="36" y="130"/>
                      <a:pt x="38" y="127"/>
                    </a:cubicBezTo>
                    <a:cubicBezTo>
                      <a:pt x="44" y="119"/>
                      <a:pt x="54" y="109"/>
                      <a:pt x="61" y="102"/>
                    </a:cubicBezTo>
                    <a:cubicBezTo>
                      <a:pt x="65" y="98"/>
                      <a:pt x="69" y="95"/>
                      <a:pt x="74" y="91"/>
                    </a:cubicBezTo>
                    <a:cubicBezTo>
                      <a:pt x="83" y="83"/>
                      <a:pt x="92" y="76"/>
                      <a:pt x="100" y="70"/>
                    </a:cubicBezTo>
                    <a:cubicBezTo>
                      <a:pt x="111" y="62"/>
                      <a:pt x="128" y="52"/>
                      <a:pt x="143" y="45"/>
                    </a:cubicBezTo>
                    <a:cubicBezTo>
                      <a:pt x="144" y="44"/>
                      <a:pt x="144" y="44"/>
                      <a:pt x="144" y="44"/>
                    </a:cubicBezTo>
                    <a:cubicBezTo>
                      <a:pt x="155" y="39"/>
                      <a:pt x="166" y="33"/>
                      <a:pt x="177" y="29"/>
                    </a:cubicBezTo>
                    <a:cubicBezTo>
                      <a:pt x="179" y="29"/>
                      <a:pt x="179" y="29"/>
                      <a:pt x="180" y="28"/>
                    </a:cubicBezTo>
                    <a:cubicBezTo>
                      <a:pt x="194" y="23"/>
                      <a:pt x="194" y="23"/>
                      <a:pt x="194" y="23"/>
                    </a:cubicBezTo>
                    <a:cubicBezTo>
                      <a:pt x="215" y="16"/>
                      <a:pt x="231" y="12"/>
                      <a:pt x="249" y="9"/>
                    </a:cubicBezTo>
                    <a:cubicBezTo>
                      <a:pt x="259" y="6"/>
                      <a:pt x="271" y="5"/>
                      <a:pt x="281" y="3"/>
                    </a:cubicBezTo>
                    <a:cubicBezTo>
                      <a:pt x="284" y="3"/>
                      <a:pt x="287" y="2"/>
                      <a:pt x="290" y="2"/>
                    </a:cubicBezTo>
                    <a:cubicBezTo>
                      <a:pt x="293" y="2"/>
                      <a:pt x="295" y="2"/>
                      <a:pt x="297" y="1"/>
                    </a:cubicBezTo>
                    <a:cubicBezTo>
                      <a:pt x="304" y="1"/>
                      <a:pt x="304" y="1"/>
                      <a:pt x="304" y="1"/>
                    </a:cubicBezTo>
                    <a:cubicBezTo>
                      <a:pt x="307" y="1"/>
                      <a:pt x="311" y="0"/>
                      <a:pt x="314" y="0"/>
                    </a:cubicBezTo>
                    <a:cubicBezTo>
                      <a:pt x="318" y="0"/>
                      <a:pt x="321" y="0"/>
                      <a:pt x="324" y="0"/>
                    </a:cubicBezTo>
                    <a:cubicBezTo>
                      <a:pt x="327" y="0"/>
                      <a:pt x="331" y="0"/>
                      <a:pt x="334" y="0"/>
                    </a:cubicBezTo>
                    <a:cubicBezTo>
                      <a:pt x="343" y="0"/>
                      <a:pt x="351" y="0"/>
                      <a:pt x="361" y="1"/>
                    </a:cubicBezTo>
                    <a:cubicBezTo>
                      <a:pt x="368" y="2"/>
                      <a:pt x="376" y="2"/>
                      <a:pt x="384" y="4"/>
                    </a:cubicBezTo>
                    <a:cubicBezTo>
                      <a:pt x="389" y="4"/>
                      <a:pt x="394" y="5"/>
                      <a:pt x="398" y="6"/>
                    </a:cubicBezTo>
                    <a:cubicBezTo>
                      <a:pt x="400" y="7"/>
                      <a:pt x="403" y="8"/>
                      <a:pt x="405" y="8"/>
                    </a:cubicBezTo>
                    <a:cubicBezTo>
                      <a:pt x="408" y="9"/>
                      <a:pt x="410" y="10"/>
                      <a:pt x="413" y="11"/>
                    </a:cubicBezTo>
                    <a:cubicBezTo>
                      <a:pt x="415" y="11"/>
                      <a:pt x="415" y="11"/>
                      <a:pt x="415" y="11"/>
                    </a:cubicBezTo>
                    <a:cubicBezTo>
                      <a:pt x="415" y="11"/>
                      <a:pt x="415" y="11"/>
                      <a:pt x="415" y="11"/>
                    </a:cubicBezTo>
                    <a:cubicBezTo>
                      <a:pt x="415" y="11"/>
                      <a:pt x="415" y="11"/>
                      <a:pt x="415" y="11"/>
                    </a:cubicBezTo>
                    <a:cubicBezTo>
                      <a:pt x="416" y="11"/>
                      <a:pt x="416" y="11"/>
                      <a:pt x="416" y="12"/>
                    </a:cubicBezTo>
                    <a:cubicBezTo>
                      <a:pt x="417" y="12"/>
                      <a:pt x="419" y="13"/>
                      <a:pt x="420" y="12"/>
                    </a:cubicBezTo>
                    <a:cubicBezTo>
                      <a:pt x="420" y="12"/>
                      <a:pt x="420" y="12"/>
                      <a:pt x="420" y="12"/>
                    </a:cubicBezTo>
                    <a:cubicBezTo>
                      <a:pt x="421" y="12"/>
                      <a:pt x="421" y="12"/>
                      <a:pt x="421" y="12"/>
                    </a:cubicBezTo>
                    <a:cubicBezTo>
                      <a:pt x="421" y="13"/>
                      <a:pt x="422" y="13"/>
                      <a:pt x="423" y="13"/>
                    </a:cubicBezTo>
                    <a:cubicBezTo>
                      <a:pt x="423" y="13"/>
                      <a:pt x="423" y="13"/>
                      <a:pt x="423" y="13"/>
                    </a:cubicBezTo>
                    <a:cubicBezTo>
                      <a:pt x="424" y="13"/>
                      <a:pt x="424" y="14"/>
                      <a:pt x="424" y="14"/>
                    </a:cubicBezTo>
                    <a:cubicBezTo>
                      <a:pt x="425" y="14"/>
                      <a:pt x="425" y="14"/>
                      <a:pt x="425" y="14"/>
                    </a:cubicBezTo>
                    <a:cubicBezTo>
                      <a:pt x="426" y="14"/>
                      <a:pt x="426" y="14"/>
                      <a:pt x="426" y="15"/>
                    </a:cubicBezTo>
                    <a:cubicBezTo>
                      <a:pt x="426" y="15"/>
                      <a:pt x="426" y="15"/>
                      <a:pt x="426" y="15"/>
                    </a:cubicBezTo>
                    <a:cubicBezTo>
                      <a:pt x="426" y="15"/>
                      <a:pt x="427" y="16"/>
                      <a:pt x="428" y="16"/>
                    </a:cubicBezTo>
                    <a:cubicBezTo>
                      <a:pt x="428" y="17"/>
                      <a:pt x="429" y="17"/>
                      <a:pt x="429" y="17"/>
                    </a:cubicBezTo>
                    <a:cubicBezTo>
                      <a:pt x="430" y="17"/>
                      <a:pt x="430" y="19"/>
                      <a:pt x="431" y="19"/>
                    </a:cubicBezTo>
                    <a:cubicBezTo>
                      <a:pt x="430" y="20"/>
                      <a:pt x="431" y="20"/>
                      <a:pt x="431" y="20"/>
                    </a:cubicBezTo>
                    <a:cubicBezTo>
                      <a:pt x="431" y="20"/>
                      <a:pt x="431" y="21"/>
                      <a:pt x="431" y="21"/>
                    </a:cubicBezTo>
                    <a:cubicBezTo>
                      <a:pt x="431" y="21"/>
                      <a:pt x="431" y="22"/>
                      <a:pt x="431" y="22"/>
                    </a:cubicBezTo>
                    <a:cubicBezTo>
                      <a:pt x="431" y="22"/>
                      <a:pt x="431" y="23"/>
                      <a:pt x="431" y="23"/>
                    </a:cubicBezTo>
                    <a:cubicBezTo>
                      <a:pt x="431" y="23"/>
                      <a:pt x="432" y="24"/>
                      <a:pt x="432" y="24"/>
                    </a:cubicBezTo>
                    <a:cubicBezTo>
                      <a:pt x="432" y="25"/>
                      <a:pt x="431" y="25"/>
                      <a:pt x="431" y="26"/>
                    </a:cubicBezTo>
                    <a:cubicBezTo>
                      <a:pt x="431" y="27"/>
                      <a:pt x="430" y="28"/>
                      <a:pt x="430" y="29"/>
                    </a:cubicBezTo>
                    <a:cubicBezTo>
                      <a:pt x="430" y="29"/>
                      <a:pt x="430" y="29"/>
                      <a:pt x="430" y="29"/>
                    </a:cubicBezTo>
                    <a:cubicBezTo>
                      <a:pt x="429" y="29"/>
                      <a:pt x="429" y="30"/>
                      <a:pt x="428" y="30"/>
                    </a:cubicBezTo>
                    <a:cubicBezTo>
                      <a:pt x="428" y="30"/>
                      <a:pt x="428" y="30"/>
                      <a:pt x="428" y="31"/>
                    </a:cubicBezTo>
                    <a:cubicBezTo>
                      <a:pt x="427" y="31"/>
                      <a:pt x="427" y="31"/>
                      <a:pt x="427" y="31"/>
                    </a:cubicBezTo>
                    <a:cubicBezTo>
                      <a:pt x="426" y="31"/>
                      <a:pt x="424" y="32"/>
                      <a:pt x="423" y="32"/>
                    </a:cubicBezTo>
                    <a:cubicBezTo>
                      <a:pt x="423" y="32"/>
                      <a:pt x="423" y="32"/>
                      <a:pt x="423" y="32"/>
                    </a:cubicBezTo>
                    <a:cubicBezTo>
                      <a:pt x="422" y="32"/>
                      <a:pt x="422" y="32"/>
                      <a:pt x="421" y="32"/>
                    </a:cubicBezTo>
                    <a:cubicBezTo>
                      <a:pt x="421" y="33"/>
                      <a:pt x="420" y="32"/>
                      <a:pt x="420" y="32"/>
                    </a:cubicBezTo>
                    <a:cubicBezTo>
                      <a:pt x="420" y="32"/>
                      <a:pt x="419" y="32"/>
                      <a:pt x="419" y="32"/>
                    </a:cubicBezTo>
                    <a:cubicBezTo>
                      <a:pt x="419" y="32"/>
                      <a:pt x="418" y="32"/>
                      <a:pt x="418" y="32"/>
                    </a:cubicBezTo>
                    <a:cubicBezTo>
                      <a:pt x="417" y="32"/>
                      <a:pt x="417" y="31"/>
                      <a:pt x="416" y="31"/>
                    </a:cubicBezTo>
                    <a:cubicBezTo>
                      <a:pt x="416" y="31"/>
                      <a:pt x="416" y="31"/>
                      <a:pt x="416" y="31"/>
                    </a:cubicBezTo>
                    <a:cubicBezTo>
                      <a:pt x="415" y="31"/>
                      <a:pt x="415" y="30"/>
                      <a:pt x="415" y="30"/>
                    </a:cubicBezTo>
                    <a:cubicBezTo>
                      <a:pt x="415" y="30"/>
                      <a:pt x="415" y="30"/>
                      <a:pt x="414" y="30"/>
                    </a:cubicBezTo>
                    <a:cubicBezTo>
                      <a:pt x="414" y="29"/>
                      <a:pt x="415" y="29"/>
                      <a:pt x="414" y="29"/>
                    </a:cubicBezTo>
                    <a:cubicBezTo>
                      <a:pt x="414" y="28"/>
                      <a:pt x="413" y="30"/>
                      <a:pt x="413" y="29"/>
                    </a:cubicBezTo>
                    <a:cubicBezTo>
                      <a:pt x="413" y="28"/>
                      <a:pt x="412" y="28"/>
                      <a:pt x="411" y="27"/>
                    </a:cubicBezTo>
                    <a:cubicBezTo>
                      <a:pt x="410" y="27"/>
                      <a:pt x="410" y="27"/>
                      <a:pt x="410" y="27"/>
                    </a:cubicBezTo>
                    <a:cubicBezTo>
                      <a:pt x="410" y="27"/>
                      <a:pt x="410" y="27"/>
                      <a:pt x="410" y="27"/>
                    </a:cubicBezTo>
                    <a:cubicBezTo>
                      <a:pt x="410" y="27"/>
                      <a:pt x="410" y="27"/>
                      <a:pt x="410" y="27"/>
                    </a:cubicBezTo>
                    <a:cubicBezTo>
                      <a:pt x="408" y="26"/>
                      <a:pt x="408" y="26"/>
                      <a:pt x="408" y="26"/>
                    </a:cubicBezTo>
                    <a:cubicBezTo>
                      <a:pt x="407" y="26"/>
                      <a:pt x="407" y="26"/>
                      <a:pt x="407" y="26"/>
                    </a:cubicBezTo>
                    <a:cubicBezTo>
                      <a:pt x="399" y="23"/>
                      <a:pt x="390" y="21"/>
                      <a:pt x="383" y="20"/>
                    </a:cubicBezTo>
                    <a:cubicBezTo>
                      <a:pt x="376" y="19"/>
                      <a:pt x="370" y="18"/>
                      <a:pt x="363" y="17"/>
                    </a:cubicBezTo>
                    <a:cubicBezTo>
                      <a:pt x="342" y="15"/>
                      <a:pt x="321" y="16"/>
                      <a:pt x="300" y="17"/>
                    </a:cubicBezTo>
                    <a:cubicBezTo>
                      <a:pt x="288" y="18"/>
                      <a:pt x="273" y="20"/>
                      <a:pt x="262" y="22"/>
                    </a:cubicBezTo>
                    <a:cubicBezTo>
                      <a:pt x="249" y="24"/>
                      <a:pt x="236" y="27"/>
                      <a:pt x="224" y="30"/>
                    </a:cubicBezTo>
                    <a:cubicBezTo>
                      <a:pt x="217" y="32"/>
                      <a:pt x="210" y="34"/>
                      <a:pt x="203" y="36"/>
                    </a:cubicBezTo>
                    <a:cubicBezTo>
                      <a:pt x="196" y="38"/>
                      <a:pt x="196" y="38"/>
                      <a:pt x="196" y="38"/>
                    </a:cubicBezTo>
                    <a:cubicBezTo>
                      <a:pt x="190" y="41"/>
                      <a:pt x="183" y="43"/>
                      <a:pt x="176" y="46"/>
                    </a:cubicBezTo>
                    <a:cubicBezTo>
                      <a:pt x="170" y="49"/>
                      <a:pt x="164" y="51"/>
                      <a:pt x="157" y="54"/>
                    </a:cubicBezTo>
                    <a:cubicBezTo>
                      <a:pt x="148" y="58"/>
                      <a:pt x="138" y="64"/>
                      <a:pt x="127" y="70"/>
                    </a:cubicBezTo>
                    <a:cubicBezTo>
                      <a:pt x="117" y="77"/>
                      <a:pt x="106" y="84"/>
                      <a:pt x="96" y="92"/>
                    </a:cubicBezTo>
                    <a:cubicBezTo>
                      <a:pt x="93" y="94"/>
                      <a:pt x="93" y="94"/>
                      <a:pt x="93" y="94"/>
                    </a:cubicBezTo>
                    <a:cubicBezTo>
                      <a:pt x="80" y="104"/>
                      <a:pt x="69" y="115"/>
                      <a:pt x="59" y="125"/>
                    </a:cubicBezTo>
                    <a:cubicBezTo>
                      <a:pt x="47" y="138"/>
                      <a:pt x="34" y="155"/>
                      <a:pt x="26" y="171"/>
                    </a:cubicBezTo>
                    <a:cubicBezTo>
                      <a:pt x="19" y="186"/>
                      <a:pt x="14" y="201"/>
                      <a:pt x="14" y="217"/>
                    </a:cubicBezTo>
                    <a:cubicBezTo>
                      <a:pt x="15" y="222"/>
                      <a:pt x="15" y="229"/>
                      <a:pt x="17" y="234"/>
                    </a:cubicBezTo>
                    <a:cubicBezTo>
                      <a:pt x="19" y="239"/>
                      <a:pt x="22" y="244"/>
                      <a:pt x="26" y="249"/>
                    </a:cubicBezTo>
                    <a:cubicBezTo>
                      <a:pt x="28" y="252"/>
                      <a:pt x="31" y="255"/>
                      <a:pt x="35" y="258"/>
                    </a:cubicBezTo>
                    <a:cubicBezTo>
                      <a:pt x="40" y="261"/>
                      <a:pt x="45" y="264"/>
                      <a:pt x="51" y="267"/>
                    </a:cubicBezTo>
                    <a:cubicBezTo>
                      <a:pt x="61" y="272"/>
                      <a:pt x="72" y="276"/>
                      <a:pt x="84" y="279"/>
                    </a:cubicBezTo>
                    <a:cubicBezTo>
                      <a:pt x="95" y="282"/>
                      <a:pt x="106" y="284"/>
                      <a:pt x="117" y="285"/>
                    </a:cubicBezTo>
                    <a:cubicBezTo>
                      <a:pt x="121" y="286"/>
                      <a:pt x="125" y="286"/>
                      <a:pt x="129" y="287"/>
                    </a:cubicBezTo>
                    <a:cubicBezTo>
                      <a:pt x="131" y="287"/>
                      <a:pt x="134" y="287"/>
                      <a:pt x="137" y="287"/>
                    </a:cubicBezTo>
                    <a:cubicBezTo>
                      <a:pt x="150" y="289"/>
                      <a:pt x="168" y="290"/>
                      <a:pt x="184" y="291"/>
                    </a:cubicBezTo>
                    <a:cubicBezTo>
                      <a:pt x="206" y="291"/>
                      <a:pt x="227" y="291"/>
                      <a:pt x="251" y="289"/>
                    </a:cubicBezTo>
                    <a:cubicBezTo>
                      <a:pt x="268" y="287"/>
                      <a:pt x="287" y="285"/>
                      <a:pt x="306" y="281"/>
                    </a:cubicBezTo>
                    <a:cubicBezTo>
                      <a:pt x="331" y="276"/>
                      <a:pt x="357" y="268"/>
                      <a:pt x="381" y="259"/>
                    </a:cubicBezTo>
                    <a:cubicBezTo>
                      <a:pt x="395" y="254"/>
                      <a:pt x="407" y="248"/>
                      <a:pt x="419" y="241"/>
                    </a:cubicBezTo>
                    <a:cubicBezTo>
                      <a:pt x="430" y="233"/>
                      <a:pt x="440" y="224"/>
                      <a:pt x="449" y="215"/>
                    </a:cubicBezTo>
                    <a:cubicBezTo>
                      <a:pt x="450" y="214"/>
                      <a:pt x="451" y="213"/>
                      <a:pt x="453" y="211"/>
                    </a:cubicBezTo>
                    <a:cubicBezTo>
                      <a:pt x="455" y="209"/>
                      <a:pt x="454" y="210"/>
                      <a:pt x="456" y="207"/>
                    </a:cubicBezTo>
                    <a:cubicBezTo>
                      <a:pt x="458" y="205"/>
                      <a:pt x="457" y="207"/>
                      <a:pt x="458" y="205"/>
                    </a:cubicBezTo>
                    <a:cubicBezTo>
                      <a:pt x="464" y="198"/>
                      <a:pt x="464" y="198"/>
                      <a:pt x="464" y="198"/>
                    </a:cubicBezTo>
                    <a:cubicBezTo>
                      <a:pt x="465" y="197"/>
                      <a:pt x="466" y="196"/>
                      <a:pt x="467" y="195"/>
                    </a:cubicBezTo>
                    <a:cubicBezTo>
                      <a:pt x="467" y="194"/>
                      <a:pt x="468" y="193"/>
                      <a:pt x="469" y="192"/>
                    </a:cubicBezTo>
                    <a:cubicBezTo>
                      <a:pt x="472" y="187"/>
                      <a:pt x="475" y="182"/>
                      <a:pt x="477" y="177"/>
                    </a:cubicBezTo>
                    <a:cubicBezTo>
                      <a:pt x="482" y="167"/>
                      <a:pt x="486" y="156"/>
                      <a:pt x="487" y="146"/>
                    </a:cubicBezTo>
                    <a:cubicBezTo>
                      <a:pt x="487" y="143"/>
                      <a:pt x="487" y="146"/>
                      <a:pt x="488" y="144"/>
                    </a:cubicBezTo>
                    <a:cubicBezTo>
                      <a:pt x="488" y="142"/>
                      <a:pt x="488" y="141"/>
                      <a:pt x="487" y="139"/>
                    </a:cubicBezTo>
                    <a:cubicBezTo>
                      <a:pt x="487" y="137"/>
                      <a:pt x="487" y="136"/>
                      <a:pt x="487" y="134"/>
                    </a:cubicBezTo>
                    <a:cubicBezTo>
                      <a:pt x="487" y="130"/>
                      <a:pt x="486" y="126"/>
                      <a:pt x="485" y="123"/>
                    </a:cubicBezTo>
                    <a:cubicBezTo>
                      <a:pt x="483" y="115"/>
                      <a:pt x="480" y="108"/>
                      <a:pt x="475" y="103"/>
                    </a:cubicBezTo>
                    <a:cubicBezTo>
                      <a:pt x="472" y="98"/>
                      <a:pt x="467" y="94"/>
                      <a:pt x="462" y="91"/>
                    </a:cubicBezTo>
                    <a:cubicBezTo>
                      <a:pt x="460" y="90"/>
                      <a:pt x="461" y="90"/>
                      <a:pt x="460" y="90"/>
                    </a:cubicBezTo>
                    <a:cubicBezTo>
                      <a:pt x="458" y="89"/>
                      <a:pt x="459" y="89"/>
                      <a:pt x="458" y="88"/>
                    </a:cubicBezTo>
                    <a:cubicBezTo>
                      <a:pt x="456" y="87"/>
                      <a:pt x="456" y="87"/>
                      <a:pt x="456" y="87"/>
                    </a:cubicBezTo>
                    <a:cubicBezTo>
                      <a:pt x="453" y="86"/>
                      <a:pt x="453" y="86"/>
                      <a:pt x="453" y="86"/>
                    </a:cubicBezTo>
                    <a:cubicBezTo>
                      <a:pt x="439" y="78"/>
                      <a:pt x="424" y="72"/>
                      <a:pt x="409" y="67"/>
                    </a:cubicBezTo>
                    <a:cubicBezTo>
                      <a:pt x="406" y="66"/>
                      <a:pt x="406" y="66"/>
                      <a:pt x="402" y="64"/>
                    </a:cubicBezTo>
                    <a:cubicBezTo>
                      <a:pt x="398" y="63"/>
                      <a:pt x="399" y="63"/>
                      <a:pt x="396" y="63"/>
                    </a:cubicBezTo>
                    <a:cubicBezTo>
                      <a:pt x="395" y="63"/>
                      <a:pt x="392" y="61"/>
                      <a:pt x="391" y="61"/>
                    </a:cubicBezTo>
                    <a:cubicBezTo>
                      <a:pt x="390" y="61"/>
                      <a:pt x="391" y="61"/>
                      <a:pt x="391" y="61"/>
                    </a:cubicBezTo>
                    <a:cubicBezTo>
                      <a:pt x="388" y="60"/>
                      <a:pt x="378" y="58"/>
                      <a:pt x="373" y="57"/>
                    </a:cubicBezTo>
                    <a:cubicBezTo>
                      <a:pt x="366" y="56"/>
                      <a:pt x="358" y="54"/>
                      <a:pt x="350" y="53"/>
                    </a:cubicBezTo>
                    <a:cubicBezTo>
                      <a:pt x="358" y="54"/>
                      <a:pt x="365" y="55"/>
                      <a:pt x="367" y="55"/>
                    </a:cubicBezTo>
                    <a:cubicBezTo>
                      <a:pt x="359" y="53"/>
                      <a:pt x="344" y="52"/>
                      <a:pt x="336" y="51"/>
                    </a:cubicBezTo>
                    <a:cubicBezTo>
                      <a:pt x="318" y="50"/>
                      <a:pt x="294" y="52"/>
                      <a:pt x="273" y="56"/>
                    </a:cubicBezTo>
                    <a:cubicBezTo>
                      <a:pt x="272" y="56"/>
                      <a:pt x="271" y="56"/>
                      <a:pt x="271" y="56"/>
                    </a:cubicBezTo>
                    <a:cubicBezTo>
                      <a:pt x="265" y="57"/>
                      <a:pt x="265" y="57"/>
                      <a:pt x="265" y="57"/>
                    </a:cubicBezTo>
                    <a:cubicBezTo>
                      <a:pt x="264" y="58"/>
                      <a:pt x="264" y="58"/>
                      <a:pt x="264" y="58"/>
                    </a:cubicBezTo>
                    <a:cubicBezTo>
                      <a:pt x="264" y="58"/>
                      <a:pt x="263" y="58"/>
                      <a:pt x="262" y="58"/>
                    </a:cubicBezTo>
                    <a:cubicBezTo>
                      <a:pt x="264" y="58"/>
                      <a:pt x="264" y="58"/>
                      <a:pt x="264" y="58"/>
                    </a:cubicBezTo>
                    <a:cubicBezTo>
                      <a:pt x="265" y="57"/>
                      <a:pt x="265" y="57"/>
                      <a:pt x="265" y="57"/>
                    </a:cubicBezTo>
                    <a:cubicBezTo>
                      <a:pt x="266" y="57"/>
                      <a:pt x="266" y="57"/>
                      <a:pt x="266" y="57"/>
                    </a:cubicBezTo>
                    <a:cubicBezTo>
                      <a:pt x="266" y="57"/>
                      <a:pt x="266" y="57"/>
                      <a:pt x="266" y="57"/>
                    </a:cubicBezTo>
                    <a:cubicBezTo>
                      <a:pt x="267" y="57"/>
                      <a:pt x="267" y="57"/>
                      <a:pt x="267" y="57"/>
                    </a:cubicBezTo>
                    <a:cubicBezTo>
                      <a:pt x="288" y="53"/>
                      <a:pt x="309" y="50"/>
                      <a:pt x="330" y="51"/>
                    </a:cubicBezTo>
                    <a:cubicBezTo>
                      <a:pt x="335" y="51"/>
                      <a:pt x="343" y="51"/>
                      <a:pt x="352" y="52"/>
                    </a:cubicBezTo>
                    <a:cubicBezTo>
                      <a:pt x="362" y="53"/>
                      <a:pt x="371" y="55"/>
                      <a:pt x="378" y="57"/>
                    </a:cubicBezTo>
                    <a:cubicBezTo>
                      <a:pt x="387" y="58"/>
                      <a:pt x="391" y="59"/>
                      <a:pt x="387" y="58"/>
                    </a:cubicBezTo>
                    <a:cubicBezTo>
                      <a:pt x="376" y="55"/>
                      <a:pt x="367" y="53"/>
                      <a:pt x="356" y="52"/>
                    </a:cubicBezTo>
                    <a:cubicBezTo>
                      <a:pt x="354" y="51"/>
                      <a:pt x="352" y="51"/>
                      <a:pt x="355" y="51"/>
                    </a:cubicBezTo>
                    <a:cubicBezTo>
                      <a:pt x="377" y="53"/>
                      <a:pt x="401" y="60"/>
                      <a:pt x="418" y="66"/>
                    </a:cubicBezTo>
                    <a:cubicBezTo>
                      <a:pt x="428" y="70"/>
                      <a:pt x="428" y="70"/>
                      <a:pt x="428" y="70"/>
                    </a:cubicBezTo>
                    <a:cubicBezTo>
                      <a:pt x="430" y="70"/>
                      <a:pt x="431" y="71"/>
                      <a:pt x="432" y="71"/>
                    </a:cubicBezTo>
                    <a:cubicBezTo>
                      <a:pt x="432" y="71"/>
                      <a:pt x="430" y="70"/>
                      <a:pt x="430" y="70"/>
                    </a:cubicBezTo>
                    <a:cubicBezTo>
                      <a:pt x="411" y="62"/>
                      <a:pt x="395" y="56"/>
                      <a:pt x="374" y="52"/>
                    </a:cubicBezTo>
                    <a:cubicBezTo>
                      <a:pt x="371" y="51"/>
                      <a:pt x="368" y="51"/>
                      <a:pt x="365" y="50"/>
                    </a:cubicBezTo>
                    <a:cubicBezTo>
                      <a:pt x="358" y="49"/>
                      <a:pt x="347" y="48"/>
                      <a:pt x="338" y="47"/>
                    </a:cubicBezTo>
                    <a:cubicBezTo>
                      <a:pt x="336" y="47"/>
                      <a:pt x="337" y="47"/>
                      <a:pt x="336" y="47"/>
                    </a:cubicBezTo>
                    <a:cubicBezTo>
                      <a:pt x="315" y="46"/>
                      <a:pt x="296" y="48"/>
                      <a:pt x="277" y="51"/>
                    </a:cubicBezTo>
                    <a:cubicBezTo>
                      <a:pt x="293" y="48"/>
                      <a:pt x="310" y="47"/>
                      <a:pt x="325" y="47"/>
                    </a:cubicBezTo>
                    <a:cubicBezTo>
                      <a:pt x="327" y="47"/>
                      <a:pt x="328" y="46"/>
                      <a:pt x="330" y="46"/>
                    </a:cubicBezTo>
                    <a:cubicBezTo>
                      <a:pt x="343" y="47"/>
                      <a:pt x="363" y="49"/>
                      <a:pt x="379" y="52"/>
                    </a:cubicBezTo>
                    <a:cubicBezTo>
                      <a:pt x="381" y="52"/>
                      <a:pt x="382" y="52"/>
                      <a:pt x="375" y="51"/>
                    </a:cubicBezTo>
                    <a:cubicBezTo>
                      <a:pt x="377" y="51"/>
                      <a:pt x="378" y="51"/>
                      <a:pt x="381" y="52"/>
                    </a:cubicBezTo>
                    <a:cubicBezTo>
                      <a:pt x="381" y="52"/>
                      <a:pt x="380" y="52"/>
                      <a:pt x="379" y="52"/>
                    </a:cubicBezTo>
                    <a:cubicBezTo>
                      <a:pt x="388" y="53"/>
                      <a:pt x="389" y="54"/>
                      <a:pt x="398" y="56"/>
                    </a:cubicBezTo>
                    <a:cubicBezTo>
                      <a:pt x="399" y="56"/>
                      <a:pt x="400" y="56"/>
                      <a:pt x="399" y="56"/>
                    </a:cubicBezTo>
                    <a:cubicBezTo>
                      <a:pt x="392" y="54"/>
                      <a:pt x="385" y="52"/>
                      <a:pt x="379" y="51"/>
                    </a:cubicBezTo>
                    <a:cubicBezTo>
                      <a:pt x="375" y="50"/>
                      <a:pt x="372" y="50"/>
                      <a:pt x="369" y="49"/>
                    </a:cubicBezTo>
                    <a:cubicBezTo>
                      <a:pt x="367" y="49"/>
                      <a:pt x="367" y="49"/>
                      <a:pt x="365" y="48"/>
                    </a:cubicBezTo>
                    <a:cubicBezTo>
                      <a:pt x="363" y="48"/>
                      <a:pt x="360" y="48"/>
                      <a:pt x="358" y="48"/>
                    </a:cubicBezTo>
                    <a:cubicBezTo>
                      <a:pt x="353" y="47"/>
                      <a:pt x="353" y="47"/>
                      <a:pt x="353" y="47"/>
                    </a:cubicBezTo>
                    <a:cubicBezTo>
                      <a:pt x="345" y="46"/>
                      <a:pt x="336" y="46"/>
                      <a:pt x="327" y="45"/>
                    </a:cubicBezTo>
                    <a:cubicBezTo>
                      <a:pt x="321" y="45"/>
                      <a:pt x="314" y="45"/>
                      <a:pt x="307" y="46"/>
                    </a:cubicBezTo>
                    <a:cubicBezTo>
                      <a:pt x="310" y="45"/>
                      <a:pt x="315" y="45"/>
                      <a:pt x="320" y="45"/>
                    </a:cubicBezTo>
                    <a:cubicBezTo>
                      <a:pt x="337" y="45"/>
                      <a:pt x="357" y="46"/>
                      <a:pt x="371" y="49"/>
                    </a:cubicBezTo>
                    <a:cubicBezTo>
                      <a:pt x="372" y="49"/>
                      <a:pt x="369" y="48"/>
                      <a:pt x="368" y="48"/>
                    </a:cubicBezTo>
                    <a:cubicBezTo>
                      <a:pt x="363" y="47"/>
                      <a:pt x="360" y="47"/>
                      <a:pt x="356" y="46"/>
                    </a:cubicBezTo>
                    <a:cubicBezTo>
                      <a:pt x="354" y="46"/>
                      <a:pt x="357" y="46"/>
                      <a:pt x="355" y="46"/>
                    </a:cubicBezTo>
                    <a:cubicBezTo>
                      <a:pt x="345" y="45"/>
                      <a:pt x="335" y="45"/>
                      <a:pt x="323" y="45"/>
                    </a:cubicBezTo>
                    <a:cubicBezTo>
                      <a:pt x="322" y="44"/>
                      <a:pt x="319" y="44"/>
                      <a:pt x="321" y="44"/>
                    </a:cubicBezTo>
                    <a:cubicBezTo>
                      <a:pt x="319" y="44"/>
                      <a:pt x="319" y="44"/>
                      <a:pt x="317" y="44"/>
                    </a:cubicBezTo>
                    <a:cubicBezTo>
                      <a:pt x="314" y="44"/>
                      <a:pt x="318" y="44"/>
                      <a:pt x="317" y="44"/>
                    </a:cubicBezTo>
                    <a:cubicBezTo>
                      <a:pt x="314" y="44"/>
                      <a:pt x="310" y="45"/>
                      <a:pt x="308" y="45"/>
                    </a:cubicBezTo>
                    <a:cubicBezTo>
                      <a:pt x="294" y="46"/>
                      <a:pt x="282" y="47"/>
                      <a:pt x="266" y="50"/>
                    </a:cubicBezTo>
                    <a:cubicBezTo>
                      <a:pt x="276" y="48"/>
                      <a:pt x="290" y="46"/>
                      <a:pt x="305" y="45"/>
                    </a:cubicBezTo>
                    <a:cubicBezTo>
                      <a:pt x="308" y="44"/>
                      <a:pt x="304" y="45"/>
                      <a:pt x="307" y="44"/>
                    </a:cubicBezTo>
                    <a:cubicBezTo>
                      <a:pt x="311" y="44"/>
                      <a:pt x="314" y="44"/>
                      <a:pt x="318" y="44"/>
                    </a:cubicBezTo>
                    <a:cubicBezTo>
                      <a:pt x="328" y="44"/>
                      <a:pt x="328" y="44"/>
                      <a:pt x="328" y="44"/>
                    </a:cubicBezTo>
                    <a:cubicBezTo>
                      <a:pt x="333" y="44"/>
                      <a:pt x="338" y="44"/>
                      <a:pt x="343" y="44"/>
                    </a:cubicBezTo>
                    <a:cubicBezTo>
                      <a:pt x="348" y="45"/>
                      <a:pt x="351" y="45"/>
                      <a:pt x="356" y="45"/>
                    </a:cubicBezTo>
                    <a:cubicBezTo>
                      <a:pt x="358" y="46"/>
                      <a:pt x="358" y="45"/>
                      <a:pt x="361" y="46"/>
                    </a:cubicBezTo>
                    <a:cubicBezTo>
                      <a:pt x="362" y="46"/>
                      <a:pt x="357" y="45"/>
                      <a:pt x="360" y="45"/>
                    </a:cubicBezTo>
                    <a:cubicBezTo>
                      <a:pt x="363" y="46"/>
                      <a:pt x="360" y="45"/>
                      <a:pt x="362" y="46"/>
                    </a:cubicBezTo>
                    <a:cubicBezTo>
                      <a:pt x="365" y="46"/>
                      <a:pt x="366" y="46"/>
                      <a:pt x="368" y="46"/>
                    </a:cubicBezTo>
                    <a:cubicBezTo>
                      <a:pt x="375" y="48"/>
                      <a:pt x="382" y="49"/>
                      <a:pt x="389" y="51"/>
                    </a:cubicBezTo>
                    <a:cubicBezTo>
                      <a:pt x="391" y="51"/>
                      <a:pt x="386" y="50"/>
                      <a:pt x="388" y="50"/>
                    </a:cubicBezTo>
                    <a:cubicBezTo>
                      <a:pt x="391" y="51"/>
                      <a:pt x="401" y="54"/>
                      <a:pt x="403" y="54"/>
                    </a:cubicBezTo>
                    <a:cubicBezTo>
                      <a:pt x="411" y="57"/>
                      <a:pt x="415" y="58"/>
                      <a:pt x="424" y="61"/>
                    </a:cubicBezTo>
                    <a:cubicBezTo>
                      <a:pt x="427" y="63"/>
                      <a:pt x="424" y="61"/>
                      <a:pt x="426" y="62"/>
                    </a:cubicBezTo>
                    <a:cubicBezTo>
                      <a:pt x="431" y="64"/>
                      <a:pt x="434" y="65"/>
                      <a:pt x="440" y="68"/>
                    </a:cubicBezTo>
                    <a:cubicBezTo>
                      <a:pt x="444" y="69"/>
                      <a:pt x="450" y="72"/>
                      <a:pt x="455" y="75"/>
                    </a:cubicBezTo>
                    <a:cubicBezTo>
                      <a:pt x="455" y="74"/>
                      <a:pt x="452" y="73"/>
                      <a:pt x="449" y="71"/>
                    </a:cubicBezTo>
                    <a:cubicBezTo>
                      <a:pt x="451" y="72"/>
                      <a:pt x="456" y="75"/>
                      <a:pt x="458" y="76"/>
                    </a:cubicBezTo>
                    <a:cubicBezTo>
                      <a:pt x="466" y="80"/>
                      <a:pt x="473" y="84"/>
                      <a:pt x="480" y="91"/>
                    </a:cubicBezTo>
                    <a:cubicBezTo>
                      <a:pt x="486" y="97"/>
                      <a:pt x="492" y="105"/>
                      <a:pt x="495" y="116"/>
                    </a:cubicBezTo>
                    <a:cubicBezTo>
                      <a:pt x="496" y="119"/>
                      <a:pt x="497" y="120"/>
                      <a:pt x="498" y="123"/>
                    </a:cubicBezTo>
                    <a:cubicBezTo>
                      <a:pt x="498" y="124"/>
                      <a:pt x="498" y="124"/>
                      <a:pt x="498" y="123"/>
                    </a:cubicBezTo>
                    <a:cubicBezTo>
                      <a:pt x="498" y="126"/>
                      <a:pt x="499" y="130"/>
                      <a:pt x="499" y="134"/>
                    </a:cubicBezTo>
                    <a:cubicBezTo>
                      <a:pt x="500" y="136"/>
                      <a:pt x="500" y="139"/>
                      <a:pt x="500" y="141"/>
                    </a:cubicBezTo>
                    <a:cubicBezTo>
                      <a:pt x="500" y="143"/>
                      <a:pt x="500" y="146"/>
                      <a:pt x="500" y="148"/>
                    </a:cubicBezTo>
                    <a:close/>
                    <a:moveTo>
                      <a:pt x="385" y="50"/>
                    </a:moveTo>
                    <a:cubicBezTo>
                      <a:pt x="380" y="49"/>
                      <a:pt x="378" y="49"/>
                      <a:pt x="371" y="47"/>
                    </a:cubicBezTo>
                    <a:cubicBezTo>
                      <a:pt x="369" y="47"/>
                      <a:pt x="367" y="47"/>
                      <a:pt x="364" y="46"/>
                    </a:cubicBezTo>
                    <a:cubicBezTo>
                      <a:pt x="363" y="47"/>
                      <a:pt x="354" y="45"/>
                      <a:pt x="354" y="46"/>
                    </a:cubicBezTo>
                    <a:cubicBezTo>
                      <a:pt x="359" y="46"/>
                      <a:pt x="362" y="47"/>
                      <a:pt x="365" y="47"/>
                    </a:cubicBezTo>
                    <a:cubicBezTo>
                      <a:pt x="367" y="47"/>
                      <a:pt x="364" y="47"/>
                      <a:pt x="366" y="47"/>
                    </a:cubicBezTo>
                    <a:cubicBezTo>
                      <a:pt x="370" y="48"/>
                      <a:pt x="380" y="49"/>
                      <a:pt x="386" y="51"/>
                    </a:cubicBezTo>
                    <a:cubicBezTo>
                      <a:pt x="386" y="51"/>
                      <a:pt x="384" y="50"/>
                      <a:pt x="385" y="50"/>
                    </a:cubicBezTo>
                    <a:close/>
                    <a:moveTo>
                      <a:pt x="387" y="51"/>
                    </a:moveTo>
                    <a:cubicBezTo>
                      <a:pt x="387" y="51"/>
                      <a:pt x="388" y="51"/>
                      <a:pt x="388" y="51"/>
                    </a:cubicBezTo>
                    <a:cubicBezTo>
                      <a:pt x="392" y="52"/>
                      <a:pt x="389" y="51"/>
                      <a:pt x="387" y="51"/>
                    </a:cubicBezTo>
                    <a:close/>
                    <a:moveTo>
                      <a:pt x="391" y="61"/>
                    </a:moveTo>
                    <a:cubicBezTo>
                      <a:pt x="391" y="61"/>
                      <a:pt x="391" y="61"/>
                      <a:pt x="391" y="61"/>
                    </a:cubicBezTo>
                    <a:cubicBezTo>
                      <a:pt x="391" y="61"/>
                      <a:pt x="391" y="61"/>
                      <a:pt x="391" y="61"/>
                    </a:cubicBezTo>
                    <a:close/>
                  </a:path>
                </a:pathLst>
              </a:custGeom>
              <a:solidFill>
                <a:srgbClr val="008000"/>
              </a:solidFill>
              <a:ln w="12700" cmpd="sng">
                <a:solidFill>
                  <a:srgbClr val="008000"/>
                </a:solidFill>
              </a:ln>
              <a:effectLst>
                <a:outerShdw blurRad="50800" dist="254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501"/>
              <p:cNvSpPr>
                <a:spLocks noEditPoints="1"/>
              </p:cNvSpPr>
              <p:nvPr/>
            </p:nvSpPr>
            <p:spPr bwMode="auto">
              <a:xfrm>
                <a:off x="5350606" y="5595919"/>
                <a:ext cx="442263" cy="380279"/>
              </a:xfrm>
              <a:custGeom>
                <a:avLst/>
                <a:gdLst>
                  <a:gd name="T0" fmla="*/ 450 w 500"/>
                  <a:gd name="T1" fmla="*/ 71 h 305"/>
                  <a:gd name="T2" fmla="*/ 422 w 500"/>
                  <a:gd name="T3" fmla="*/ 60 h 305"/>
                  <a:gd name="T4" fmla="*/ 366 w 500"/>
                  <a:gd name="T5" fmla="*/ 54 h 305"/>
                  <a:gd name="T6" fmla="*/ 299 w 500"/>
                  <a:gd name="T7" fmla="*/ 46 h 305"/>
                  <a:gd name="T8" fmla="*/ 265 w 500"/>
                  <a:gd name="T9" fmla="*/ 53 h 305"/>
                  <a:gd name="T10" fmla="*/ 264 w 500"/>
                  <a:gd name="T11" fmla="*/ 53 h 305"/>
                  <a:gd name="T12" fmla="*/ 265 w 500"/>
                  <a:gd name="T13" fmla="*/ 51 h 305"/>
                  <a:gd name="T14" fmla="*/ 265 w 500"/>
                  <a:gd name="T15" fmla="*/ 51 h 305"/>
                  <a:gd name="T16" fmla="*/ 264 w 500"/>
                  <a:gd name="T17" fmla="*/ 51 h 305"/>
                  <a:gd name="T18" fmla="*/ 265 w 500"/>
                  <a:gd name="T19" fmla="*/ 58 h 305"/>
                  <a:gd name="T20" fmla="*/ 263 w 500"/>
                  <a:gd name="T21" fmla="*/ 51 h 305"/>
                  <a:gd name="T22" fmla="*/ 262 w 500"/>
                  <a:gd name="T23" fmla="*/ 53 h 305"/>
                  <a:gd name="T24" fmla="*/ 262 w 500"/>
                  <a:gd name="T25" fmla="*/ 56 h 305"/>
                  <a:gd name="T26" fmla="*/ 262 w 500"/>
                  <a:gd name="T27" fmla="*/ 58 h 305"/>
                  <a:gd name="T28" fmla="*/ 339 w 500"/>
                  <a:gd name="T29" fmla="*/ 54 h 305"/>
                  <a:gd name="T30" fmla="*/ 264 w 500"/>
                  <a:gd name="T31" fmla="*/ 56 h 305"/>
                  <a:gd name="T32" fmla="*/ 263 w 500"/>
                  <a:gd name="T33" fmla="*/ 56 h 305"/>
                  <a:gd name="T34" fmla="*/ 260 w 500"/>
                  <a:gd name="T35" fmla="*/ 52 h 305"/>
                  <a:gd name="T36" fmla="*/ 263 w 500"/>
                  <a:gd name="T37" fmla="*/ 52 h 305"/>
                  <a:gd name="T38" fmla="*/ 494 w 500"/>
                  <a:gd name="T39" fmla="*/ 169 h 305"/>
                  <a:gd name="T40" fmla="*/ 465 w 500"/>
                  <a:gd name="T41" fmla="*/ 217 h 305"/>
                  <a:gd name="T42" fmla="*/ 167 w 500"/>
                  <a:gd name="T43" fmla="*/ 304 h 305"/>
                  <a:gd name="T44" fmla="*/ 2 w 500"/>
                  <a:gd name="T45" fmla="*/ 232 h 305"/>
                  <a:gd name="T46" fmla="*/ 61 w 500"/>
                  <a:gd name="T47" fmla="*/ 102 h 305"/>
                  <a:gd name="T48" fmla="*/ 180 w 500"/>
                  <a:gd name="T49" fmla="*/ 28 h 305"/>
                  <a:gd name="T50" fmla="*/ 304 w 500"/>
                  <a:gd name="T51" fmla="*/ 1 h 305"/>
                  <a:gd name="T52" fmla="*/ 398 w 500"/>
                  <a:gd name="T53" fmla="*/ 6 h 305"/>
                  <a:gd name="T54" fmla="*/ 416 w 500"/>
                  <a:gd name="T55" fmla="*/ 12 h 305"/>
                  <a:gd name="T56" fmla="*/ 424 w 500"/>
                  <a:gd name="T57" fmla="*/ 14 h 305"/>
                  <a:gd name="T58" fmla="*/ 431 w 500"/>
                  <a:gd name="T59" fmla="*/ 19 h 305"/>
                  <a:gd name="T60" fmla="*/ 431 w 500"/>
                  <a:gd name="T61" fmla="*/ 26 h 305"/>
                  <a:gd name="T62" fmla="*/ 423 w 500"/>
                  <a:gd name="T63" fmla="*/ 32 h 305"/>
                  <a:gd name="T64" fmla="*/ 416 w 500"/>
                  <a:gd name="T65" fmla="*/ 31 h 305"/>
                  <a:gd name="T66" fmla="*/ 411 w 500"/>
                  <a:gd name="T67" fmla="*/ 27 h 305"/>
                  <a:gd name="T68" fmla="*/ 383 w 500"/>
                  <a:gd name="T69" fmla="*/ 20 h 305"/>
                  <a:gd name="T70" fmla="*/ 196 w 500"/>
                  <a:gd name="T71" fmla="*/ 38 h 305"/>
                  <a:gd name="T72" fmla="*/ 59 w 500"/>
                  <a:gd name="T73" fmla="*/ 125 h 305"/>
                  <a:gd name="T74" fmla="*/ 51 w 500"/>
                  <a:gd name="T75" fmla="*/ 267 h 305"/>
                  <a:gd name="T76" fmla="*/ 251 w 500"/>
                  <a:gd name="T77" fmla="*/ 289 h 305"/>
                  <a:gd name="T78" fmla="*/ 456 w 500"/>
                  <a:gd name="T79" fmla="*/ 207 h 305"/>
                  <a:gd name="T80" fmla="*/ 487 w 500"/>
                  <a:gd name="T81" fmla="*/ 146 h 305"/>
                  <a:gd name="T82" fmla="*/ 462 w 500"/>
                  <a:gd name="T83" fmla="*/ 91 h 305"/>
                  <a:gd name="T84" fmla="*/ 402 w 500"/>
                  <a:gd name="T85" fmla="*/ 64 h 305"/>
                  <a:gd name="T86" fmla="*/ 367 w 500"/>
                  <a:gd name="T87" fmla="*/ 55 h 305"/>
                  <a:gd name="T88" fmla="*/ 262 w 500"/>
                  <a:gd name="T89" fmla="*/ 58 h 305"/>
                  <a:gd name="T90" fmla="*/ 330 w 500"/>
                  <a:gd name="T91" fmla="*/ 51 h 305"/>
                  <a:gd name="T92" fmla="*/ 418 w 500"/>
                  <a:gd name="T93" fmla="*/ 66 h 305"/>
                  <a:gd name="T94" fmla="*/ 338 w 500"/>
                  <a:gd name="T95" fmla="*/ 47 h 305"/>
                  <a:gd name="T96" fmla="*/ 375 w 500"/>
                  <a:gd name="T97" fmla="*/ 51 h 305"/>
                  <a:gd name="T98" fmla="*/ 369 w 500"/>
                  <a:gd name="T99" fmla="*/ 49 h 305"/>
                  <a:gd name="T100" fmla="*/ 320 w 500"/>
                  <a:gd name="T101" fmla="*/ 45 h 305"/>
                  <a:gd name="T102" fmla="*/ 321 w 500"/>
                  <a:gd name="T103" fmla="*/ 44 h 305"/>
                  <a:gd name="T104" fmla="*/ 307 w 500"/>
                  <a:gd name="T105" fmla="*/ 44 h 305"/>
                  <a:gd name="T106" fmla="*/ 360 w 500"/>
                  <a:gd name="T107" fmla="*/ 45 h 305"/>
                  <a:gd name="T108" fmla="*/ 424 w 500"/>
                  <a:gd name="T109" fmla="*/ 61 h 305"/>
                  <a:gd name="T110" fmla="*/ 480 w 500"/>
                  <a:gd name="T111" fmla="*/ 91 h 305"/>
                  <a:gd name="T112" fmla="*/ 500 w 500"/>
                  <a:gd name="T113" fmla="*/ 148 h 305"/>
                  <a:gd name="T114" fmla="*/ 366 w 500"/>
                  <a:gd name="T115" fmla="*/ 47 h 305"/>
                  <a:gd name="T116" fmla="*/ 391 w 500"/>
                  <a:gd name="T117" fmla="*/ 61 h 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500" h="305">
                    <a:moveTo>
                      <a:pt x="484" y="124"/>
                    </a:moveTo>
                    <a:cubicBezTo>
                      <a:pt x="485" y="125"/>
                      <a:pt x="485" y="127"/>
                      <a:pt x="485" y="128"/>
                    </a:cubicBezTo>
                    <a:lnTo>
                      <a:pt x="484" y="124"/>
                    </a:lnTo>
                    <a:close/>
                    <a:moveTo>
                      <a:pt x="450" y="71"/>
                    </a:moveTo>
                    <a:cubicBezTo>
                      <a:pt x="449" y="70"/>
                      <a:pt x="448" y="69"/>
                      <a:pt x="445" y="68"/>
                    </a:cubicBezTo>
                    <a:cubicBezTo>
                      <a:pt x="445" y="68"/>
                      <a:pt x="449" y="70"/>
                      <a:pt x="450" y="71"/>
                    </a:cubicBezTo>
                    <a:close/>
                    <a:moveTo>
                      <a:pt x="438" y="65"/>
                    </a:moveTo>
                    <a:cubicBezTo>
                      <a:pt x="440" y="66"/>
                      <a:pt x="443" y="67"/>
                      <a:pt x="443" y="67"/>
                    </a:cubicBezTo>
                    <a:cubicBezTo>
                      <a:pt x="442" y="67"/>
                      <a:pt x="438" y="65"/>
                      <a:pt x="438" y="65"/>
                    </a:cubicBezTo>
                    <a:close/>
                    <a:moveTo>
                      <a:pt x="422" y="60"/>
                    </a:moveTo>
                    <a:cubicBezTo>
                      <a:pt x="420" y="60"/>
                      <a:pt x="417" y="58"/>
                      <a:pt x="417" y="58"/>
                    </a:cubicBezTo>
                    <a:cubicBezTo>
                      <a:pt x="418" y="59"/>
                      <a:pt x="421" y="60"/>
                      <a:pt x="422" y="60"/>
                    </a:cubicBezTo>
                    <a:close/>
                    <a:moveTo>
                      <a:pt x="413" y="55"/>
                    </a:moveTo>
                    <a:cubicBezTo>
                      <a:pt x="410" y="54"/>
                      <a:pt x="405" y="52"/>
                      <a:pt x="404" y="52"/>
                    </a:cubicBezTo>
                    <a:cubicBezTo>
                      <a:pt x="408" y="53"/>
                      <a:pt x="411" y="54"/>
                      <a:pt x="413" y="55"/>
                    </a:cubicBezTo>
                    <a:close/>
                    <a:moveTo>
                      <a:pt x="366" y="54"/>
                    </a:moveTo>
                    <a:cubicBezTo>
                      <a:pt x="370" y="55"/>
                      <a:pt x="379" y="56"/>
                      <a:pt x="384" y="57"/>
                    </a:cubicBezTo>
                    <a:cubicBezTo>
                      <a:pt x="379" y="56"/>
                      <a:pt x="372" y="55"/>
                      <a:pt x="366" y="54"/>
                    </a:cubicBezTo>
                    <a:close/>
                    <a:moveTo>
                      <a:pt x="366" y="49"/>
                    </a:moveTo>
                    <a:cubicBezTo>
                      <a:pt x="361" y="48"/>
                      <a:pt x="361" y="48"/>
                      <a:pt x="361" y="48"/>
                    </a:cubicBezTo>
                    <a:cubicBezTo>
                      <a:pt x="359" y="48"/>
                      <a:pt x="347" y="47"/>
                      <a:pt x="348" y="47"/>
                    </a:cubicBezTo>
                    <a:cubicBezTo>
                      <a:pt x="356" y="47"/>
                      <a:pt x="366" y="49"/>
                      <a:pt x="372" y="50"/>
                    </a:cubicBezTo>
                    <a:cubicBezTo>
                      <a:pt x="370" y="50"/>
                      <a:pt x="368" y="50"/>
                      <a:pt x="366" y="49"/>
                    </a:cubicBezTo>
                    <a:close/>
                    <a:moveTo>
                      <a:pt x="299" y="46"/>
                    </a:moveTo>
                    <a:cubicBezTo>
                      <a:pt x="296" y="46"/>
                      <a:pt x="296" y="46"/>
                      <a:pt x="296" y="46"/>
                    </a:cubicBezTo>
                    <a:cubicBezTo>
                      <a:pt x="296" y="47"/>
                      <a:pt x="296" y="47"/>
                      <a:pt x="297" y="47"/>
                    </a:cubicBezTo>
                    <a:cubicBezTo>
                      <a:pt x="299" y="46"/>
                      <a:pt x="299" y="46"/>
                      <a:pt x="299" y="46"/>
                    </a:cubicBezTo>
                    <a:close/>
                    <a:moveTo>
                      <a:pt x="264" y="53"/>
                    </a:moveTo>
                    <a:cubicBezTo>
                      <a:pt x="264" y="53"/>
                      <a:pt x="264" y="53"/>
                      <a:pt x="264" y="53"/>
                    </a:cubicBezTo>
                    <a:cubicBezTo>
                      <a:pt x="264" y="53"/>
                      <a:pt x="265" y="53"/>
                      <a:pt x="265" y="53"/>
                    </a:cubicBezTo>
                    <a:cubicBezTo>
                      <a:pt x="265" y="53"/>
                      <a:pt x="265" y="53"/>
                      <a:pt x="265" y="53"/>
                    </a:cubicBezTo>
                    <a:cubicBezTo>
                      <a:pt x="269" y="52"/>
                      <a:pt x="269" y="52"/>
                      <a:pt x="269" y="52"/>
                    </a:cubicBezTo>
                    <a:lnTo>
                      <a:pt x="264" y="53"/>
                    </a:lnTo>
                    <a:close/>
                    <a:moveTo>
                      <a:pt x="264" y="53"/>
                    </a:moveTo>
                    <a:cubicBezTo>
                      <a:pt x="264" y="53"/>
                      <a:pt x="264" y="53"/>
                      <a:pt x="264" y="53"/>
                    </a:cubicBezTo>
                    <a:cubicBezTo>
                      <a:pt x="264" y="53"/>
                      <a:pt x="264" y="53"/>
                      <a:pt x="264" y="53"/>
                    </a:cubicBezTo>
                    <a:cubicBezTo>
                      <a:pt x="263" y="53"/>
                      <a:pt x="264" y="53"/>
                      <a:pt x="264" y="53"/>
                    </a:cubicBezTo>
                    <a:close/>
                    <a:moveTo>
                      <a:pt x="264" y="53"/>
                    </a:moveTo>
                    <a:cubicBezTo>
                      <a:pt x="264" y="53"/>
                      <a:pt x="264" y="53"/>
                      <a:pt x="264" y="53"/>
                    </a:cubicBezTo>
                    <a:cubicBezTo>
                      <a:pt x="264" y="53"/>
                      <a:pt x="264" y="53"/>
                      <a:pt x="264" y="53"/>
                    </a:cubicBezTo>
                    <a:cubicBezTo>
                      <a:pt x="264" y="53"/>
                      <a:pt x="264" y="53"/>
                      <a:pt x="264" y="53"/>
                    </a:cubicBezTo>
                    <a:close/>
                    <a:moveTo>
                      <a:pt x="265" y="51"/>
                    </a:moveTo>
                    <a:cubicBezTo>
                      <a:pt x="264" y="51"/>
                      <a:pt x="264" y="51"/>
                      <a:pt x="264" y="51"/>
                    </a:cubicBezTo>
                    <a:cubicBezTo>
                      <a:pt x="264" y="51"/>
                      <a:pt x="264" y="51"/>
                      <a:pt x="264" y="51"/>
                    </a:cubicBezTo>
                    <a:cubicBezTo>
                      <a:pt x="264" y="51"/>
                      <a:pt x="264" y="51"/>
                      <a:pt x="265" y="51"/>
                    </a:cubicBezTo>
                    <a:cubicBezTo>
                      <a:pt x="265" y="51"/>
                      <a:pt x="265" y="51"/>
                      <a:pt x="265" y="51"/>
                    </a:cubicBezTo>
                    <a:cubicBezTo>
                      <a:pt x="265" y="51"/>
                      <a:pt x="265" y="51"/>
                      <a:pt x="265" y="50"/>
                    </a:cubicBezTo>
                    <a:cubicBezTo>
                      <a:pt x="265" y="51"/>
                      <a:pt x="265" y="51"/>
                      <a:pt x="265" y="51"/>
                    </a:cubicBezTo>
                    <a:close/>
                    <a:moveTo>
                      <a:pt x="265" y="57"/>
                    </a:moveTo>
                    <a:cubicBezTo>
                      <a:pt x="265" y="57"/>
                      <a:pt x="265" y="57"/>
                      <a:pt x="265" y="57"/>
                    </a:cubicBezTo>
                    <a:cubicBezTo>
                      <a:pt x="265" y="57"/>
                      <a:pt x="265" y="57"/>
                      <a:pt x="265" y="57"/>
                    </a:cubicBezTo>
                    <a:close/>
                    <a:moveTo>
                      <a:pt x="264" y="51"/>
                    </a:moveTo>
                    <a:cubicBezTo>
                      <a:pt x="264" y="51"/>
                      <a:pt x="264" y="52"/>
                      <a:pt x="264" y="52"/>
                    </a:cubicBezTo>
                    <a:cubicBezTo>
                      <a:pt x="264" y="52"/>
                      <a:pt x="264" y="52"/>
                      <a:pt x="264" y="51"/>
                    </a:cubicBezTo>
                    <a:close/>
                    <a:moveTo>
                      <a:pt x="264" y="51"/>
                    </a:moveTo>
                    <a:cubicBezTo>
                      <a:pt x="264" y="51"/>
                      <a:pt x="264" y="51"/>
                      <a:pt x="264" y="51"/>
                    </a:cubicBezTo>
                    <a:cubicBezTo>
                      <a:pt x="264" y="51"/>
                      <a:pt x="264" y="51"/>
                      <a:pt x="264" y="51"/>
                    </a:cubicBezTo>
                    <a:close/>
                    <a:moveTo>
                      <a:pt x="265" y="58"/>
                    </a:moveTo>
                    <a:cubicBezTo>
                      <a:pt x="265" y="58"/>
                      <a:pt x="265" y="58"/>
                      <a:pt x="265" y="58"/>
                    </a:cubicBezTo>
                    <a:cubicBezTo>
                      <a:pt x="265" y="58"/>
                      <a:pt x="265" y="58"/>
                      <a:pt x="265" y="58"/>
                    </a:cubicBezTo>
                    <a:close/>
                    <a:moveTo>
                      <a:pt x="265" y="57"/>
                    </a:moveTo>
                    <a:cubicBezTo>
                      <a:pt x="264" y="57"/>
                      <a:pt x="264" y="57"/>
                      <a:pt x="264" y="57"/>
                    </a:cubicBezTo>
                    <a:cubicBezTo>
                      <a:pt x="264" y="57"/>
                      <a:pt x="265" y="57"/>
                      <a:pt x="265" y="57"/>
                    </a:cubicBezTo>
                    <a:close/>
                    <a:moveTo>
                      <a:pt x="263" y="51"/>
                    </a:moveTo>
                    <a:cubicBezTo>
                      <a:pt x="263" y="51"/>
                      <a:pt x="263" y="51"/>
                      <a:pt x="263" y="51"/>
                    </a:cubicBezTo>
                    <a:cubicBezTo>
                      <a:pt x="263" y="51"/>
                      <a:pt x="263" y="51"/>
                      <a:pt x="263" y="51"/>
                    </a:cubicBezTo>
                    <a:close/>
                    <a:moveTo>
                      <a:pt x="263" y="54"/>
                    </a:moveTo>
                    <a:cubicBezTo>
                      <a:pt x="263" y="54"/>
                      <a:pt x="263" y="53"/>
                      <a:pt x="263" y="53"/>
                    </a:cubicBezTo>
                    <a:cubicBezTo>
                      <a:pt x="263" y="53"/>
                      <a:pt x="263" y="53"/>
                      <a:pt x="263" y="54"/>
                    </a:cubicBezTo>
                    <a:close/>
                    <a:moveTo>
                      <a:pt x="262" y="53"/>
                    </a:moveTo>
                    <a:cubicBezTo>
                      <a:pt x="263" y="53"/>
                      <a:pt x="263" y="53"/>
                      <a:pt x="263" y="53"/>
                    </a:cubicBezTo>
                    <a:cubicBezTo>
                      <a:pt x="263" y="53"/>
                      <a:pt x="262" y="53"/>
                      <a:pt x="262" y="53"/>
                    </a:cubicBezTo>
                    <a:close/>
                    <a:moveTo>
                      <a:pt x="262" y="53"/>
                    </a:moveTo>
                    <a:cubicBezTo>
                      <a:pt x="262" y="52"/>
                      <a:pt x="262" y="53"/>
                      <a:pt x="262" y="53"/>
                    </a:cubicBezTo>
                    <a:cubicBezTo>
                      <a:pt x="262" y="53"/>
                      <a:pt x="262" y="52"/>
                      <a:pt x="262" y="52"/>
                    </a:cubicBezTo>
                    <a:cubicBezTo>
                      <a:pt x="262" y="53"/>
                      <a:pt x="262" y="53"/>
                      <a:pt x="262" y="53"/>
                    </a:cubicBezTo>
                    <a:close/>
                    <a:moveTo>
                      <a:pt x="262" y="56"/>
                    </a:moveTo>
                    <a:cubicBezTo>
                      <a:pt x="263" y="56"/>
                      <a:pt x="262" y="56"/>
                      <a:pt x="262" y="56"/>
                    </a:cubicBezTo>
                    <a:close/>
                    <a:moveTo>
                      <a:pt x="261" y="58"/>
                    </a:moveTo>
                    <a:cubicBezTo>
                      <a:pt x="262" y="58"/>
                      <a:pt x="262" y="58"/>
                      <a:pt x="262" y="58"/>
                    </a:cubicBezTo>
                    <a:cubicBezTo>
                      <a:pt x="262" y="58"/>
                      <a:pt x="261" y="58"/>
                      <a:pt x="261" y="58"/>
                    </a:cubicBezTo>
                    <a:close/>
                    <a:moveTo>
                      <a:pt x="262" y="58"/>
                    </a:moveTo>
                    <a:cubicBezTo>
                      <a:pt x="262" y="58"/>
                      <a:pt x="262" y="58"/>
                      <a:pt x="262" y="58"/>
                    </a:cubicBezTo>
                    <a:cubicBezTo>
                      <a:pt x="262" y="59"/>
                      <a:pt x="262" y="59"/>
                      <a:pt x="262" y="58"/>
                    </a:cubicBezTo>
                    <a:close/>
                    <a:moveTo>
                      <a:pt x="262" y="61"/>
                    </a:moveTo>
                    <a:cubicBezTo>
                      <a:pt x="262" y="61"/>
                      <a:pt x="262" y="61"/>
                      <a:pt x="262" y="61"/>
                    </a:cubicBezTo>
                    <a:cubicBezTo>
                      <a:pt x="262" y="61"/>
                      <a:pt x="262" y="61"/>
                      <a:pt x="262" y="61"/>
                    </a:cubicBezTo>
                    <a:close/>
                    <a:moveTo>
                      <a:pt x="261" y="61"/>
                    </a:moveTo>
                    <a:cubicBezTo>
                      <a:pt x="260" y="61"/>
                      <a:pt x="260" y="61"/>
                      <a:pt x="261" y="61"/>
                    </a:cubicBezTo>
                    <a:close/>
                    <a:moveTo>
                      <a:pt x="339" y="54"/>
                    </a:moveTo>
                    <a:cubicBezTo>
                      <a:pt x="334" y="54"/>
                      <a:pt x="330" y="54"/>
                      <a:pt x="326" y="54"/>
                    </a:cubicBezTo>
                    <a:cubicBezTo>
                      <a:pt x="329" y="54"/>
                      <a:pt x="333" y="54"/>
                      <a:pt x="336" y="54"/>
                    </a:cubicBezTo>
                    <a:cubicBezTo>
                      <a:pt x="336" y="54"/>
                      <a:pt x="338" y="54"/>
                      <a:pt x="339" y="54"/>
                    </a:cubicBezTo>
                    <a:close/>
                    <a:moveTo>
                      <a:pt x="263" y="56"/>
                    </a:moveTo>
                    <a:cubicBezTo>
                      <a:pt x="264" y="56"/>
                      <a:pt x="264" y="56"/>
                      <a:pt x="264" y="56"/>
                    </a:cubicBezTo>
                    <a:cubicBezTo>
                      <a:pt x="264" y="56"/>
                      <a:pt x="264" y="56"/>
                      <a:pt x="264" y="56"/>
                    </a:cubicBezTo>
                    <a:cubicBezTo>
                      <a:pt x="264" y="56"/>
                      <a:pt x="265" y="56"/>
                      <a:pt x="265" y="56"/>
                    </a:cubicBezTo>
                    <a:cubicBezTo>
                      <a:pt x="265" y="56"/>
                      <a:pt x="265" y="56"/>
                      <a:pt x="265" y="56"/>
                    </a:cubicBezTo>
                    <a:cubicBezTo>
                      <a:pt x="265" y="56"/>
                      <a:pt x="265" y="56"/>
                      <a:pt x="265" y="56"/>
                    </a:cubicBezTo>
                    <a:cubicBezTo>
                      <a:pt x="265" y="56"/>
                      <a:pt x="265" y="56"/>
                      <a:pt x="265" y="56"/>
                    </a:cubicBezTo>
                    <a:cubicBezTo>
                      <a:pt x="265" y="56"/>
                      <a:pt x="265" y="56"/>
                      <a:pt x="265" y="55"/>
                    </a:cubicBezTo>
                    <a:cubicBezTo>
                      <a:pt x="265" y="56"/>
                      <a:pt x="264" y="56"/>
                      <a:pt x="263" y="56"/>
                    </a:cubicBezTo>
                    <a:close/>
                    <a:moveTo>
                      <a:pt x="264" y="52"/>
                    </a:moveTo>
                    <a:cubicBezTo>
                      <a:pt x="264" y="52"/>
                      <a:pt x="264" y="52"/>
                      <a:pt x="264" y="52"/>
                    </a:cubicBezTo>
                    <a:cubicBezTo>
                      <a:pt x="264" y="52"/>
                      <a:pt x="263" y="52"/>
                      <a:pt x="263" y="52"/>
                    </a:cubicBezTo>
                    <a:cubicBezTo>
                      <a:pt x="263" y="52"/>
                      <a:pt x="264" y="52"/>
                      <a:pt x="264" y="52"/>
                    </a:cubicBezTo>
                    <a:close/>
                    <a:moveTo>
                      <a:pt x="261" y="53"/>
                    </a:moveTo>
                    <a:cubicBezTo>
                      <a:pt x="261" y="52"/>
                      <a:pt x="261" y="52"/>
                      <a:pt x="260" y="52"/>
                    </a:cubicBezTo>
                    <a:cubicBezTo>
                      <a:pt x="260" y="53"/>
                      <a:pt x="259" y="53"/>
                      <a:pt x="259" y="53"/>
                    </a:cubicBezTo>
                    <a:cubicBezTo>
                      <a:pt x="259" y="53"/>
                      <a:pt x="260" y="53"/>
                      <a:pt x="260" y="53"/>
                    </a:cubicBezTo>
                    <a:cubicBezTo>
                      <a:pt x="260" y="53"/>
                      <a:pt x="260" y="53"/>
                      <a:pt x="260" y="53"/>
                    </a:cubicBezTo>
                    <a:cubicBezTo>
                      <a:pt x="261" y="53"/>
                      <a:pt x="261" y="53"/>
                      <a:pt x="262" y="52"/>
                    </a:cubicBezTo>
                    <a:cubicBezTo>
                      <a:pt x="262" y="52"/>
                      <a:pt x="262" y="52"/>
                      <a:pt x="262" y="52"/>
                    </a:cubicBezTo>
                    <a:cubicBezTo>
                      <a:pt x="262" y="52"/>
                      <a:pt x="263" y="52"/>
                      <a:pt x="263" y="52"/>
                    </a:cubicBezTo>
                    <a:cubicBezTo>
                      <a:pt x="262" y="52"/>
                      <a:pt x="262" y="52"/>
                      <a:pt x="261" y="53"/>
                    </a:cubicBezTo>
                    <a:close/>
                    <a:moveTo>
                      <a:pt x="262" y="59"/>
                    </a:moveTo>
                    <a:cubicBezTo>
                      <a:pt x="262" y="59"/>
                      <a:pt x="262" y="59"/>
                      <a:pt x="262" y="59"/>
                    </a:cubicBezTo>
                    <a:cubicBezTo>
                      <a:pt x="262" y="59"/>
                      <a:pt x="262" y="59"/>
                      <a:pt x="262" y="59"/>
                    </a:cubicBezTo>
                    <a:close/>
                    <a:moveTo>
                      <a:pt x="500" y="148"/>
                    </a:moveTo>
                    <a:cubicBezTo>
                      <a:pt x="498" y="158"/>
                      <a:pt x="496" y="166"/>
                      <a:pt x="494" y="169"/>
                    </a:cubicBezTo>
                    <a:cubicBezTo>
                      <a:pt x="493" y="172"/>
                      <a:pt x="495" y="168"/>
                      <a:pt x="494" y="170"/>
                    </a:cubicBezTo>
                    <a:cubicBezTo>
                      <a:pt x="493" y="174"/>
                      <a:pt x="490" y="181"/>
                      <a:pt x="488" y="184"/>
                    </a:cubicBezTo>
                    <a:cubicBezTo>
                      <a:pt x="486" y="189"/>
                      <a:pt x="483" y="194"/>
                      <a:pt x="480" y="199"/>
                    </a:cubicBezTo>
                    <a:cubicBezTo>
                      <a:pt x="478" y="202"/>
                      <a:pt x="477" y="204"/>
                      <a:pt x="475" y="206"/>
                    </a:cubicBezTo>
                    <a:cubicBezTo>
                      <a:pt x="470" y="212"/>
                      <a:pt x="470" y="212"/>
                      <a:pt x="470" y="212"/>
                    </a:cubicBezTo>
                    <a:cubicBezTo>
                      <a:pt x="469" y="214"/>
                      <a:pt x="466" y="216"/>
                      <a:pt x="465" y="217"/>
                    </a:cubicBezTo>
                    <a:cubicBezTo>
                      <a:pt x="462" y="221"/>
                      <a:pt x="456" y="228"/>
                      <a:pt x="452" y="232"/>
                    </a:cubicBezTo>
                    <a:cubicBezTo>
                      <a:pt x="438" y="245"/>
                      <a:pt x="422" y="256"/>
                      <a:pt x="405" y="264"/>
                    </a:cubicBezTo>
                    <a:cubicBezTo>
                      <a:pt x="387" y="272"/>
                      <a:pt x="369" y="278"/>
                      <a:pt x="351" y="284"/>
                    </a:cubicBezTo>
                    <a:cubicBezTo>
                      <a:pt x="314" y="295"/>
                      <a:pt x="277" y="301"/>
                      <a:pt x="239" y="304"/>
                    </a:cubicBezTo>
                    <a:cubicBezTo>
                      <a:pt x="221" y="305"/>
                      <a:pt x="200" y="305"/>
                      <a:pt x="183" y="305"/>
                    </a:cubicBezTo>
                    <a:cubicBezTo>
                      <a:pt x="177" y="304"/>
                      <a:pt x="172" y="304"/>
                      <a:pt x="167" y="304"/>
                    </a:cubicBezTo>
                    <a:cubicBezTo>
                      <a:pt x="155" y="303"/>
                      <a:pt x="142" y="302"/>
                      <a:pt x="129" y="301"/>
                    </a:cubicBezTo>
                    <a:cubicBezTo>
                      <a:pt x="116" y="299"/>
                      <a:pt x="103" y="298"/>
                      <a:pt x="93" y="296"/>
                    </a:cubicBezTo>
                    <a:cubicBezTo>
                      <a:pt x="77" y="292"/>
                      <a:pt x="61" y="288"/>
                      <a:pt x="45" y="280"/>
                    </a:cubicBezTo>
                    <a:cubicBezTo>
                      <a:pt x="38" y="277"/>
                      <a:pt x="32" y="273"/>
                      <a:pt x="27" y="269"/>
                    </a:cubicBezTo>
                    <a:cubicBezTo>
                      <a:pt x="24" y="268"/>
                      <a:pt x="22" y="266"/>
                      <a:pt x="20" y="264"/>
                    </a:cubicBezTo>
                    <a:cubicBezTo>
                      <a:pt x="11" y="256"/>
                      <a:pt x="4" y="244"/>
                      <a:pt x="2" y="232"/>
                    </a:cubicBezTo>
                    <a:cubicBezTo>
                      <a:pt x="1" y="225"/>
                      <a:pt x="0" y="219"/>
                      <a:pt x="0" y="213"/>
                    </a:cubicBezTo>
                    <a:cubicBezTo>
                      <a:pt x="0" y="203"/>
                      <a:pt x="2" y="191"/>
                      <a:pt x="6" y="180"/>
                    </a:cubicBezTo>
                    <a:cubicBezTo>
                      <a:pt x="10" y="169"/>
                      <a:pt x="16" y="158"/>
                      <a:pt x="22" y="148"/>
                    </a:cubicBezTo>
                    <a:cubicBezTo>
                      <a:pt x="25" y="143"/>
                      <a:pt x="29" y="139"/>
                      <a:pt x="32" y="134"/>
                    </a:cubicBezTo>
                    <a:cubicBezTo>
                      <a:pt x="34" y="132"/>
                      <a:pt x="36" y="130"/>
                      <a:pt x="38" y="127"/>
                    </a:cubicBezTo>
                    <a:cubicBezTo>
                      <a:pt x="44" y="119"/>
                      <a:pt x="54" y="109"/>
                      <a:pt x="61" y="102"/>
                    </a:cubicBezTo>
                    <a:cubicBezTo>
                      <a:pt x="65" y="98"/>
                      <a:pt x="69" y="95"/>
                      <a:pt x="74" y="91"/>
                    </a:cubicBezTo>
                    <a:cubicBezTo>
                      <a:pt x="83" y="83"/>
                      <a:pt x="92" y="76"/>
                      <a:pt x="100" y="70"/>
                    </a:cubicBezTo>
                    <a:cubicBezTo>
                      <a:pt x="111" y="62"/>
                      <a:pt x="128" y="52"/>
                      <a:pt x="143" y="45"/>
                    </a:cubicBezTo>
                    <a:cubicBezTo>
                      <a:pt x="144" y="44"/>
                      <a:pt x="144" y="44"/>
                      <a:pt x="144" y="44"/>
                    </a:cubicBezTo>
                    <a:cubicBezTo>
                      <a:pt x="155" y="39"/>
                      <a:pt x="166" y="33"/>
                      <a:pt x="177" y="29"/>
                    </a:cubicBezTo>
                    <a:cubicBezTo>
                      <a:pt x="179" y="29"/>
                      <a:pt x="179" y="29"/>
                      <a:pt x="180" y="28"/>
                    </a:cubicBezTo>
                    <a:cubicBezTo>
                      <a:pt x="194" y="23"/>
                      <a:pt x="194" y="23"/>
                      <a:pt x="194" y="23"/>
                    </a:cubicBezTo>
                    <a:cubicBezTo>
                      <a:pt x="215" y="16"/>
                      <a:pt x="231" y="12"/>
                      <a:pt x="249" y="9"/>
                    </a:cubicBezTo>
                    <a:cubicBezTo>
                      <a:pt x="259" y="6"/>
                      <a:pt x="271" y="5"/>
                      <a:pt x="281" y="3"/>
                    </a:cubicBezTo>
                    <a:cubicBezTo>
                      <a:pt x="284" y="3"/>
                      <a:pt x="287" y="2"/>
                      <a:pt x="290" y="2"/>
                    </a:cubicBezTo>
                    <a:cubicBezTo>
                      <a:pt x="293" y="2"/>
                      <a:pt x="295" y="2"/>
                      <a:pt x="297" y="1"/>
                    </a:cubicBezTo>
                    <a:cubicBezTo>
                      <a:pt x="304" y="1"/>
                      <a:pt x="304" y="1"/>
                      <a:pt x="304" y="1"/>
                    </a:cubicBezTo>
                    <a:cubicBezTo>
                      <a:pt x="307" y="1"/>
                      <a:pt x="311" y="0"/>
                      <a:pt x="314" y="0"/>
                    </a:cubicBezTo>
                    <a:cubicBezTo>
                      <a:pt x="318" y="0"/>
                      <a:pt x="321" y="0"/>
                      <a:pt x="324" y="0"/>
                    </a:cubicBezTo>
                    <a:cubicBezTo>
                      <a:pt x="327" y="0"/>
                      <a:pt x="331" y="0"/>
                      <a:pt x="334" y="0"/>
                    </a:cubicBezTo>
                    <a:cubicBezTo>
                      <a:pt x="343" y="0"/>
                      <a:pt x="351" y="0"/>
                      <a:pt x="361" y="1"/>
                    </a:cubicBezTo>
                    <a:cubicBezTo>
                      <a:pt x="368" y="2"/>
                      <a:pt x="376" y="2"/>
                      <a:pt x="384" y="4"/>
                    </a:cubicBezTo>
                    <a:cubicBezTo>
                      <a:pt x="389" y="4"/>
                      <a:pt x="394" y="5"/>
                      <a:pt x="398" y="6"/>
                    </a:cubicBezTo>
                    <a:cubicBezTo>
                      <a:pt x="400" y="7"/>
                      <a:pt x="403" y="8"/>
                      <a:pt x="405" y="8"/>
                    </a:cubicBezTo>
                    <a:cubicBezTo>
                      <a:pt x="408" y="9"/>
                      <a:pt x="410" y="10"/>
                      <a:pt x="413" y="11"/>
                    </a:cubicBezTo>
                    <a:cubicBezTo>
                      <a:pt x="415" y="11"/>
                      <a:pt x="415" y="11"/>
                      <a:pt x="415" y="11"/>
                    </a:cubicBezTo>
                    <a:cubicBezTo>
                      <a:pt x="415" y="11"/>
                      <a:pt x="415" y="11"/>
                      <a:pt x="415" y="11"/>
                    </a:cubicBezTo>
                    <a:cubicBezTo>
                      <a:pt x="415" y="11"/>
                      <a:pt x="415" y="11"/>
                      <a:pt x="415" y="11"/>
                    </a:cubicBezTo>
                    <a:cubicBezTo>
                      <a:pt x="416" y="11"/>
                      <a:pt x="416" y="11"/>
                      <a:pt x="416" y="12"/>
                    </a:cubicBezTo>
                    <a:cubicBezTo>
                      <a:pt x="417" y="12"/>
                      <a:pt x="419" y="13"/>
                      <a:pt x="420" y="12"/>
                    </a:cubicBezTo>
                    <a:cubicBezTo>
                      <a:pt x="420" y="12"/>
                      <a:pt x="420" y="12"/>
                      <a:pt x="420" y="12"/>
                    </a:cubicBezTo>
                    <a:cubicBezTo>
                      <a:pt x="421" y="12"/>
                      <a:pt x="421" y="12"/>
                      <a:pt x="421" y="12"/>
                    </a:cubicBezTo>
                    <a:cubicBezTo>
                      <a:pt x="421" y="13"/>
                      <a:pt x="422" y="13"/>
                      <a:pt x="423" y="13"/>
                    </a:cubicBezTo>
                    <a:cubicBezTo>
                      <a:pt x="423" y="13"/>
                      <a:pt x="423" y="13"/>
                      <a:pt x="423" y="13"/>
                    </a:cubicBezTo>
                    <a:cubicBezTo>
                      <a:pt x="424" y="13"/>
                      <a:pt x="424" y="14"/>
                      <a:pt x="424" y="14"/>
                    </a:cubicBezTo>
                    <a:cubicBezTo>
                      <a:pt x="425" y="14"/>
                      <a:pt x="425" y="14"/>
                      <a:pt x="425" y="14"/>
                    </a:cubicBezTo>
                    <a:cubicBezTo>
                      <a:pt x="426" y="14"/>
                      <a:pt x="426" y="14"/>
                      <a:pt x="426" y="15"/>
                    </a:cubicBezTo>
                    <a:cubicBezTo>
                      <a:pt x="426" y="15"/>
                      <a:pt x="426" y="15"/>
                      <a:pt x="426" y="15"/>
                    </a:cubicBezTo>
                    <a:cubicBezTo>
                      <a:pt x="426" y="15"/>
                      <a:pt x="427" y="16"/>
                      <a:pt x="428" y="16"/>
                    </a:cubicBezTo>
                    <a:cubicBezTo>
                      <a:pt x="428" y="17"/>
                      <a:pt x="429" y="17"/>
                      <a:pt x="429" y="17"/>
                    </a:cubicBezTo>
                    <a:cubicBezTo>
                      <a:pt x="430" y="17"/>
                      <a:pt x="430" y="19"/>
                      <a:pt x="431" y="19"/>
                    </a:cubicBezTo>
                    <a:cubicBezTo>
                      <a:pt x="430" y="20"/>
                      <a:pt x="431" y="20"/>
                      <a:pt x="431" y="20"/>
                    </a:cubicBezTo>
                    <a:cubicBezTo>
                      <a:pt x="431" y="20"/>
                      <a:pt x="431" y="21"/>
                      <a:pt x="431" y="21"/>
                    </a:cubicBezTo>
                    <a:cubicBezTo>
                      <a:pt x="431" y="21"/>
                      <a:pt x="431" y="22"/>
                      <a:pt x="431" y="22"/>
                    </a:cubicBezTo>
                    <a:cubicBezTo>
                      <a:pt x="431" y="22"/>
                      <a:pt x="431" y="23"/>
                      <a:pt x="431" y="23"/>
                    </a:cubicBezTo>
                    <a:cubicBezTo>
                      <a:pt x="431" y="23"/>
                      <a:pt x="432" y="24"/>
                      <a:pt x="432" y="24"/>
                    </a:cubicBezTo>
                    <a:cubicBezTo>
                      <a:pt x="432" y="25"/>
                      <a:pt x="431" y="25"/>
                      <a:pt x="431" y="26"/>
                    </a:cubicBezTo>
                    <a:cubicBezTo>
                      <a:pt x="431" y="27"/>
                      <a:pt x="430" y="28"/>
                      <a:pt x="430" y="29"/>
                    </a:cubicBezTo>
                    <a:cubicBezTo>
                      <a:pt x="430" y="29"/>
                      <a:pt x="430" y="29"/>
                      <a:pt x="430" y="29"/>
                    </a:cubicBezTo>
                    <a:cubicBezTo>
                      <a:pt x="429" y="29"/>
                      <a:pt x="429" y="30"/>
                      <a:pt x="428" y="30"/>
                    </a:cubicBezTo>
                    <a:cubicBezTo>
                      <a:pt x="428" y="30"/>
                      <a:pt x="428" y="30"/>
                      <a:pt x="428" y="31"/>
                    </a:cubicBezTo>
                    <a:cubicBezTo>
                      <a:pt x="427" y="31"/>
                      <a:pt x="427" y="31"/>
                      <a:pt x="427" y="31"/>
                    </a:cubicBezTo>
                    <a:cubicBezTo>
                      <a:pt x="426" y="31"/>
                      <a:pt x="424" y="32"/>
                      <a:pt x="423" y="32"/>
                    </a:cubicBezTo>
                    <a:cubicBezTo>
                      <a:pt x="423" y="32"/>
                      <a:pt x="423" y="32"/>
                      <a:pt x="423" y="32"/>
                    </a:cubicBezTo>
                    <a:cubicBezTo>
                      <a:pt x="422" y="32"/>
                      <a:pt x="422" y="32"/>
                      <a:pt x="421" y="32"/>
                    </a:cubicBezTo>
                    <a:cubicBezTo>
                      <a:pt x="421" y="33"/>
                      <a:pt x="420" y="32"/>
                      <a:pt x="420" y="32"/>
                    </a:cubicBezTo>
                    <a:cubicBezTo>
                      <a:pt x="420" y="32"/>
                      <a:pt x="419" y="32"/>
                      <a:pt x="419" y="32"/>
                    </a:cubicBezTo>
                    <a:cubicBezTo>
                      <a:pt x="419" y="32"/>
                      <a:pt x="418" y="32"/>
                      <a:pt x="418" y="32"/>
                    </a:cubicBezTo>
                    <a:cubicBezTo>
                      <a:pt x="417" y="32"/>
                      <a:pt x="417" y="31"/>
                      <a:pt x="416" y="31"/>
                    </a:cubicBezTo>
                    <a:cubicBezTo>
                      <a:pt x="416" y="31"/>
                      <a:pt x="416" y="31"/>
                      <a:pt x="416" y="31"/>
                    </a:cubicBezTo>
                    <a:cubicBezTo>
                      <a:pt x="415" y="31"/>
                      <a:pt x="415" y="30"/>
                      <a:pt x="415" y="30"/>
                    </a:cubicBezTo>
                    <a:cubicBezTo>
                      <a:pt x="415" y="30"/>
                      <a:pt x="415" y="30"/>
                      <a:pt x="414" y="30"/>
                    </a:cubicBezTo>
                    <a:cubicBezTo>
                      <a:pt x="414" y="29"/>
                      <a:pt x="415" y="29"/>
                      <a:pt x="414" y="29"/>
                    </a:cubicBezTo>
                    <a:cubicBezTo>
                      <a:pt x="414" y="28"/>
                      <a:pt x="413" y="30"/>
                      <a:pt x="413" y="29"/>
                    </a:cubicBezTo>
                    <a:cubicBezTo>
                      <a:pt x="413" y="28"/>
                      <a:pt x="412" y="28"/>
                      <a:pt x="411" y="27"/>
                    </a:cubicBezTo>
                    <a:cubicBezTo>
                      <a:pt x="410" y="27"/>
                      <a:pt x="410" y="27"/>
                      <a:pt x="410" y="27"/>
                    </a:cubicBezTo>
                    <a:cubicBezTo>
                      <a:pt x="410" y="27"/>
                      <a:pt x="410" y="27"/>
                      <a:pt x="410" y="27"/>
                    </a:cubicBezTo>
                    <a:cubicBezTo>
                      <a:pt x="410" y="27"/>
                      <a:pt x="410" y="27"/>
                      <a:pt x="410" y="27"/>
                    </a:cubicBezTo>
                    <a:cubicBezTo>
                      <a:pt x="408" y="26"/>
                      <a:pt x="408" y="26"/>
                      <a:pt x="408" y="26"/>
                    </a:cubicBezTo>
                    <a:cubicBezTo>
                      <a:pt x="407" y="26"/>
                      <a:pt x="407" y="26"/>
                      <a:pt x="407" y="26"/>
                    </a:cubicBezTo>
                    <a:cubicBezTo>
                      <a:pt x="399" y="23"/>
                      <a:pt x="390" y="21"/>
                      <a:pt x="383" y="20"/>
                    </a:cubicBezTo>
                    <a:cubicBezTo>
                      <a:pt x="376" y="19"/>
                      <a:pt x="370" y="18"/>
                      <a:pt x="363" y="17"/>
                    </a:cubicBezTo>
                    <a:cubicBezTo>
                      <a:pt x="342" y="15"/>
                      <a:pt x="321" y="16"/>
                      <a:pt x="300" y="17"/>
                    </a:cubicBezTo>
                    <a:cubicBezTo>
                      <a:pt x="288" y="18"/>
                      <a:pt x="273" y="20"/>
                      <a:pt x="262" y="22"/>
                    </a:cubicBezTo>
                    <a:cubicBezTo>
                      <a:pt x="249" y="24"/>
                      <a:pt x="236" y="27"/>
                      <a:pt x="224" y="30"/>
                    </a:cubicBezTo>
                    <a:cubicBezTo>
                      <a:pt x="217" y="32"/>
                      <a:pt x="210" y="34"/>
                      <a:pt x="203" y="36"/>
                    </a:cubicBezTo>
                    <a:cubicBezTo>
                      <a:pt x="196" y="38"/>
                      <a:pt x="196" y="38"/>
                      <a:pt x="196" y="38"/>
                    </a:cubicBezTo>
                    <a:cubicBezTo>
                      <a:pt x="190" y="41"/>
                      <a:pt x="183" y="43"/>
                      <a:pt x="176" y="46"/>
                    </a:cubicBezTo>
                    <a:cubicBezTo>
                      <a:pt x="170" y="49"/>
                      <a:pt x="164" y="51"/>
                      <a:pt x="157" y="54"/>
                    </a:cubicBezTo>
                    <a:cubicBezTo>
                      <a:pt x="148" y="58"/>
                      <a:pt x="138" y="64"/>
                      <a:pt x="127" y="70"/>
                    </a:cubicBezTo>
                    <a:cubicBezTo>
                      <a:pt x="117" y="77"/>
                      <a:pt x="106" y="84"/>
                      <a:pt x="96" y="92"/>
                    </a:cubicBezTo>
                    <a:cubicBezTo>
                      <a:pt x="93" y="94"/>
                      <a:pt x="93" y="94"/>
                      <a:pt x="93" y="94"/>
                    </a:cubicBezTo>
                    <a:cubicBezTo>
                      <a:pt x="80" y="104"/>
                      <a:pt x="69" y="115"/>
                      <a:pt x="59" y="125"/>
                    </a:cubicBezTo>
                    <a:cubicBezTo>
                      <a:pt x="47" y="138"/>
                      <a:pt x="34" y="155"/>
                      <a:pt x="26" y="171"/>
                    </a:cubicBezTo>
                    <a:cubicBezTo>
                      <a:pt x="19" y="186"/>
                      <a:pt x="14" y="201"/>
                      <a:pt x="14" y="217"/>
                    </a:cubicBezTo>
                    <a:cubicBezTo>
                      <a:pt x="15" y="222"/>
                      <a:pt x="15" y="229"/>
                      <a:pt x="17" y="234"/>
                    </a:cubicBezTo>
                    <a:cubicBezTo>
                      <a:pt x="19" y="239"/>
                      <a:pt x="22" y="244"/>
                      <a:pt x="26" y="249"/>
                    </a:cubicBezTo>
                    <a:cubicBezTo>
                      <a:pt x="28" y="252"/>
                      <a:pt x="31" y="255"/>
                      <a:pt x="35" y="258"/>
                    </a:cubicBezTo>
                    <a:cubicBezTo>
                      <a:pt x="40" y="261"/>
                      <a:pt x="45" y="264"/>
                      <a:pt x="51" y="267"/>
                    </a:cubicBezTo>
                    <a:cubicBezTo>
                      <a:pt x="61" y="272"/>
                      <a:pt x="72" y="276"/>
                      <a:pt x="84" y="279"/>
                    </a:cubicBezTo>
                    <a:cubicBezTo>
                      <a:pt x="95" y="282"/>
                      <a:pt x="106" y="284"/>
                      <a:pt x="117" y="285"/>
                    </a:cubicBezTo>
                    <a:cubicBezTo>
                      <a:pt x="121" y="286"/>
                      <a:pt x="125" y="286"/>
                      <a:pt x="129" y="287"/>
                    </a:cubicBezTo>
                    <a:cubicBezTo>
                      <a:pt x="131" y="287"/>
                      <a:pt x="134" y="287"/>
                      <a:pt x="137" y="287"/>
                    </a:cubicBezTo>
                    <a:cubicBezTo>
                      <a:pt x="150" y="289"/>
                      <a:pt x="168" y="290"/>
                      <a:pt x="184" y="291"/>
                    </a:cubicBezTo>
                    <a:cubicBezTo>
                      <a:pt x="206" y="291"/>
                      <a:pt x="227" y="291"/>
                      <a:pt x="251" y="289"/>
                    </a:cubicBezTo>
                    <a:cubicBezTo>
                      <a:pt x="268" y="287"/>
                      <a:pt x="287" y="285"/>
                      <a:pt x="306" y="281"/>
                    </a:cubicBezTo>
                    <a:cubicBezTo>
                      <a:pt x="331" y="276"/>
                      <a:pt x="357" y="268"/>
                      <a:pt x="381" y="259"/>
                    </a:cubicBezTo>
                    <a:cubicBezTo>
                      <a:pt x="395" y="254"/>
                      <a:pt x="407" y="248"/>
                      <a:pt x="419" y="241"/>
                    </a:cubicBezTo>
                    <a:cubicBezTo>
                      <a:pt x="430" y="233"/>
                      <a:pt x="440" y="224"/>
                      <a:pt x="449" y="215"/>
                    </a:cubicBezTo>
                    <a:cubicBezTo>
                      <a:pt x="450" y="214"/>
                      <a:pt x="451" y="213"/>
                      <a:pt x="453" y="211"/>
                    </a:cubicBezTo>
                    <a:cubicBezTo>
                      <a:pt x="455" y="209"/>
                      <a:pt x="454" y="210"/>
                      <a:pt x="456" y="207"/>
                    </a:cubicBezTo>
                    <a:cubicBezTo>
                      <a:pt x="458" y="205"/>
                      <a:pt x="457" y="207"/>
                      <a:pt x="458" y="205"/>
                    </a:cubicBezTo>
                    <a:cubicBezTo>
                      <a:pt x="464" y="198"/>
                      <a:pt x="464" y="198"/>
                      <a:pt x="464" y="198"/>
                    </a:cubicBezTo>
                    <a:cubicBezTo>
                      <a:pt x="465" y="197"/>
                      <a:pt x="466" y="196"/>
                      <a:pt x="467" y="195"/>
                    </a:cubicBezTo>
                    <a:cubicBezTo>
                      <a:pt x="467" y="194"/>
                      <a:pt x="468" y="193"/>
                      <a:pt x="469" y="192"/>
                    </a:cubicBezTo>
                    <a:cubicBezTo>
                      <a:pt x="472" y="187"/>
                      <a:pt x="475" y="182"/>
                      <a:pt x="477" y="177"/>
                    </a:cubicBezTo>
                    <a:cubicBezTo>
                      <a:pt x="482" y="167"/>
                      <a:pt x="486" y="156"/>
                      <a:pt x="487" y="146"/>
                    </a:cubicBezTo>
                    <a:cubicBezTo>
                      <a:pt x="487" y="143"/>
                      <a:pt x="487" y="146"/>
                      <a:pt x="488" y="144"/>
                    </a:cubicBezTo>
                    <a:cubicBezTo>
                      <a:pt x="488" y="142"/>
                      <a:pt x="488" y="141"/>
                      <a:pt x="487" y="139"/>
                    </a:cubicBezTo>
                    <a:cubicBezTo>
                      <a:pt x="487" y="137"/>
                      <a:pt x="487" y="136"/>
                      <a:pt x="487" y="134"/>
                    </a:cubicBezTo>
                    <a:cubicBezTo>
                      <a:pt x="487" y="130"/>
                      <a:pt x="486" y="126"/>
                      <a:pt x="485" y="123"/>
                    </a:cubicBezTo>
                    <a:cubicBezTo>
                      <a:pt x="483" y="115"/>
                      <a:pt x="480" y="108"/>
                      <a:pt x="475" y="103"/>
                    </a:cubicBezTo>
                    <a:cubicBezTo>
                      <a:pt x="472" y="98"/>
                      <a:pt x="467" y="94"/>
                      <a:pt x="462" y="91"/>
                    </a:cubicBezTo>
                    <a:cubicBezTo>
                      <a:pt x="460" y="90"/>
                      <a:pt x="461" y="90"/>
                      <a:pt x="460" y="90"/>
                    </a:cubicBezTo>
                    <a:cubicBezTo>
                      <a:pt x="458" y="89"/>
                      <a:pt x="459" y="89"/>
                      <a:pt x="458" y="88"/>
                    </a:cubicBezTo>
                    <a:cubicBezTo>
                      <a:pt x="456" y="87"/>
                      <a:pt x="456" y="87"/>
                      <a:pt x="456" y="87"/>
                    </a:cubicBezTo>
                    <a:cubicBezTo>
                      <a:pt x="453" y="86"/>
                      <a:pt x="453" y="86"/>
                      <a:pt x="453" y="86"/>
                    </a:cubicBezTo>
                    <a:cubicBezTo>
                      <a:pt x="439" y="78"/>
                      <a:pt x="424" y="72"/>
                      <a:pt x="409" y="67"/>
                    </a:cubicBezTo>
                    <a:cubicBezTo>
                      <a:pt x="406" y="66"/>
                      <a:pt x="406" y="66"/>
                      <a:pt x="402" y="64"/>
                    </a:cubicBezTo>
                    <a:cubicBezTo>
                      <a:pt x="398" y="63"/>
                      <a:pt x="399" y="63"/>
                      <a:pt x="396" y="63"/>
                    </a:cubicBezTo>
                    <a:cubicBezTo>
                      <a:pt x="395" y="63"/>
                      <a:pt x="392" y="61"/>
                      <a:pt x="391" y="61"/>
                    </a:cubicBezTo>
                    <a:cubicBezTo>
                      <a:pt x="390" y="61"/>
                      <a:pt x="391" y="61"/>
                      <a:pt x="391" y="61"/>
                    </a:cubicBezTo>
                    <a:cubicBezTo>
                      <a:pt x="388" y="60"/>
                      <a:pt x="378" y="58"/>
                      <a:pt x="373" y="57"/>
                    </a:cubicBezTo>
                    <a:cubicBezTo>
                      <a:pt x="366" y="56"/>
                      <a:pt x="358" y="54"/>
                      <a:pt x="350" y="53"/>
                    </a:cubicBezTo>
                    <a:cubicBezTo>
                      <a:pt x="358" y="54"/>
                      <a:pt x="365" y="55"/>
                      <a:pt x="367" y="55"/>
                    </a:cubicBezTo>
                    <a:cubicBezTo>
                      <a:pt x="359" y="53"/>
                      <a:pt x="344" y="52"/>
                      <a:pt x="336" y="51"/>
                    </a:cubicBezTo>
                    <a:cubicBezTo>
                      <a:pt x="318" y="50"/>
                      <a:pt x="294" y="52"/>
                      <a:pt x="273" y="56"/>
                    </a:cubicBezTo>
                    <a:cubicBezTo>
                      <a:pt x="272" y="56"/>
                      <a:pt x="271" y="56"/>
                      <a:pt x="271" y="56"/>
                    </a:cubicBezTo>
                    <a:cubicBezTo>
                      <a:pt x="265" y="57"/>
                      <a:pt x="265" y="57"/>
                      <a:pt x="265" y="57"/>
                    </a:cubicBezTo>
                    <a:cubicBezTo>
                      <a:pt x="264" y="58"/>
                      <a:pt x="264" y="58"/>
                      <a:pt x="264" y="58"/>
                    </a:cubicBezTo>
                    <a:cubicBezTo>
                      <a:pt x="264" y="58"/>
                      <a:pt x="263" y="58"/>
                      <a:pt x="262" y="58"/>
                    </a:cubicBezTo>
                    <a:cubicBezTo>
                      <a:pt x="264" y="58"/>
                      <a:pt x="264" y="58"/>
                      <a:pt x="264" y="58"/>
                    </a:cubicBezTo>
                    <a:cubicBezTo>
                      <a:pt x="265" y="57"/>
                      <a:pt x="265" y="57"/>
                      <a:pt x="265" y="57"/>
                    </a:cubicBezTo>
                    <a:cubicBezTo>
                      <a:pt x="266" y="57"/>
                      <a:pt x="266" y="57"/>
                      <a:pt x="266" y="57"/>
                    </a:cubicBezTo>
                    <a:cubicBezTo>
                      <a:pt x="266" y="57"/>
                      <a:pt x="266" y="57"/>
                      <a:pt x="266" y="57"/>
                    </a:cubicBezTo>
                    <a:cubicBezTo>
                      <a:pt x="267" y="57"/>
                      <a:pt x="267" y="57"/>
                      <a:pt x="267" y="57"/>
                    </a:cubicBezTo>
                    <a:cubicBezTo>
                      <a:pt x="288" y="53"/>
                      <a:pt x="309" y="50"/>
                      <a:pt x="330" y="51"/>
                    </a:cubicBezTo>
                    <a:cubicBezTo>
                      <a:pt x="335" y="51"/>
                      <a:pt x="343" y="51"/>
                      <a:pt x="352" y="52"/>
                    </a:cubicBezTo>
                    <a:cubicBezTo>
                      <a:pt x="362" y="53"/>
                      <a:pt x="371" y="55"/>
                      <a:pt x="378" y="57"/>
                    </a:cubicBezTo>
                    <a:cubicBezTo>
                      <a:pt x="387" y="58"/>
                      <a:pt x="391" y="59"/>
                      <a:pt x="387" y="58"/>
                    </a:cubicBezTo>
                    <a:cubicBezTo>
                      <a:pt x="376" y="55"/>
                      <a:pt x="367" y="53"/>
                      <a:pt x="356" y="52"/>
                    </a:cubicBezTo>
                    <a:cubicBezTo>
                      <a:pt x="354" y="51"/>
                      <a:pt x="352" y="51"/>
                      <a:pt x="355" y="51"/>
                    </a:cubicBezTo>
                    <a:cubicBezTo>
                      <a:pt x="377" y="53"/>
                      <a:pt x="401" y="60"/>
                      <a:pt x="418" y="66"/>
                    </a:cubicBezTo>
                    <a:cubicBezTo>
                      <a:pt x="428" y="70"/>
                      <a:pt x="428" y="70"/>
                      <a:pt x="428" y="70"/>
                    </a:cubicBezTo>
                    <a:cubicBezTo>
                      <a:pt x="430" y="70"/>
                      <a:pt x="431" y="71"/>
                      <a:pt x="432" y="71"/>
                    </a:cubicBezTo>
                    <a:cubicBezTo>
                      <a:pt x="432" y="71"/>
                      <a:pt x="430" y="70"/>
                      <a:pt x="430" y="70"/>
                    </a:cubicBezTo>
                    <a:cubicBezTo>
                      <a:pt x="411" y="62"/>
                      <a:pt x="395" y="56"/>
                      <a:pt x="374" y="52"/>
                    </a:cubicBezTo>
                    <a:cubicBezTo>
                      <a:pt x="371" y="51"/>
                      <a:pt x="368" y="51"/>
                      <a:pt x="365" y="50"/>
                    </a:cubicBezTo>
                    <a:cubicBezTo>
                      <a:pt x="358" y="49"/>
                      <a:pt x="347" y="48"/>
                      <a:pt x="338" y="47"/>
                    </a:cubicBezTo>
                    <a:cubicBezTo>
                      <a:pt x="336" y="47"/>
                      <a:pt x="337" y="47"/>
                      <a:pt x="336" y="47"/>
                    </a:cubicBezTo>
                    <a:cubicBezTo>
                      <a:pt x="315" y="46"/>
                      <a:pt x="296" y="48"/>
                      <a:pt x="277" y="51"/>
                    </a:cubicBezTo>
                    <a:cubicBezTo>
                      <a:pt x="293" y="48"/>
                      <a:pt x="310" y="47"/>
                      <a:pt x="325" y="47"/>
                    </a:cubicBezTo>
                    <a:cubicBezTo>
                      <a:pt x="327" y="47"/>
                      <a:pt x="328" y="46"/>
                      <a:pt x="330" y="46"/>
                    </a:cubicBezTo>
                    <a:cubicBezTo>
                      <a:pt x="343" y="47"/>
                      <a:pt x="363" y="49"/>
                      <a:pt x="379" y="52"/>
                    </a:cubicBezTo>
                    <a:cubicBezTo>
                      <a:pt x="381" y="52"/>
                      <a:pt x="382" y="52"/>
                      <a:pt x="375" y="51"/>
                    </a:cubicBezTo>
                    <a:cubicBezTo>
                      <a:pt x="377" y="51"/>
                      <a:pt x="378" y="51"/>
                      <a:pt x="381" y="52"/>
                    </a:cubicBezTo>
                    <a:cubicBezTo>
                      <a:pt x="381" y="52"/>
                      <a:pt x="380" y="52"/>
                      <a:pt x="379" y="52"/>
                    </a:cubicBezTo>
                    <a:cubicBezTo>
                      <a:pt x="388" y="53"/>
                      <a:pt x="389" y="54"/>
                      <a:pt x="398" y="56"/>
                    </a:cubicBezTo>
                    <a:cubicBezTo>
                      <a:pt x="399" y="56"/>
                      <a:pt x="400" y="56"/>
                      <a:pt x="399" y="56"/>
                    </a:cubicBezTo>
                    <a:cubicBezTo>
                      <a:pt x="392" y="54"/>
                      <a:pt x="385" y="52"/>
                      <a:pt x="379" y="51"/>
                    </a:cubicBezTo>
                    <a:cubicBezTo>
                      <a:pt x="375" y="50"/>
                      <a:pt x="372" y="50"/>
                      <a:pt x="369" y="49"/>
                    </a:cubicBezTo>
                    <a:cubicBezTo>
                      <a:pt x="367" y="49"/>
                      <a:pt x="367" y="49"/>
                      <a:pt x="365" y="48"/>
                    </a:cubicBezTo>
                    <a:cubicBezTo>
                      <a:pt x="363" y="48"/>
                      <a:pt x="360" y="48"/>
                      <a:pt x="358" y="48"/>
                    </a:cubicBezTo>
                    <a:cubicBezTo>
                      <a:pt x="353" y="47"/>
                      <a:pt x="353" y="47"/>
                      <a:pt x="353" y="47"/>
                    </a:cubicBezTo>
                    <a:cubicBezTo>
                      <a:pt x="345" y="46"/>
                      <a:pt x="336" y="46"/>
                      <a:pt x="327" y="45"/>
                    </a:cubicBezTo>
                    <a:cubicBezTo>
                      <a:pt x="321" y="45"/>
                      <a:pt x="314" y="45"/>
                      <a:pt x="307" y="46"/>
                    </a:cubicBezTo>
                    <a:cubicBezTo>
                      <a:pt x="310" y="45"/>
                      <a:pt x="315" y="45"/>
                      <a:pt x="320" y="45"/>
                    </a:cubicBezTo>
                    <a:cubicBezTo>
                      <a:pt x="337" y="45"/>
                      <a:pt x="357" y="46"/>
                      <a:pt x="371" y="49"/>
                    </a:cubicBezTo>
                    <a:cubicBezTo>
                      <a:pt x="372" y="49"/>
                      <a:pt x="369" y="48"/>
                      <a:pt x="368" y="48"/>
                    </a:cubicBezTo>
                    <a:cubicBezTo>
                      <a:pt x="363" y="47"/>
                      <a:pt x="360" y="47"/>
                      <a:pt x="356" y="46"/>
                    </a:cubicBezTo>
                    <a:cubicBezTo>
                      <a:pt x="354" y="46"/>
                      <a:pt x="357" y="46"/>
                      <a:pt x="355" y="46"/>
                    </a:cubicBezTo>
                    <a:cubicBezTo>
                      <a:pt x="345" y="45"/>
                      <a:pt x="335" y="45"/>
                      <a:pt x="323" y="45"/>
                    </a:cubicBezTo>
                    <a:cubicBezTo>
                      <a:pt x="322" y="44"/>
                      <a:pt x="319" y="44"/>
                      <a:pt x="321" y="44"/>
                    </a:cubicBezTo>
                    <a:cubicBezTo>
                      <a:pt x="319" y="44"/>
                      <a:pt x="319" y="44"/>
                      <a:pt x="317" y="44"/>
                    </a:cubicBezTo>
                    <a:cubicBezTo>
                      <a:pt x="314" y="44"/>
                      <a:pt x="318" y="44"/>
                      <a:pt x="317" y="44"/>
                    </a:cubicBezTo>
                    <a:cubicBezTo>
                      <a:pt x="314" y="44"/>
                      <a:pt x="310" y="45"/>
                      <a:pt x="308" y="45"/>
                    </a:cubicBezTo>
                    <a:cubicBezTo>
                      <a:pt x="294" y="46"/>
                      <a:pt x="282" y="47"/>
                      <a:pt x="266" y="50"/>
                    </a:cubicBezTo>
                    <a:cubicBezTo>
                      <a:pt x="276" y="48"/>
                      <a:pt x="290" y="46"/>
                      <a:pt x="305" y="45"/>
                    </a:cubicBezTo>
                    <a:cubicBezTo>
                      <a:pt x="308" y="44"/>
                      <a:pt x="304" y="45"/>
                      <a:pt x="307" y="44"/>
                    </a:cubicBezTo>
                    <a:cubicBezTo>
                      <a:pt x="311" y="44"/>
                      <a:pt x="314" y="44"/>
                      <a:pt x="318" y="44"/>
                    </a:cubicBezTo>
                    <a:cubicBezTo>
                      <a:pt x="328" y="44"/>
                      <a:pt x="328" y="44"/>
                      <a:pt x="328" y="44"/>
                    </a:cubicBezTo>
                    <a:cubicBezTo>
                      <a:pt x="333" y="44"/>
                      <a:pt x="338" y="44"/>
                      <a:pt x="343" y="44"/>
                    </a:cubicBezTo>
                    <a:cubicBezTo>
                      <a:pt x="348" y="45"/>
                      <a:pt x="351" y="45"/>
                      <a:pt x="356" y="45"/>
                    </a:cubicBezTo>
                    <a:cubicBezTo>
                      <a:pt x="358" y="46"/>
                      <a:pt x="358" y="45"/>
                      <a:pt x="361" y="46"/>
                    </a:cubicBezTo>
                    <a:cubicBezTo>
                      <a:pt x="362" y="46"/>
                      <a:pt x="357" y="45"/>
                      <a:pt x="360" y="45"/>
                    </a:cubicBezTo>
                    <a:cubicBezTo>
                      <a:pt x="363" y="46"/>
                      <a:pt x="360" y="45"/>
                      <a:pt x="362" y="46"/>
                    </a:cubicBezTo>
                    <a:cubicBezTo>
                      <a:pt x="365" y="46"/>
                      <a:pt x="366" y="46"/>
                      <a:pt x="368" y="46"/>
                    </a:cubicBezTo>
                    <a:cubicBezTo>
                      <a:pt x="375" y="48"/>
                      <a:pt x="382" y="49"/>
                      <a:pt x="389" y="51"/>
                    </a:cubicBezTo>
                    <a:cubicBezTo>
                      <a:pt x="391" y="51"/>
                      <a:pt x="386" y="50"/>
                      <a:pt x="388" y="50"/>
                    </a:cubicBezTo>
                    <a:cubicBezTo>
                      <a:pt x="391" y="51"/>
                      <a:pt x="401" y="54"/>
                      <a:pt x="403" y="54"/>
                    </a:cubicBezTo>
                    <a:cubicBezTo>
                      <a:pt x="411" y="57"/>
                      <a:pt x="415" y="58"/>
                      <a:pt x="424" y="61"/>
                    </a:cubicBezTo>
                    <a:cubicBezTo>
                      <a:pt x="427" y="63"/>
                      <a:pt x="424" y="61"/>
                      <a:pt x="426" y="62"/>
                    </a:cubicBezTo>
                    <a:cubicBezTo>
                      <a:pt x="431" y="64"/>
                      <a:pt x="434" y="65"/>
                      <a:pt x="440" y="68"/>
                    </a:cubicBezTo>
                    <a:cubicBezTo>
                      <a:pt x="444" y="69"/>
                      <a:pt x="450" y="72"/>
                      <a:pt x="455" y="75"/>
                    </a:cubicBezTo>
                    <a:cubicBezTo>
                      <a:pt x="455" y="74"/>
                      <a:pt x="452" y="73"/>
                      <a:pt x="449" y="71"/>
                    </a:cubicBezTo>
                    <a:cubicBezTo>
                      <a:pt x="451" y="72"/>
                      <a:pt x="456" y="75"/>
                      <a:pt x="458" y="76"/>
                    </a:cubicBezTo>
                    <a:cubicBezTo>
                      <a:pt x="466" y="80"/>
                      <a:pt x="473" y="84"/>
                      <a:pt x="480" y="91"/>
                    </a:cubicBezTo>
                    <a:cubicBezTo>
                      <a:pt x="486" y="97"/>
                      <a:pt x="492" y="105"/>
                      <a:pt x="495" y="116"/>
                    </a:cubicBezTo>
                    <a:cubicBezTo>
                      <a:pt x="496" y="119"/>
                      <a:pt x="497" y="120"/>
                      <a:pt x="498" y="123"/>
                    </a:cubicBezTo>
                    <a:cubicBezTo>
                      <a:pt x="498" y="124"/>
                      <a:pt x="498" y="124"/>
                      <a:pt x="498" y="123"/>
                    </a:cubicBezTo>
                    <a:cubicBezTo>
                      <a:pt x="498" y="126"/>
                      <a:pt x="499" y="130"/>
                      <a:pt x="499" y="134"/>
                    </a:cubicBezTo>
                    <a:cubicBezTo>
                      <a:pt x="500" y="136"/>
                      <a:pt x="500" y="139"/>
                      <a:pt x="500" y="141"/>
                    </a:cubicBezTo>
                    <a:cubicBezTo>
                      <a:pt x="500" y="143"/>
                      <a:pt x="500" y="146"/>
                      <a:pt x="500" y="148"/>
                    </a:cubicBezTo>
                    <a:close/>
                    <a:moveTo>
                      <a:pt x="385" y="50"/>
                    </a:moveTo>
                    <a:cubicBezTo>
                      <a:pt x="380" y="49"/>
                      <a:pt x="378" y="49"/>
                      <a:pt x="371" y="47"/>
                    </a:cubicBezTo>
                    <a:cubicBezTo>
                      <a:pt x="369" y="47"/>
                      <a:pt x="367" y="47"/>
                      <a:pt x="364" y="46"/>
                    </a:cubicBezTo>
                    <a:cubicBezTo>
                      <a:pt x="363" y="47"/>
                      <a:pt x="354" y="45"/>
                      <a:pt x="354" y="46"/>
                    </a:cubicBezTo>
                    <a:cubicBezTo>
                      <a:pt x="359" y="46"/>
                      <a:pt x="362" y="47"/>
                      <a:pt x="365" y="47"/>
                    </a:cubicBezTo>
                    <a:cubicBezTo>
                      <a:pt x="367" y="47"/>
                      <a:pt x="364" y="47"/>
                      <a:pt x="366" y="47"/>
                    </a:cubicBezTo>
                    <a:cubicBezTo>
                      <a:pt x="370" y="48"/>
                      <a:pt x="380" y="49"/>
                      <a:pt x="386" y="51"/>
                    </a:cubicBezTo>
                    <a:cubicBezTo>
                      <a:pt x="386" y="51"/>
                      <a:pt x="384" y="50"/>
                      <a:pt x="385" y="50"/>
                    </a:cubicBezTo>
                    <a:close/>
                    <a:moveTo>
                      <a:pt x="387" y="51"/>
                    </a:moveTo>
                    <a:cubicBezTo>
                      <a:pt x="387" y="51"/>
                      <a:pt x="388" y="51"/>
                      <a:pt x="388" y="51"/>
                    </a:cubicBezTo>
                    <a:cubicBezTo>
                      <a:pt x="392" y="52"/>
                      <a:pt x="389" y="51"/>
                      <a:pt x="387" y="51"/>
                    </a:cubicBezTo>
                    <a:close/>
                    <a:moveTo>
                      <a:pt x="391" y="61"/>
                    </a:moveTo>
                    <a:cubicBezTo>
                      <a:pt x="391" y="61"/>
                      <a:pt x="391" y="61"/>
                      <a:pt x="391" y="61"/>
                    </a:cubicBezTo>
                    <a:cubicBezTo>
                      <a:pt x="391" y="61"/>
                      <a:pt x="391" y="61"/>
                      <a:pt x="391" y="61"/>
                    </a:cubicBezTo>
                    <a:close/>
                  </a:path>
                </a:pathLst>
              </a:custGeom>
              <a:solidFill>
                <a:srgbClr val="008000"/>
              </a:solidFill>
              <a:ln w="12700" cmpd="sng">
                <a:solidFill>
                  <a:srgbClr val="008000"/>
                </a:solidFill>
              </a:ln>
              <a:effectLst>
                <a:outerShdw blurRad="50800" dist="254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Freeform 501"/>
              <p:cNvSpPr>
                <a:spLocks noEditPoints="1"/>
              </p:cNvSpPr>
              <p:nvPr/>
            </p:nvSpPr>
            <p:spPr bwMode="auto">
              <a:xfrm>
                <a:off x="6381262" y="5595919"/>
                <a:ext cx="442263" cy="380279"/>
              </a:xfrm>
              <a:custGeom>
                <a:avLst/>
                <a:gdLst>
                  <a:gd name="T0" fmla="*/ 450 w 500"/>
                  <a:gd name="T1" fmla="*/ 71 h 305"/>
                  <a:gd name="T2" fmla="*/ 422 w 500"/>
                  <a:gd name="T3" fmla="*/ 60 h 305"/>
                  <a:gd name="T4" fmla="*/ 366 w 500"/>
                  <a:gd name="T5" fmla="*/ 54 h 305"/>
                  <a:gd name="T6" fmla="*/ 299 w 500"/>
                  <a:gd name="T7" fmla="*/ 46 h 305"/>
                  <a:gd name="T8" fmla="*/ 265 w 500"/>
                  <a:gd name="T9" fmla="*/ 53 h 305"/>
                  <a:gd name="T10" fmla="*/ 264 w 500"/>
                  <a:gd name="T11" fmla="*/ 53 h 305"/>
                  <a:gd name="T12" fmla="*/ 265 w 500"/>
                  <a:gd name="T13" fmla="*/ 51 h 305"/>
                  <a:gd name="T14" fmla="*/ 265 w 500"/>
                  <a:gd name="T15" fmla="*/ 51 h 305"/>
                  <a:gd name="T16" fmla="*/ 264 w 500"/>
                  <a:gd name="T17" fmla="*/ 51 h 305"/>
                  <a:gd name="T18" fmla="*/ 265 w 500"/>
                  <a:gd name="T19" fmla="*/ 58 h 305"/>
                  <a:gd name="T20" fmla="*/ 263 w 500"/>
                  <a:gd name="T21" fmla="*/ 51 h 305"/>
                  <a:gd name="T22" fmla="*/ 262 w 500"/>
                  <a:gd name="T23" fmla="*/ 53 h 305"/>
                  <a:gd name="T24" fmla="*/ 262 w 500"/>
                  <a:gd name="T25" fmla="*/ 56 h 305"/>
                  <a:gd name="T26" fmla="*/ 262 w 500"/>
                  <a:gd name="T27" fmla="*/ 58 h 305"/>
                  <a:gd name="T28" fmla="*/ 339 w 500"/>
                  <a:gd name="T29" fmla="*/ 54 h 305"/>
                  <a:gd name="T30" fmla="*/ 264 w 500"/>
                  <a:gd name="T31" fmla="*/ 56 h 305"/>
                  <a:gd name="T32" fmla="*/ 263 w 500"/>
                  <a:gd name="T33" fmla="*/ 56 h 305"/>
                  <a:gd name="T34" fmla="*/ 260 w 500"/>
                  <a:gd name="T35" fmla="*/ 52 h 305"/>
                  <a:gd name="T36" fmla="*/ 263 w 500"/>
                  <a:gd name="T37" fmla="*/ 52 h 305"/>
                  <a:gd name="T38" fmla="*/ 494 w 500"/>
                  <a:gd name="T39" fmla="*/ 169 h 305"/>
                  <a:gd name="T40" fmla="*/ 465 w 500"/>
                  <a:gd name="T41" fmla="*/ 217 h 305"/>
                  <a:gd name="T42" fmla="*/ 167 w 500"/>
                  <a:gd name="T43" fmla="*/ 304 h 305"/>
                  <a:gd name="T44" fmla="*/ 2 w 500"/>
                  <a:gd name="T45" fmla="*/ 232 h 305"/>
                  <a:gd name="T46" fmla="*/ 61 w 500"/>
                  <a:gd name="T47" fmla="*/ 102 h 305"/>
                  <a:gd name="T48" fmla="*/ 180 w 500"/>
                  <a:gd name="T49" fmla="*/ 28 h 305"/>
                  <a:gd name="T50" fmla="*/ 304 w 500"/>
                  <a:gd name="T51" fmla="*/ 1 h 305"/>
                  <a:gd name="T52" fmla="*/ 398 w 500"/>
                  <a:gd name="T53" fmla="*/ 6 h 305"/>
                  <a:gd name="T54" fmla="*/ 416 w 500"/>
                  <a:gd name="T55" fmla="*/ 12 h 305"/>
                  <a:gd name="T56" fmla="*/ 424 w 500"/>
                  <a:gd name="T57" fmla="*/ 14 h 305"/>
                  <a:gd name="T58" fmla="*/ 431 w 500"/>
                  <a:gd name="T59" fmla="*/ 19 h 305"/>
                  <a:gd name="T60" fmla="*/ 431 w 500"/>
                  <a:gd name="T61" fmla="*/ 26 h 305"/>
                  <a:gd name="T62" fmla="*/ 423 w 500"/>
                  <a:gd name="T63" fmla="*/ 32 h 305"/>
                  <a:gd name="T64" fmla="*/ 416 w 500"/>
                  <a:gd name="T65" fmla="*/ 31 h 305"/>
                  <a:gd name="T66" fmla="*/ 411 w 500"/>
                  <a:gd name="T67" fmla="*/ 27 h 305"/>
                  <a:gd name="T68" fmla="*/ 383 w 500"/>
                  <a:gd name="T69" fmla="*/ 20 h 305"/>
                  <a:gd name="T70" fmla="*/ 196 w 500"/>
                  <a:gd name="T71" fmla="*/ 38 h 305"/>
                  <a:gd name="T72" fmla="*/ 59 w 500"/>
                  <a:gd name="T73" fmla="*/ 125 h 305"/>
                  <a:gd name="T74" fmla="*/ 51 w 500"/>
                  <a:gd name="T75" fmla="*/ 267 h 305"/>
                  <a:gd name="T76" fmla="*/ 251 w 500"/>
                  <a:gd name="T77" fmla="*/ 289 h 305"/>
                  <a:gd name="T78" fmla="*/ 456 w 500"/>
                  <a:gd name="T79" fmla="*/ 207 h 305"/>
                  <a:gd name="T80" fmla="*/ 487 w 500"/>
                  <a:gd name="T81" fmla="*/ 146 h 305"/>
                  <a:gd name="T82" fmla="*/ 462 w 500"/>
                  <a:gd name="T83" fmla="*/ 91 h 305"/>
                  <a:gd name="T84" fmla="*/ 402 w 500"/>
                  <a:gd name="T85" fmla="*/ 64 h 305"/>
                  <a:gd name="T86" fmla="*/ 367 w 500"/>
                  <a:gd name="T87" fmla="*/ 55 h 305"/>
                  <a:gd name="T88" fmla="*/ 262 w 500"/>
                  <a:gd name="T89" fmla="*/ 58 h 305"/>
                  <a:gd name="T90" fmla="*/ 330 w 500"/>
                  <a:gd name="T91" fmla="*/ 51 h 305"/>
                  <a:gd name="T92" fmla="*/ 418 w 500"/>
                  <a:gd name="T93" fmla="*/ 66 h 305"/>
                  <a:gd name="T94" fmla="*/ 338 w 500"/>
                  <a:gd name="T95" fmla="*/ 47 h 305"/>
                  <a:gd name="T96" fmla="*/ 375 w 500"/>
                  <a:gd name="T97" fmla="*/ 51 h 305"/>
                  <a:gd name="T98" fmla="*/ 369 w 500"/>
                  <a:gd name="T99" fmla="*/ 49 h 305"/>
                  <a:gd name="T100" fmla="*/ 320 w 500"/>
                  <a:gd name="T101" fmla="*/ 45 h 305"/>
                  <a:gd name="T102" fmla="*/ 321 w 500"/>
                  <a:gd name="T103" fmla="*/ 44 h 305"/>
                  <a:gd name="T104" fmla="*/ 307 w 500"/>
                  <a:gd name="T105" fmla="*/ 44 h 305"/>
                  <a:gd name="T106" fmla="*/ 360 w 500"/>
                  <a:gd name="T107" fmla="*/ 45 h 305"/>
                  <a:gd name="T108" fmla="*/ 424 w 500"/>
                  <a:gd name="T109" fmla="*/ 61 h 305"/>
                  <a:gd name="T110" fmla="*/ 480 w 500"/>
                  <a:gd name="T111" fmla="*/ 91 h 305"/>
                  <a:gd name="T112" fmla="*/ 500 w 500"/>
                  <a:gd name="T113" fmla="*/ 148 h 305"/>
                  <a:gd name="T114" fmla="*/ 366 w 500"/>
                  <a:gd name="T115" fmla="*/ 47 h 305"/>
                  <a:gd name="T116" fmla="*/ 391 w 500"/>
                  <a:gd name="T117" fmla="*/ 61 h 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500" h="305">
                    <a:moveTo>
                      <a:pt x="484" y="124"/>
                    </a:moveTo>
                    <a:cubicBezTo>
                      <a:pt x="485" y="125"/>
                      <a:pt x="485" y="127"/>
                      <a:pt x="485" y="128"/>
                    </a:cubicBezTo>
                    <a:lnTo>
                      <a:pt x="484" y="124"/>
                    </a:lnTo>
                    <a:close/>
                    <a:moveTo>
                      <a:pt x="450" y="71"/>
                    </a:moveTo>
                    <a:cubicBezTo>
                      <a:pt x="449" y="70"/>
                      <a:pt x="448" y="69"/>
                      <a:pt x="445" y="68"/>
                    </a:cubicBezTo>
                    <a:cubicBezTo>
                      <a:pt x="445" y="68"/>
                      <a:pt x="449" y="70"/>
                      <a:pt x="450" y="71"/>
                    </a:cubicBezTo>
                    <a:close/>
                    <a:moveTo>
                      <a:pt x="438" y="65"/>
                    </a:moveTo>
                    <a:cubicBezTo>
                      <a:pt x="440" y="66"/>
                      <a:pt x="443" y="67"/>
                      <a:pt x="443" y="67"/>
                    </a:cubicBezTo>
                    <a:cubicBezTo>
                      <a:pt x="442" y="67"/>
                      <a:pt x="438" y="65"/>
                      <a:pt x="438" y="65"/>
                    </a:cubicBezTo>
                    <a:close/>
                    <a:moveTo>
                      <a:pt x="422" y="60"/>
                    </a:moveTo>
                    <a:cubicBezTo>
                      <a:pt x="420" y="60"/>
                      <a:pt x="417" y="58"/>
                      <a:pt x="417" y="58"/>
                    </a:cubicBezTo>
                    <a:cubicBezTo>
                      <a:pt x="418" y="59"/>
                      <a:pt x="421" y="60"/>
                      <a:pt x="422" y="60"/>
                    </a:cubicBezTo>
                    <a:close/>
                    <a:moveTo>
                      <a:pt x="413" y="55"/>
                    </a:moveTo>
                    <a:cubicBezTo>
                      <a:pt x="410" y="54"/>
                      <a:pt x="405" y="52"/>
                      <a:pt x="404" y="52"/>
                    </a:cubicBezTo>
                    <a:cubicBezTo>
                      <a:pt x="408" y="53"/>
                      <a:pt x="411" y="54"/>
                      <a:pt x="413" y="55"/>
                    </a:cubicBezTo>
                    <a:close/>
                    <a:moveTo>
                      <a:pt x="366" y="54"/>
                    </a:moveTo>
                    <a:cubicBezTo>
                      <a:pt x="370" y="55"/>
                      <a:pt x="379" y="56"/>
                      <a:pt x="384" y="57"/>
                    </a:cubicBezTo>
                    <a:cubicBezTo>
                      <a:pt x="379" y="56"/>
                      <a:pt x="372" y="55"/>
                      <a:pt x="366" y="54"/>
                    </a:cubicBezTo>
                    <a:close/>
                    <a:moveTo>
                      <a:pt x="366" y="49"/>
                    </a:moveTo>
                    <a:cubicBezTo>
                      <a:pt x="361" y="48"/>
                      <a:pt x="361" y="48"/>
                      <a:pt x="361" y="48"/>
                    </a:cubicBezTo>
                    <a:cubicBezTo>
                      <a:pt x="359" y="48"/>
                      <a:pt x="347" y="47"/>
                      <a:pt x="348" y="47"/>
                    </a:cubicBezTo>
                    <a:cubicBezTo>
                      <a:pt x="356" y="47"/>
                      <a:pt x="366" y="49"/>
                      <a:pt x="372" y="50"/>
                    </a:cubicBezTo>
                    <a:cubicBezTo>
                      <a:pt x="370" y="50"/>
                      <a:pt x="368" y="50"/>
                      <a:pt x="366" y="49"/>
                    </a:cubicBezTo>
                    <a:close/>
                    <a:moveTo>
                      <a:pt x="299" y="46"/>
                    </a:moveTo>
                    <a:cubicBezTo>
                      <a:pt x="296" y="46"/>
                      <a:pt x="296" y="46"/>
                      <a:pt x="296" y="46"/>
                    </a:cubicBezTo>
                    <a:cubicBezTo>
                      <a:pt x="296" y="47"/>
                      <a:pt x="296" y="47"/>
                      <a:pt x="297" y="47"/>
                    </a:cubicBezTo>
                    <a:cubicBezTo>
                      <a:pt x="299" y="46"/>
                      <a:pt x="299" y="46"/>
                      <a:pt x="299" y="46"/>
                    </a:cubicBezTo>
                    <a:close/>
                    <a:moveTo>
                      <a:pt x="264" y="53"/>
                    </a:moveTo>
                    <a:cubicBezTo>
                      <a:pt x="264" y="53"/>
                      <a:pt x="264" y="53"/>
                      <a:pt x="264" y="53"/>
                    </a:cubicBezTo>
                    <a:cubicBezTo>
                      <a:pt x="264" y="53"/>
                      <a:pt x="265" y="53"/>
                      <a:pt x="265" y="53"/>
                    </a:cubicBezTo>
                    <a:cubicBezTo>
                      <a:pt x="265" y="53"/>
                      <a:pt x="265" y="53"/>
                      <a:pt x="265" y="53"/>
                    </a:cubicBezTo>
                    <a:cubicBezTo>
                      <a:pt x="269" y="52"/>
                      <a:pt x="269" y="52"/>
                      <a:pt x="269" y="52"/>
                    </a:cubicBezTo>
                    <a:lnTo>
                      <a:pt x="264" y="53"/>
                    </a:lnTo>
                    <a:close/>
                    <a:moveTo>
                      <a:pt x="264" y="53"/>
                    </a:moveTo>
                    <a:cubicBezTo>
                      <a:pt x="264" y="53"/>
                      <a:pt x="264" y="53"/>
                      <a:pt x="264" y="53"/>
                    </a:cubicBezTo>
                    <a:cubicBezTo>
                      <a:pt x="264" y="53"/>
                      <a:pt x="264" y="53"/>
                      <a:pt x="264" y="53"/>
                    </a:cubicBezTo>
                    <a:cubicBezTo>
                      <a:pt x="263" y="53"/>
                      <a:pt x="264" y="53"/>
                      <a:pt x="264" y="53"/>
                    </a:cubicBezTo>
                    <a:close/>
                    <a:moveTo>
                      <a:pt x="264" y="53"/>
                    </a:moveTo>
                    <a:cubicBezTo>
                      <a:pt x="264" y="53"/>
                      <a:pt x="264" y="53"/>
                      <a:pt x="264" y="53"/>
                    </a:cubicBezTo>
                    <a:cubicBezTo>
                      <a:pt x="264" y="53"/>
                      <a:pt x="264" y="53"/>
                      <a:pt x="264" y="53"/>
                    </a:cubicBezTo>
                    <a:cubicBezTo>
                      <a:pt x="264" y="53"/>
                      <a:pt x="264" y="53"/>
                      <a:pt x="264" y="53"/>
                    </a:cubicBezTo>
                    <a:close/>
                    <a:moveTo>
                      <a:pt x="265" y="51"/>
                    </a:moveTo>
                    <a:cubicBezTo>
                      <a:pt x="264" y="51"/>
                      <a:pt x="264" y="51"/>
                      <a:pt x="264" y="51"/>
                    </a:cubicBezTo>
                    <a:cubicBezTo>
                      <a:pt x="264" y="51"/>
                      <a:pt x="264" y="51"/>
                      <a:pt x="264" y="51"/>
                    </a:cubicBezTo>
                    <a:cubicBezTo>
                      <a:pt x="264" y="51"/>
                      <a:pt x="264" y="51"/>
                      <a:pt x="265" y="51"/>
                    </a:cubicBezTo>
                    <a:cubicBezTo>
                      <a:pt x="265" y="51"/>
                      <a:pt x="265" y="51"/>
                      <a:pt x="265" y="51"/>
                    </a:cubicBezTo>
                    <a:cubicBezTo>
                      <a:pt x="265" y="51"/>
                      <a:pt x="265" y="51"/>
                      <a:pt x="265" y="50"/>
                    </a:cubicBezTo>
                    <a:cubicBezTo>
                      <a:pt x="265" y="51"/>
                      <a:pt x="265" y="51"/>
                      <a:pt x="265" y="51"/>
                    </a:cubicBezTo>
                    <a:close/>
                    <a:moveTo>
                      <a:pt x="265" y="57"/>
                    </a:moveTo>
                    <a:cubicBezTo>
                      <a:pt x="265" y="57"/>
                      <a:pt x="265" y="57"/>
                      <a:pt x="265" y="57"/>
                    </a:cubicBezTo>
                    <a:cubicBezTo>
                      <a:pt x="265" y="57"/>
                      <a:pt x="265" y="57"/>
                      <a:pt x="265" y="57"/>
                    </a:cubicBezTo>
                    <a:close/>
                    <a:moveTo>
                      <a:pt x="264" y="51"/>
                    </a:moveTo>
                    <a:cubicBezTo>
                      <a:pt x="264" y="51"/>
                      <a:pt x="264" y="52"/>
                      <a:pt x="264" y="52"/>
                    </a:cubicBezTo>
                    <a:cubicBezTo>
                      <a:pt x="264" y="52"/>
                      <a:pt x="264" y="52"/>
                      <a:pt x="264" y="51"/>
                    </a:cubicBezTo>
                    <a:close/>
                    <a:moveTo>
                      <a:pt x="264" y="51"/>
                    </a:moveTo>
                    <a:cubicBezTo>
                      <a:pt x="264" y="51"/>
                      <a:pt x="264" y="51"/>
                      <a:pt x="264" y="51"/>
                    </a:cubicBezTo>
                    <a:cubicBezTo>
                      <a:pt x="264" y="51"/>
                      <a:pt x="264" y="51"/>
                      <a:pt x="264" y="51"/>
                    </a:cubicBezTo>
                    <a:close/>
                    <a:moveTo>
                      <a:pt x="265" y="58"/>
                    </a:moveTo>
                    <a:cubicBezTo>
                      <a:pt x="265" y="58"/>
                      <a:pt x="265" y="58"/>
                      <a:pt x="265" y="58"/>
                    </a:cubicBezTo>
                    <a:cubicBezTo>
                      <a:pt x="265" y="58"/>
                      <a:pt x="265" y="58"/>
                      <a:pt x="265" y="58"/>
                    </a:cubicBezTo>
                    <a:close/>
                    <a:moveTo>
                      <a:pt x="265" y="57"/>
                    </a:moveTo>
                    <a:cubicBezTo>
                      <a:pt x="264" y="57"/>
                      <a:pt x="264" y="57"/>
                      <a:pt x="264" y="57"/>
                    </a:cubicBezTo>
                    <a:cubicBezTo>
                      <a:pt x="264" y="57"/>
                      <a:pt x="265" y="57"/>
                      <a:pt x="265" y="57"/>
                    </a:cubicBezTo>
                    <a:close/>
                    <a:moveTo>
                      <a:pt x="263" y="51"/>
                    </a:moveTo>
                    <a:cubicBezTo>
                      <a:pt x="263" y="51"/>
                      <a:pt x="263" y="51"/>
                      <a:pt x="263" y="51"/>
                    </a:cubicBezTo>
                    <a:cubicBezTo>
                      <a:pt x="263" y="51"/>
                      <a:pt x="263" y="51"/>
                      <a:pt x="263" y="51"/>
                    </a:cubicBezTo>
                    <a:close/>
                    <a:moveTo>
                      <a:pt x="263" y="54"/>
                    </a:moveTo>
                    <a:cubicBezTo>
                      <a:pt x="263" y="54"/>
                      <a:pt x="263" y="53"/>
                      <a:pt x="263" y="53"/>
                    </a:cubicBezTo>
                    <a:cubicBezTo>
                      <a:pt x="263" y="53"/>
                      <a:pt x="263" y="53"/>
                      <a:pt x="263" y="54"/>
                    </a:cubicBezTo>
                    <a:close/>
                    <a:moveTo>
                      <a:pt x="262" y="53"/>
                    </a:moveTo>
                    <a:cubicBezTo>
                      <a:pt x="263" y="53"/>
                      <a:pt x="263" y="53"/>
                      <a:pt x="263" y="53"/>
                    </a:cubicBezTo>
                    <a:cubicBezTo>
                      <a:pt x="263" y="53"/>
                      <a:pt x="262" y="53"/>
                      <a:pt x="262" y="53"/>
                    </a:cubicBezTo>
                    <a:close/>
                    <a:moveTo>
                      <a:pt x="262" y="53"/>
                    </a:moveTo>
                    <a:cubicBezTo>
                      <a:pt x="262" y="52"/>
                      <a:pt x="262" y="53"/>
                      <a:pt x="262" y="53"/>
                    </a:cubicBezTo>
                    <a:cubicBezTo>
                      <a:pt x="262" y="53"/>
                      <a:pt x="262" y="52"/>
                      <a:pt x="262" y="52"/>
                    </a:cubicBezTo>
                    <a:cubicBezTo>
                      <a:pt x="262" y="53"/>
                      <a:pt x="262" y="53"/>
                      <a:pt x="262" y="53"/>
                    </a:cubicBezTo>
                    <a:close/>
                    <a:moveTo>
                      <a:pt x="262" y="56"/>
                    </a:moveTo>
                    <a:cubicBezTo>
                      <a:pt x="263" y="56"/>
                      <a:pt x="262" y="56"/>
                      <a:pt x="262" y="56"/>
                    </a:cubicBezTo>
                    <a:close/>
                    <a:moveTo>
                      <a:pt x="261" y="58"/>
                    </a:moveTo>
                    <a:cubicBezTo>
                      <a:pt x="262" y="58"/>
                      <a:pt x="262" y="58"/>
                      <a:pt x="262" y="58"/>
                    </a:cubicBezTo>
                    <a:cubicBezTo>
                      <a:pt x="262" y="58"/>
                      <a:pt x="261" y="58"/>
                      <a:pt x="261" y="58"/>
                    </a:cubicBezTo>
                    <a:close/>
                    <a:moveTo>
                      <a:pt x="262" y="58"/>
                    </a:moveTo>
                    <a:cubicBezTo>
                      <a:pt x="262" y="58"/>
                      <a:pt x="262" y="58"/>
                      <a:pt x="262" y="58"/>
                    </a:cubicBezTo>
                    <a:cubicBezTo>
                      <a:pt x="262" y="59"/>
                      <a:pt x="262" y="59"/>
                      <a:pt x="262" y="58"/>
                    </a:cubicBezTo>
                    <a:close/>
                    <a:moveTo>
                      <a:pt x="262" y="61"/>
                    </a:moveTo>
                    <a:cubicBezTo>
                      <a:pt x="262" y="61"/>
                      <a:pt x="262" y="61"/>
                      <a:pt x="262" y="61"/>
                    </a:cubicBezTo>
                    <a:cubicBezTo>
                      <a:pt x="262" y="61"/>
                      <a:pt x="262" y="61"/>
                      <a:pt x="262" y="61"/>
                    </a:cubicBezTo>
                    <a:close/>
                    <a:moveTo>
                      <a:pt x="261" y="61"/>
                    </a:moveTo>
                    <a:cubicBezTo>
                      <a:pt x="260" y="61"/>
                      <a:pt x="260" y="61"/>
                      <a:pt x="261" y="61"/>
                    </a:cubicBezTo>
                    <a:close/>
                    <a:moveTo>
                      <a:pt x="339" y="54"/>
                    </a:moveTo>
                    <a:cubicBezTo>
                      <a:pt x="334" y="54"/>
                      <a:pt x="330" y="54"/>
                      <a:pt x="326" y="54"/>
                    </a:cubicBezTo>
                    <a:cubicBezTo>
                      <a:pt x="329" y="54"/>
                      <a:pt x="333" y="54"/>
                      <a:pt x="336" y="54"/>
                    </a:cubicBezTo>
                    <a:cubicBezTo>
                      <a:pt x="336" y="54"/>
                      <a:pt x="338" y="54"/>
                      <a:pt x="339" y="54"/>
                    </a:cubicBezTo>
                    <a:close/>
                    <a:moveTo>
                      <a:pt x="263" y="56"/>
                    </a:moveTo>
                    <a:cubicBezTo>
                      <a:pt x="264" y="56"/>
                      <a:pt x="264" y="56"/>
                      <a:pt x="264" y="56"/>
                    </a:cubicBezTo>
                    <a:cubicBezTo>
                      <a:pt x="264" y="56"/>
                      <a:pt x="264" y="56"/>
                      <a:pt x="264" y="56"/>
                    </a:cubicBezTo>
                    <a:cubicBezTo>
                      <a:pt x="264" y="56"/>
                      <a:pt x="265" y="56"/>
                      <a:pt x="265" y="56"/>
                    </a:cubicBezTo>
                    <a:cubicBezTo>
                      <a:pt x="265" y="56"/>
                      <a:pt x="265" y="56"/>
                      <a:pt x="265" y="56"/>
                    </a:cubicBezTo>
                    <a:cubicBezTo>
                      <a:pt x="265" y="56"/>
                      <a:pt x="265" y="56"/>
                      <a:pt x="265" y="56"/>
                    </a:cubicBezTo>
                    <a:cubicBezTo>
                      <a:pt x="265" y="56"/>
                      <a:pt x="265" y="56"/>
                      <a:pt x="265" y="56"/>
                    </a:cubicBezTo>
                    <a:cubicBezTo>
                      <a:pt x="265" y="56"/>
                      <a:pt x="265" y="56"/>
                      <a:pt x="265" y="55"/>
                    </a:cubicBezTo>
                    <a:cubicBezTo>
                      <a:pt x="265" y="56"/>
                      <a:pt x="264" y="56"/>
                      <a:pt x="263" y="56"/>
                    </a:cubicBezTo>
                    <a:close/>
                    <a:moveTo>
                      <a:pt x="264" y="52"/>
                    </a:moveTo>
                    <a:cubicBezTo>
                      <a:pt x="264" y="52"/>
                      <a:pt x="264" y="52"/>
                      <a:pt x="264" y="52"/>
                    </a:cubicBezTo>
                    <a:cubicBezTo>
                      <a:pt x="264" y="52"/>
                      <a:pt x="263" y="52"/>
                      <a:pt x="263" y="52"/>
                    </a:cubicBezTo>
                    <a:cubicBezTo>
                      <a:pt x="263" y="52"/>
                      <a:pt x="264" y="52"/>
                      <a:pt x="264" y="52"/>
                    </a:cubicBezTo>
                    <a:close/>
                    <a:moveTo>
                      <a:pt x="261" y="53"/>
                    </a:moveTo>
                    <a:cubicBezTo>
                      <a:pt x="261" y="52"/>
                      <a:pt x="261" y="52"/>
                      <a:pt x="260" y="52"/>
                    </a:cubicBezTo>
                    <a:cubicBezTo>
                      <a:pt x="260" y="53"/>
                      <a:pt x="259" y="53"/>
                      <a:pt x="259" y="53"/>
                    </a:cubicBezTo>
                    <a:cubicBezTo>
                      <a:pt x="259" y="53"/>
                      <a:pt x="260" y="53"/>
                      <a:pt x="260" y="53"/>
                    </a:cubicBezTo>
                    <a:cubicBezTo>
                      <a:pt x="260" y="53"/>
                      <a:pt x="260" y="53"/>
                      <a:pt x="260" y="53"/>
                    </a:cubicBezTo>
                    <a:cubicBezTo>
                      <a:pt x="261" y="53"/>
                      <a:pt x="261" y="53"/>
                      <a:pt x="262" y="52"/>
                    </a:cubicBezTo>
                    <a:cubicBezTo>
                      <a:pt x="262" y="52"/>
                      <a:pt x="262" y="52"/>
                      <a:pt x="262" y="52"/>
                    </a:cubicBezTo>
                    <a:cubicBezTo>
                      <a:pt x="262" y="52"/>
                      <a:pt x="263" y="52"/>
                      <a:pt x="263" y="52"/>
                    </a:cubicBezTo>
                    <a:cubicBezTo>
                      <a:pt x="262" y="52"/>
                      <a:pt x="262" y="52"/>
                      <a:pt x="261" y="53"/>
                    </a:cubicBezTo>
                    <a:close/>
                    <a:moveTo>
                      <a:pt x="262" y="59"/>
                    </a:moveTo>
                    <a:cubicBezTo>
                      <a:pt x="262" y="59"/>
                      <a:pt x="262" y="59"/>
                      <a:pt x="262" y="59"/>
                    </a:cubicBezTo>
                    <a:cubicBezTo>
                      <a:pt x="262" y="59"/>
                      <a:pt x="262" y="59"/>
                      <a:pt x="262" y="59"/>
                    </a:cubicBezTo>
                    <a:close/>
                    <a:moveTo>
                      <a:pt x="500" y="148"/>
                    </a:moveTo>
                    <a:cubicBezTo>
                      <a:pt x="498" y="158"/>
                      <a:pt x="496" y="166"/>
                      <a:pt x="494" y="169"/>
                    </a:cubicBezTo>
                    <a:cubicBezTo>
                      <a:pt x="493" y="172"/>
                      <a:pt x="495" y="168"/>
                      <a:pt x="494" y="170"/>
                    </a:cubicBezTo>
                    <a:cubicBezTo>
                      <a:pt x="493" y="174"/>
                      <a:pt x="490" y="181"/>
                      <a:pt x="488" y="184"/>
                    </a:cubicBezTo>
                    <a:cubicBezTo>
                      <a:pt x="486" y="189"/>
                      <a:pt x="483" y="194"/>
                      <a:pt x="480" y="199"/>
                    </a:cubicBezTo>
                    <a:cubicBezTo>
                      <a:pt x="478" y="202"/>
                      <a:pt x="477" y="204"/>
                      <a:pt x="475" y="206"/>
                    </a:cubicBezTo>
                    <a:cubicBezTo>
                      <a:pt x="470" y="212"/>
                      <a:pt x="470" y="212"/>
                      <a:pt x="470" y="212"/>
                    </a:cubicBezTo>
                    <a:cubicBezTo>
                      <a:pt x="469" y="214"/>
                      <a:pt x="466" y="216"/>
                      <a:pt x="465" y="217"/>
                    </a:cubicBezTo>
                    <a:cubicBezTo>
                      <a:pt x="462" y="221"/>
                      <a:pt x="456" y="228"/>
                      <a:pt x="452" y="232"/>
                    </a:cubicBezTo>
                    <a:cubicBezTo>
                      <a:pt x="438" y="245"/>
                      <a:pt x="422" y="256"/>
                      <a:pt x="405" y="264"/>
                    </a:cubicBezTo>
                    <a:cubicBezTo>
                      <a:pt x="387" y="272"/>
                      <a:pt x="369" y="278"/>
                      <a:pt x="351" y="284"/>
                    </a:cubicBezTo>
                    <a:cubicBezTo>
                      <a:pt x="314" y="295"/>
                      <a:pt x="277" y="301"/>
                      <a:pt x="239" y="304"/>
                    </a:cubicBezTo>
                    <a:cubicBezTo>
                      <a:pt x="221" y="305"/>
                      <a:pt x="200" y="305"/>
                      <a:pt x="183" y="305"/>
                    </a:cubicBezTo>
                    <a:cubicBezTo>
                      <a:pt x="177" y="304"/>
                      <a:pt x="172" y="304"/>
                      <a:pt x="167" y="304"/>
                    </a:cubicBezTo>
                    <a:cubicBezTo>
                      <a:pt x="155" y="303"/>
                      <a:pt x="142" y="302"/>
                      <a:pt x="129" y="301"/>
                    </a:cubicBezTo>
                    <a:cubicBezTo>
                      <a:pt x="116" y="299"/>
                      <a:pt x="103" y="298"/>
                      <a:pt x="93" y="296"/>
                    </a:cubicBezTo>
                    <a:cubicBezTo>
                      <a:pt x="77" y="292"/>
                      <a:pt x="61" y="288"/>
                      <a:pt x="45" y="280"/>
                    </a:cubicBezTo>
                    <a:cubicBezTo>
                      <a:pt x="38" y="277"/>
                      <a:pt x="32" y="273"/>
                      <a:pt x="27" y="269"/>
                    </a:cubicBezTo>
                    <a:cubicBezTo>
                      <a:pt x="24" y="268"/>
                      <a:pt x="22" y="266"/>
                      <a:pt x="20" y="264"/>
                    </a:cubicBezTo>
                    <a:cubicBezTo>
                      <a:pt x="11" y="256"/>
                      <a:pt x="4" y="244"/>
                      <a:pt x="2" y="232"/>
                    </a:cubicBezTo>
                    <a:cubicBezTo>
                      <a:pt x="1" y="225"/>
                      <a:pt x="0" y="219"/>
                      <a:pt x="0" y="213"/>
                    </a:cubicBezTo>
                    <a:cubicBezTo>
                      <a:pt x="0" y="203"/>
                      <a:pt x="2" y="191"/>
                      <a:pt x="6" y="180"/>
                    </a:cubicBezTo>
                    <a:cubicBezTo>
                      <a:pt x="10" y="169"/>
                      <a:pt x="16" y="158"/>
                      <a:pt x="22" y="148"/>
                    </a:cubicBezTo>
                    <a:cubicBezTo>
                      <a:pt x="25" y="143"/>
                      <a:pt x="29" y="139"/>
                      <a:pt x="32" y="134"/>
                    </a:cubicBezTo>
                    <a:cubicBezTo>
                      <a:pt x="34" y="132"/>
                      <a:pt x="36" y="130"/>
                      <a:pt x="38" y="127"/>
                    </a:cubicBezTo>
                    <a:cubicBezTo>
                      <a:pt x="44" y="119"/>
                      <a:pt x="54" y="109"/>
                      <a:pt x="61" y="102"/>
                    </a:cubicBezTo>
                    <a:cubicBezTo>
                      <a:pt x="65" y="98"/>
                      <a:pt x="69" y="95"/>
                      <a:pt x="74" y="91"/>
                    </a:cubicBezTo>
                    <a:cubicBezTo>
                      <a:pt x="83" y="83"/>
                      <a:pt x="92" y="76"/>
                      <a:pt x="100" y="70"/>
                    </a:cubicBezTo>
                    <a:cubicBezTo>
                      <a:pt x="111" y="62"/>
                      <a:pt x="128" y="52"/>
                      <a:pt x="143" y="45"/>
                    </a:cubicBezTo>
                    <a:cubicBezTo>
                      <a:pt x="144" y="44"/>
                      <a:pt x="144" y="44"/>
                      <a:pt x="144" y="44"/>
                    </a:cubicBezTo>
                    <a:cubicBezTo>
                      <a:pt x="155" y="39"/>
                      <a:pt x="166" y="33"/>
                      <a:pt x="177" y="29"/>
                    </a:cubicBezTo>
                    <a:cubicBezTo>
                      <a:pt x="179" y="29"/>
                      <a:pt x="179" y="29"/>
                      <a:pt x="180" y="28"/>
                    </a:cubicBezTo>
                    <a:cubicBezTo>
                      <a:pt x="194" y="23"/>
                      <a:pt x="194" y="23"/>
                      <a:pt x="194" y="23"/>
                    </a:cubicBezTo>
                    <a:cubicBezTo>
                      <a:pt x="215" y="16"/>
                      <a:pt x="231" y="12"/>
                      <a:pt x="249" y="9"/>
                    </a:cubicBezTo>
                    <a:cubicBezTo>
                      <a:pt x="259" y="6"/>
                      <a:pt x="271" y="5"/>
                      <a:pt x="281" y="3"/>
                    </a:cubicBezTo>
                    <a:cubicBezTo>
                      <a:pt x="284" y="3"/>
                      <a:pt x="287" y="2"/>
                      <a:pt x="290" y="2"/>
                    </a:cubicBezTo>
                    <a:cubicBezTo>
                      <a:pt x="293" y="2"/>
                      <a:pt x="295" y="2"/>
                      <a:pt x="297" y="1"/>
                    </a:cubicBezTo>
                    <a:cubicBezTo>
                      <a:pt x="304" y="1"/>
                      <a:pt x="304" y="1"/>
                      <a:pt x="304" y="1"/>
                    </a:cubicBezTo>
                    <a:cubicBezTo>
                      <a:pt x="307" y="1"/>
                      <a:pt x="311" y="0"/>
                      <a:pt x="314" y="0"/>
                    </a:cubicBezTo>
                    <a:cubicBezTo>
                      <a:pt x="318" y="0"/>
                      <a:pt x="321" y="0"/>
                      <a:pt x="324" y="0"/>
                    </a:cubicBezTo>
                    <a:cubicBezTo>
                      <a:pt x="327" y="0"/>
                      <a:pt x="331" y="0"/>
                      <a:pt x="334" y="0"/>
                    </a:cubicBezTo>
                    <a:cubicBezTo>
                      <a:pt x="343" y="0"/>
                      <a:pt x="351" y="0"/>
                      <a:pt x="361" y="1"/>
                    </a:cubicBezTo>
                    <a:cubicBezTo>
                      <a:pt x="368" y="2"/>
                      <a:pt x="376" y="2"/>
                      <a:pt x="384" y="4"/>
                    </a:cubicBezTo>
                    <a:cubicBezTo>
                      <a:pt x="389" y="4"/>
                      <a:pt x="394" y="5"/>
                      <a:pt x="398" y="6"/>
                    </a:cubicBezTo>
                    <a:cubicBezTo>
                      <a:pt x="400" y="7"/>
                      <a:pt x="403" y="8"/>
                      <a:pt x="405" y="8"/>
                    </a:cubicBezTo>
                    <a:cubicBezTo>
                      <a:pt x="408" y="9"/>
                      <a:pt x="410" y="10"/>
                      <a:pt x="413" y="11"/>
                    </a:cubicBezTo>
                    <a:cubicBezTo>
                      <a:pt x="415" y="11"/>
                      <a:pt x="415" y="11"/>
                      <a:pt x="415" y="11"/>
                    </a:cubicBezTo>
                    <a:cubicBezTo>
                      <a:pt x="415" y="11"/>
                      <a:pt x="415" y="11"/>
                      <a:pt x="415" y="11"/>
                    </a:cubicBezTo>
                    <a:cubicBezTo>
                      <a:pt x="415" y="11"/>
                      <a:pt x="415" y="11"/>
                      <a:pt x="415" y="11"/>
                    </a:cubicBezTo>
                    <a:cubicBezTo>
                      <a:pt x="416" y="11"/>
                      <a:pt x="416" y="11"/>
                      <a:pt x="416" y="12"/>
                    </a:cubicBezTo>
                    <a:cubicBezTo>
                      <a:pt x="417" y="12"/>
                      <a:pt x="419" y="13"/>
                      <a:pt x="420" y="12"/>
                    </a:cubicBezTo>
                    <a:cubicBezTo>
                      <a:pt x="420" y="12"/>
                      <a:pt x="420" y="12"/>
                      <a:pt x="420" y="12"/>
                    </a:cubicBezTo>
                    <a:cubicBezTo>
                      <a:pt x="421" y="12"/>
                      <a:pt x="421" y="12"/>
                      <a:pt x="421" y="12"/>
                    </a:cubicBezTo>
                    <a:cubicBezTo>
                      <a:pt x="421" y="13"/>
                      <a:pt x="422" y="13"/>
                      <a:pt x="423" y="13"/>
                    </a:cubicBezTo>
                    <a:cubicBezTo>
                      <a:pt x="423" y="13"/>
                      <a:pt x="423" y="13"/>
                      <a:pt x="423" y="13"/>
                    </a:cubicBezTo>
                    <a:cubicBezTo>
                      <a:pt x="424" y="13"/>
                      <a:pt x="424" y="14"/>
                      <a:pt x="424" y="14"/>
                    </a:cubicBezTo>
                    <a:cubicBezTo>
                      <a:pt x="425" y="14"/>
                      <a:pt x="425" y="14"/>
                      <a:pt x="425" y="14"/>
                    </a:cubicBezTo>
                    <a:cubicBezTo>
                      <a:pt x="426" y="14"/>
                      <a:pt x="426" y="14"/>
                      <a:pt x="426" y="15"/>
                    </a:cubicBezTo>
                    <a:cubicBezTo>
                      <a:pt x="426" y="15"/>
                      <a:pt x="426" y="15"/>
                      <a:pt x="426" y="15"/>
                    </a:cubicBezTo>
                    <a:cubicBezTo>
                      <a:pt x="426" y="15"/>
                      <a:pt x="427" y="16"/>
                      <a:pt x="428" y="16"/>
                    </a:cubicBezTo>
                    <a:cubicBezTo>
                      <a:pt x="428" y="17"/>
                      <a:pt x="429" y="17"/>
                      <a:pt x="429" y="17"/>
                    </a:cubicBezTo>
                    <a:cubicBezTo>
                      <a:pt x="430" y="17"/>
                      <a:pt x="430" y="19"/>
                      <a:pt x="431" y="19"/>
                    </a:cubicBezTo>
                    <a:cubicBezTo>
                      <a:pt x="430" y="20"/>
                      <a:pt x="431" y="20"/>
                      <a:pt x="431" y="20"/>
                    </a:cubicBezTo>
                    <a:cubicBezTo>
                      <a:pt x="431" y="20"/>
                      <a:pt x="431" y="21"/>
                      <a:pt x="431" y="21"/>
                    </a:cubicBezTo>
                    <a:cubicBezTo>
                      <a:pt x="431" y="21"/>
                      <a:pt x="431" y="22"/>
                      <a:pt x="431" y="22"/>
                    </a:cubicBezTo>
                    <a:cubicBezTo>
                      <a:pt x="431" y="22"/>
                      <a:pt x="431" y="23"/>
                      <a:pt x="431" y="23"/>
                    </a:cubicBezTo>
                    <a:cubicBezTo>
                      <a:pt x="431" y="23"/>
                      <a:pt x="432" y="24"/>
                      <a:pt x="432" y="24"/>
                    </a:cubicBezTo>
                    <a:cubicBezTo>
                      <a:pt x="432" y="25"/>
                      <a:pt x="431" y="25"/>
                      <a:pt x="431" y="26"/>
                    </a:cubicBezTo>
                    <a:cubicBezTo>
                      <a:pt x="431" y="27"/>
                      <a:pt x="430" y="28"/>
                      <a:pt x="430" y="29"/>
                    </a:cubicBezTo>
                    <a:cubicBezTo>
                      <a:pt x="430" y="29"/>
                      <a:pt x="430" y="29"/>
                      <a:pt x="430" y="29"/>
                    </a:cubicBezTo>
                    <a:cubicBezTo>
                      <a:pt x="429" y="29"/>
                      <a:pt x="429" y="30"/>
                      <a:pt x="428" y="30"/>
                    </a:cubicBezTo>
                    <a:cubicBezTo>
                      <a:pt x="428" y="30"/>
                      <a:pt x="428" y="30"/>
                      <a:pt x="428" y="31"/>
                    </a:cubicBezTo>
                    <a:cubicBezTo>
                      <a:pt x="427" y="31"/>
                      <a:pt x="427" y="31"/>
                      <a:pt x="427" y="31"/>
                    </a:cubicBezTo>
                    <a:cubicBezTo>
                      <a:pt x="426" y="31"/>
                      <a:pt x="424" y="32"/>
                      <a:pt x="423" y="32"/>
                    </a:cubicBezTo>
                    <a:cubicBezTo>
                      <a:pt x="423" y="32"/>
                      <a:pt x="423" y="32"/>
                      <a:pt x="423" y="32"/>
                    </a:cubicBezTo>
                    <a:cubicBezTo>
                      <a:pt x="422" y="32"/>
                      <a:pt x="422" y="32"/>
                      <a:pt x="421" y="32"/>
                    </a:cubicBezTo>
                    <a:cubicBezTo>
                      <a:pt x="421" y="33"/>
                      <a:pt x="420" y="32"/>
                      <a:pt x="420" y="32"/>
                    </a:cubicBezTo>
                    <a:cubicBezTo>
                      <a:pt x="420" y="32"/>
                      <a:pt x="419" y="32"/>
                      <a:pt x="419" y="32"/>
                    </a:cubicBezTo>
                    <a:cubicBezTo>
                      <a:pt x="419" y="32"/>
                      <a:pt x="418" y="32"/>
                      <a:pt x="418" y="32"/>
                    </a:cubicBezTo>
                    <a:cubicBezTo>
                      <a:pt x="417" y="32"/>
                      <a:pt x="417" y="31"/>
                      <a:pt x="416" y="31"/>
                    </a:cubicBezTo>
                    <a:cubicBezTo>
                      <a:pt x="416" y="31"/>
                      <a:pt x="416" y="31"/>
                      <a:pt x="416" y="31"/>
                    </a:cubicBezTo>
                    <a:cubicBezTo>
                      <a:pt x="415" y="31"/>
                      <a:pt x="415" y="30"/>
                      <a:pt x="415" y="30"/>
                    </a:cubicBezTo>
                    <a:cubicBezTo>
                      <a:pt x="415" y="30"/>
                      <a:pt x="415" y="30"/>
                      <a:pt x="414" y="30"/>
                    </a:cubicBezTo>
                    <a:cubicBezTo>
                      <a:pt x="414" y="29"/>
                      <a:pt x="415" y="29"/>
                      <a:pt x="414" y="29"/>
                    </a:cubicBezTo>
                    <a:cubicBezTo>
                      <a:pt x="414" y="28"/>
                      <a:pt x="413" y="30"/>
                      <a:pt x="413" y="29"/>
                    </a:cubicBezTo>
                    <a:cubicBezTo>
                      <a:pt x="413" y="28"/>
                      <a:pt x="412" y="28"/>
                      <a:pt x="411" y="27"/>
                    </a:cubicBezTo>
                    <a:cubicBezTo>
                      <a:pt x="410" y="27"/>
                      <a:pt x="410" y="27"/>
                      <a:pt x="410" y="27"/>
                    </a:cubicBezTo>
                    <a:cubicBezTo>
                      <a:pt x="410" y="27"/>
                      <a:pt x="410" y="27"/>
                      <a:pt x="410" y="27"/>
                    </a:cubicBezTo>
                    <a:cubicBezTo>
                      <a:pt x="410" y="27"/>
                      <a:pt x="410" y="27"/>
                      <a:pt x="410" y="27"/>
                    </a:cubicBezTo>
                    <a:cubicBezTo>
                      <a:pt x="408" y="26"/>
                      <a:pt x="408" y="26"/>
                      <a:pt x="408" y="26"/>
                    </a:cubicBezTo>
                    <a:cubicBezTo>
                      <a:pt x="407" y="26"/>
                      <a:pt x="407" y="26"/>
                      <a:pt x="407" y="26"/>
                    </a:cubicBezTo>
                    <a:cubicBezTo>
                      <a:pt x="399" y="23"/>
                      <a:pt x="390" y="21"/>
                      <a:pt x="383" y="20"/>
                    </a:cubicBezTo>
                    <a:cubicBezTo>
                      <a:pt x="376" y="19"/>
                      <a:pt x="370" y="18"/>
                      <a:pt x="363" y="17"/>
                    </a:cubicBezTo>
                    <a:cubicBezTo>
                      <a:pt x="342" y="15"/>
                      <a:pt x="321" y="16"/>
                      <a:pt x="300" y="17"/>
                    </a:cubicBezTo>
                    <a:cubicBezTo>
                      <a:pt x="288" y="18"/>
                      <a:pt x="273" y="20"/>
                      <a:pt x="262" y="22"/>
                    </a:cubicBezTo>
                    <a:cubicBezTo>
                      <a:pt x="249" y="24"/>
                      <a:pt x="236" y="27"/>
                      <a:pt x="224" y="30"/>
                    </a:cubicBezTo>
                    <a:cubicBezTo>
                      <a:pt x="217" y="32"/>
                      <a:pt x="210" y="34"/>
                      <a:pt x="203" y="36"/>
                    </a:cubicBezTo>
                    <a:cubicBezTo>
                      <a:pt x="196" y="38"/>
                      <a:pt x="196" y="38"/>
                      <a:pt x="196" y="38"/>
                    </a:cubicBezTo>
                    <a:cubicBezTo>
                      <a:pt x="190" y="41"/>
                      <a:pt x="183" y="43"/>
                      <a:pt x="176" y="46"/>
                    </a:cubicBezTo>
                    <a:cubicBezTo>
                      <a:pt x="170" y="49"/>
                      <a:pt x="164" y="51"/>
                      <a:pt x="157" y="54"/>
                    </a:cubicBezTo>
                    <a:cubicBezTo>
                      <a:pt x="148" y="58"/>
                      <a:pt x="138" y="64"/>
                      <a:pt x="127" y="70"/>
                    </a:cubicBezTo>
                    <a:cubicBezTo>
                      <a:pt x="117" y="77"/>
                      <a:pt x="106" y="84"/>
                      <a:pt x="96" y="92"/>
                    </a:cubicBezTo>
                    <a:cubicBezTo>
                      <a:pt x="93" y="94"/>
                      <a:pt x="93" y="94"/>
                      <a:pt x="93" y="94"/>
                    </a:cubicBezTo>
                    <a:cubicBezTo>
                      <a:pt x="80" y="104"/>
                      <a:pt x="69" y="115"/>
                      <a:pt x="59" y="125"/>
                    </a:cubicBezTo>
                    <a:cubicBezTo>
                      <a:pt x="47" y="138"/>
                      <a:pt x="34" y="155"/>
                      <a:pt x="26" y="171"/>
                    </a:cubicBezTo>
                    <a:cubicBezTo>
                      <a:pt x="19" y="186"/>
                      <a:pt x="14" y="201"/>
                      <a:pt x="14" y="217"/>
                    </a:cubicBezTo>
                    <a:cubicBezTo>
                      <a:pt x="15" y="222"/>
                      <a:pt x="15" y="229"/>
                      <a:pt x="17" y="234"/>
                    </a:cubicBezTo>
                    <a:cubicBezTo>
                      <a:pt x="19" y="239"/>
                      <a:pt x="22" y="244"/>
                      <a:pt x="26" y="249"/>
                    </a:cubicBezTo>
                    <a:cubicBezTo>
                      <a:pt x="28" y="252"/>
                      <a:pt x="31" y="255"/>
                      <a:pt x="35" y="258"/>
                    </a:cubicBezTo>
                    <a:cubicBezTo>
                      <a:pt x="40" y="261"/>
                      <a:pt x="45" y="264"/>
                      <a:pt x="51" y="267"/>
                    </a:cubicBezTo>
                    <a:cubicBezTo>
                      <a:pt x="61" y="272"/>
                      <a:pt x="72" y="276"/>
                      <a:pt x="84" y="279"/>
                    </a:cubicBezTo>
                    <a:cubicBezTo>
                      <a:pt x="95" y="282"/>
                      <a:pt x="106" y="284"/>
                      <a:pt x="117" y="285"/>
                    </a:cubicBezTo>
                    <a:cubicBezTo>
                      <a:pt x="121" y="286"/>
                      <a:pt x="125" y="286"/>
                      <a:pt x="129" y="287"/>
                    </a:cubicBezTo>
                    <a:cubicBezTo>
                      <a:pt x="131" y="287"/>
                      <a:pt x="134" y="287"/>
                      <a:pt x="137" y="287"/>
                    </a:cubicBezTo>
                    <a:cubicBezTo>
                      <a:pt x="150" y="289"/>
                      <a:pt x="168" y="290"/>
                      <a:pt x="184" y="291"/>
                    </a:cubicBezTo>
                    <a:cubicBezTo>
                      <a:pt x="206" y="291"/>
                      <a:pt x="227" y="291"/>
                      <a:pt x="251" y="289"/>
                    </a:cubicBezTo>
                    <a:cubicBezTo>
                      <a:pt x="268" y="287"/>
                      <a:pt x="287" y="285"/>
                      <a:pt x="306" y="281"/>
                    </a:cubicBezTo>
                    <a:cubicBezTo>
                      <a:pt x="331" y="276"/>
                      <a:pt x="357" y="268"/>
                      <a:pt x="381" y="259"/>
                    </a:cubicBezTo>
                    <a:cubicBezTo>
                      <a:pt x="395" y="254"/>
                      <a:pt x="407" y="248"/>
                      <a:pt x="419" y="241"/>
                    </a:cubicBezTo>
                    <a:cubicBezTo>
                      <a:pt x="430" y="233"/>
                      <a:pt x="440" y="224"/>
                      <a:pt x="449" y="215"/>
                    </a:cubicBezTo>
                    <a:cubicBezTo>
                      <a:pt x="450" y="214"/>
                      <a:pt x="451" y="213"/>
                      <a:pt x="453" y="211"/>
                    </a:cubicBezTo>
                    <a:cubicBezTo>
                      <a:pt x="455" y="209"/>
                      <a:pt x="454" y="210"/>
                      <a:pt x="456" y="207"/>
                    </a:cubicBezTo>
                    <a:cubicBezTo>
                      <a:pt x="458" y="205"/>
                      <a:pt x="457" y="207"/>
                      <a:pt x="458" y="205"/>
                    </a:cubicBezTo>
                    <a:cubicBezTo>
                      <a:pt x="464" y="198"/>
                      <a:pt x="464" y="198"/>
                      <a:pt x="464" y="198"/>
                    </a:cubicBezTo>
                    <a:cubicBezTo>
                      <a:pt x="465" y="197"/>
                      <a:pt x="466" y="196"/>
                      <a:pt x="467" y="195"/>
                    </a:cubicBezTo>
                    <a:cubicBezTo>
                      <a:pt x="467" y="194"/>
                      <a:pt x="468" y="193"/>
                      <a:pt x="469" y="192"/>
                    </a:cubicBezTo>
                    <a:cubicBezTo>
                      <a:pt x="472" y="187"/>
                      <a:pt x="475" y="182"/>
                      <a:pt x="477" y="177"/>
                    </a:cubicBezTo>
                    <a:cubicBezTo>
                      <a:pt x="482" y="167"/>
                      <a:pt x="486" y="156"/>
                      <a:pt x="487" y="146"/>
                    </a:cubicBezTo>
                    <a:cubicBezTo>
                      <a:pt x="487" y="143"/>
                      <a:pt x="487" y="146"/>
                      <a:pt x="488" y="144"/>
                    </a:cubicBezTo>
                    <a:cubicBezTo>
                      <a:pt x="488" y="142"/>
                      <a:pt x="488" y="141"/>
                      <a:pt x="487" y="139"/>
                    </a:cubicBezTo>
                    <a:cubicBezTo>
                      <a:pt x="487" y="137"/>
                      <a:pt x="487" y="136"/>
                      <a:pt x="487" y="134"/>
                    </a:cubicBezTo>
                    <a:cubicBezTo>
                      <a:pt x="487" y="130"/>
                      <a:pt x="486" y="126"/>
                      <a:pt x="485" y="123"/>
                    </a:cubicBezTo>
                    <a:cubicBezTo>
                      <a:pt x="483" y="115"/>
                      <a:pt x="480" y="108"/>
                      <a:pt x="475" y="103"/>
                    </a:cubicBezTo>
                    <a:cubicBezTo>
                      <a:pt x="472" y="98"/>
                      <a:pt x="467" y="94"/>
                      <a:pt x="462" y="91"/>
                    </a:cubicBezTo>
                    <a:cubicBezTo>
                      <a:pt x="460" y="90"/>
                      <a:pt x="461" y="90"/>
                      <a:pt x="460" y="90"/>
                    </a:cubicBezTo>
                    <a:cubicBezTo>
                      <a:pt x="458" y="89"/>
                      <a:pt x="459" y="89"/>
                      <a:pt x="458" y="88"/>
                    </a:cubicBezTo>
                    <a:cubicBezTo>
                      <a:pt x="456" y="87"/>
                      <a:pt x="456" y="87"/>
                      <a:pt x="456" y="87"/>
                    </a:cubicBezTo>
                    <a:cubicBezTo>
                      <a:pt x="453" y="86"/>
                      <a:pt x="453" y="86"/>
                      <a:pt x="453" y="86"/>
                    </a:cubicBezTo>
                    <a:cubicBezTo>
                      <a:pt x="439" y="78"/>
                      <a:pt x="424" y="72"/>
                      <a:pt x="409" y="67"/>
                    </a:cubicBezTo>
                    <a:cubicBezTo>
                      <a:pt x="406" y="66"/>
                      <a:pt x="406" y="66"/>
                      <a:pt x="402" y="64"/>
                    </a:cubicBezTo>
                    <a:cubicBezTo>
                      <a:pt x="398" y="63"/>
                      <a:pt x="399" y="63"/>
                      <a:pt x="396" y="63"/>
                    </a:cubicBezTo>
                    <a:cubicBezTo>
                      <a:pt x="395" y="63"/>
                      <a:pt x="392" y="61"/>
                      <a:pt x="391" y="61"/>
                    </a:cubicBezTo>
                    <a:cubicBezTo>
                      <a:pt x="390" y="61"/>
                      <a:pt x="391" y="61"/>
                      <a:pt x="391" y="61"/>
                    </a:cubicBezTo>
                    <a:cubicBezTo>
                      <a:pt x="388" y="60"/>
                      <a:pt x="378" y="58"/>
                      <a:pt x="373" y="57"/>
                    </a:cubicBezTo>
                    <a:cubicBezTo>
                      <a:pt x="366" y="56"/>
                      <a:pt x="358" y="54"/>
                      <a:pt x="350" y="53"/>
                    </a:cubicBezTo>
                    <a:cubicBezTo>
                      <a:pt x="358" y="54"/>
                      <a:pt x="365" y="55"/>
                      <a:pt x="367" y="55"/>
                    </a:cubicBezTo>
                    <a:cubicBezTo>
                      <a:pt x="359" y="53"/>
                      <a:pt x="344" y="52"/>
                      <a:pt x="336" y="51"/>
                    </a:cubicBezTo>
                    <a:cubicBezTo>
                      <a:pt x="318" y="50"/>
                      <a:pt x="294" y="52"/>
                      <a:pt x="273" y="56"/>
                    </a:cubicBezTo>
                    <a:cubicBezTo>
                      <a:pt x="272" y="56"/>
                      <a:pt x="271" y="56"/>
                      <a:pt x="271" y="56"/>
                    </a:cubicBezTo>
                    <a:cubicBezTo>
                      <a:pt x="265" y="57"/>
                      <a:pt x="265" y="57"/>
                      <a:pt x="265" y="57"/>
                    </a:cubicBezTo>
                    <a:cubicBezTo>
                      <a:pt x="264" y="58"/>
                      <a:pt x="264" y="58"/>
                      <a:pt x="264" y="58"/>
                    </a:cubicBezTo>
                    <a:cubicBezTo>
                      <a:pt x="264" y="58"/>
                      <a:pt x="263" y="58"/>
                      <a:pt x="262" y="58"/>
                    </a:cubicBezTo>
                    <a:cubicBezTo>
                      <a:pt x="264" y="58"/>
                      <a:pt x="264" y="58"/>
                      <a:pt x="264" y="58"/>
                    </a:cubicBezTo>
                    <a:cubicBezTo>
                      <a:pt x="265" y="57"/>
                      <a:pt x="265" y="57"/>
                      <a:pt x="265" y="57"/>
                    </a:cubicBezTo>
                    <a:cubicBezTo>
                      <a:pt x="266" y="57"/>
                      <a:pt x="266" y="57"/>
                      <a:pt x="266" y="57"/>
                    </a:cubicBezTo>
                    <a:cubicBezTo>
                      <a:pt x="266" y="57"/>
                      <a:pt x="266" y="57"/>
                      <a:pt x="266" y="57"/>
                    </a:cubicBezTo>
                    <a:cubicBezTo>
                      <a:pt x="267" y="57"/>
                      <a:pt x="267" y="57"/>
                      <a:pt x="267" y="57"/>
                    </a:cubicBezTo>
                    <a:cubicBezTo>
                      <a:pt x="288" y="53"/>
                      <a:pt x="309" y="50"/>
                      <a:pt x="330" y="51"/>
                    </a:cubicBezTo>
                    <a:cubicBezTo>
                      <a:pt x="335" y="51"/>
                      <a:pt x="343" y="51"/>
                      <a:pt x="352" y="52"/>
                    </a:cubicBezTo>
                    <a:cubicBezTo>
                      <a:pt x="362" y="53"/>
                      <a:pt x="371" y="55"/>
                      <a:pt x="378" y="57"/>
                    </a:cubicBezTo>
                    <a:cubicBezTo>
                      <a:pt x="387" y="58"/>
                      <a:pt x="391" y="59"/>
                      <a:pt x="387" y="58"/>
                    </a:cubicBezTo>
                    <a:cubicBezTo>
                      <a:pt x="376" y="55"/>
                      <a:pt x="367" y="53"/>
                      <a:pt x="356" y="52"/>
                    </a:cubicBezTo>
                    <a:cubicBezTo>
                      <a:pt x="354" y="51"/>
                      <a:pt x="352" y="51"/>
                      <a:pt x="355" y="51"/>
                    </a:cubicBezTo>
                    <a:cubicBezTo>
                      <a:pt x="377" y="53"/>
                      <a:pt x="401" y="60"/>
                      <a:pt x="418" y="66"/>
                    </a:cubicBezTo>
                    <a:cubicBezTo>
                      <a:pt x="428" y="70"/>
                      <a:pt x="428" y="70"/>
                      <a:pt x="428" y="70"/>
                    </a:cubicBezTo>
                    <a:cubicBezTo>
                      <a:pt x="430" y="70"/>
                      <a:pt x="431" y="71"/>
                      <a:pt x="432" y="71"/>
                    </a:cubicBezTo>
                    <a:cubicBezTo>
                      <a:pt x="432" y="71"/>
                      <a:pt x="430" y="70"/>
                      <a:pt x="430" y="70"/>
                    </a:cubicBezTo>
                    <a:cubicBezTo>
                      <a:pt x="411" y="62"/>
                      <a:pt x="395" y="56"/>
                      <a:pt x="374" y="52"/>
                    </a:cubicBezTo>
                    <a:cubicBezTo>
                      <a:pt x="371" y="51"/>
                      <a:pt x="368" y="51"/>
                      <a:pt x="365" y="50"/>
                    </a:cubicBezTo>
                    <a:cubicBezTo>
                      <a:pt x="358" y="49"/>
                      <a:pt x="347" y="48"/>
                      <a:pt x="338" y="47"/>
                    </a:cubicBezTo>
                    <a:cubicBezTo>
                      <a:pt x="336" y="47"/>
                      <a:pt x="337" y="47"/>
                      <a:pt x="336" y="47"/>
                    </a:cubicBezTo>
                    <a:cubicBezTo>
                      <a:pt x="315" y="46"/>
                      <a:pt x="296" y="48"/>
                      <a:pt x="277" y="51"/>
                    </a:cubicBezTo>
                    <a:cubicBezTo>
                      <a:pt x="293" y="48"/>
                      <a:pt x="310" y="47"/>
                      <a:pt x="325" y="47"/>
                    </a:cubicBezTo>
                    <a:cubicBezTo>
                      <a:pt x="327" y="47"/>
                      <a:pt x="328" y="46"/>
                      <a:pt x="330" y="46"/>
                    </a:cubicBezTo>
                    <a:cubicBezTo>
                      <a:pt x="343" y="47"/>
                      <a:pt x="363" y="49"/>
                      <a:pt x="379" y="52"/>
                    </a:cubicBezTo>
                    <a:cubicBezTo>
                      <a:pt x="381" y="52"/>
                      <a:pt x="382" y="52"/>
                      <a:pt x="375" y="51"/>
                    </a:cubicBezTo>
                    <a:cubicBezTo>
                      <a:pt x="377" y="51"/>
                      <a:pt x="378" y="51"/>
                      <a:pt x="381" y="52"/>
                    </a:cubicBezTo>
                    <a:cubicBezTo>
                      <a:pt x="381" y="52"/>
                      <a:pt x="380" y="52"/>
                      <a:pt x="379" y="52"/>
                    </a:cubicBezTo>
                    <a:cubicBezTo>
                      <a:pt x="388" y="53"/>
                      <a:pt x="389" y="54"/>
                      <a:pt x="398" y="56"/>
                    </a:cubicBezTo>
                    <a:cubicBezTo>
                      <a:pt x="399" y="56"/>
                      <a:pt x="400" y="56"/>
                      <a:pt x="399" y="56"/>
                    </a:cubicBezTo>
                    <a:cubicBezTo>
                      <a:pt x="392" y="54"/>
                      <a:pt x="385" y="52"/>
                      <a:pt x="379" y="51"/>
                    </a:cubicBezTo>
                    <a:cubicBezTo>
                      <a:pt x="375" y="50"/>
                      <a:pt x="372" y="50"/>
                      <a:pt x="369" y="49"/>
                    </a:cubicBezTo>
                    <a:cubicBezTo>
                      <a:pt x="367" y="49"/>
                      <a:pt x="367" y="49"/>
                      <a:pt x="365" y="48"/>
                    </a:cubicBezTo>
                    <a:cubicBezTo>
                      <a:pt x="363" y="48"/>
                      <a:pt x="360" y="48"/>
                      <a:pt x="358" y="48"/>
                    </a:cubicBezTo>
                    <a:cubicBezTo>
                      <a:pt x="353" y="47"/>
                      <a:pt x="353" y="47"/>
                      <a:pt x="353" y="47"/>
                    </a:cubicBezTo>
                    <a:cubicBezTo>
                      <a:pt x="345" y="46"/>
                      <a:pt x="336" y="46"/>
                      <a:pt x="327" y="45"/>
                    </a:cubicBezTo>
                    <a:cubicBezTo>
                      <a:pt x="321" y="45"/>
                      <a:pt x="314" y="45"/>
                      <a:pt x="307" y="46"/>
                    </a:cubicBezTo>
                    <a:cubicBezTo>
                      <a:pt x="310" y="45"/>
                      <a:pt x="315" y="45"/>
                      <a:pt x="320" y="45"/>
                    </a:cubicBezTo>
                    <a:cubicBezTo>
                      <a:pt x="337" y="45"/>
                      <a:pt x="357" y="46"/>
                      <a:pt x="371" y="49"/>
                    </a:cubicBezTo>
                    <a:cubicBezTo>
                      <a:pt x="372" y="49"/>
                      <a:pt x="369" y="48"/>
                      <a:pt x="368" y="48"/>
                    </a:cubicBezTo>
                    <a:cubicBezTo>
                      <a:pt x="363" y="47"/>
                      <a:pt x="360" y="47"/>
                      <a:pt x="356" y="46"/>
                    </a:cubicBezTo>
                    <a:cubicBezTo>
                      <a:pt x="354" y="46"/>
                      <a:pt x="357" y="46"/>
                      <a:pt x="355" y="46"/>
                    </a:cubicBezTo>
                    <a:cubicBezTo>
                      <a:pt x="345" y="45"/>
                      <a:pt x="335" y="45"/>
                      <a:pt x="323" y="45"/>
                    </a:cubicBezTo>
                    <a:cubicBezTo>
                      <a:pt x="322" y="44"/>
                      <a:pt x="319" y="44"/>
                      <a:pt x="321" y="44"/>
                    </a:cubicBezTo>
                    <a:cubicBezTo>
                      <a:pt x="319" y="44"/>
                      <a:pt x="319" y="44"/>
                      <a:pt x="317" y="44"/>
                    </a:cubicBezTo>
                    <a:cubicBezTo>
                      <a:pt x="314" y="44"/>
                      <a:pt x="318" y="44"/>
                      <a:pt x="317" y="44"/>
                    </a:cubicBezTo>
                    <a:cubicBezTo>
                      <a:pt x="314" y="44"/>
                      <a:pt x="310" y="45"/>
                      <a:pt x="308" y="45"/>
                    </a:cubicBezTo>
                    <a:cubicBezTo>
                      <a:pt x="294" y="46"/>
                      <a:pt x="282" y="47"/>
                      <a:pt x="266" y="50"/>
                    </a:cubicBezTo>
                    <a:cubicBezTo>
                      <a:pt x="276" y="48"/>
                      <a:pt x="290" y="46"/>
                      <a:pt x="305" y="45"/>
                    </a:cubicBezTo>
                    <a:cubicBezTo>
                      <a:pt x="308" y="44"/>
                      <a:pt x="304" y="45"/>
                      <a:pt x="307" y="44"/>
                    </a:cubicBezTo>
                    <a:cubicBezTo>
                      <a:pt x="311" y="44"/>
                      <a:pt x="314" y="44"/>
                      <a:pt x="318" y="44"/>
                    </a:cubicBezTo>
                    <a:cubicBezTo>
                      <a:pt x="328" y="44"/>
                      <a:pt x="328" y="44"/>
                      <a:pt x="328" y="44"/>
                    </a:cubicBezTo>
                    <a:cubicBezTo>
                      <a:pt x="333" y="44"/>
                      <a:pt x="338" y="44"/>
                      <a:pt x="343" y="44"/>
                    </a:cubicBezTo>
                    <a:cubicBezTo>
                      <a:pt x="348" y="45"/>
                      <a:pt x="351" y="45"/>
                      <a:pt x="356" y="45"/>
                    </a:cubicBezTo>
                    <a:cubicBezTo>
                      <a:pt x="358" y="46"/>
                      <a:pt x="358" y="45"/>
                      <a:pt x="361" y="46"/>
                    </a:cubicBezTo>
                    <a:cubicBezTo>
                      <a:pt x="362" y="46"/>
                      <a:pt x="357" y="45"/>
                      <a:pt x="360" y="45"/>
                    </a:cubicBezTo>
                    <a:cubicBezTo>
                      <a:pt x="363" y="46"/>
                      <a:pt x="360" y="45"/>
                      <a:pt x="362" y="46"/>
                    </a:cubicBezTo>
                    <a:cubicBezTo>
                      <a:pt x="365" y="46"/>
                      <a:pt x="366" y="46"/>
                      <a:pt x="368" y="46"/>
                    </a:cubicBezTo>
                    <a:cubicBezTo>
                      <a:pt x="375" y="48"/>
                      <a:pt x="382" y="49"/>
                      <a:pt x="389" y="51"/>
                    </a:cubicBezTo>
                    <a:cubicBezTo>
                      <a:pt x="391" y="51"/>
                      <a:pt x="386" y="50"/>
                      <a:pt x="388" y="50"/>
                    </a:cubicBezTo>
                    <a:cubicBezTo>
                      <a:pt x="391" y="51"/>
                      <a:pt x="401" y="54"/>
                      <a:pt x="403" y="54"/>
                    </a:cubicBezTo>
                    <a:cubicBezTo>
                      <a:pt x="411" y="57"/>
                      <a:pt x="415" y="58"/>
                      <a:pt x="424" y="61"/>
                    </a:cubicBezTo>
                    <a:cubicBezTo>
                      <a:pt x="427" y="63"/>
                      <a:pt x="424" y="61"/>
                      <a:pt x="426" y="62"/>
                    </a:cubicBezTo>
                    <a:cubicBezTo>
                      <a:pt x="431" y="64"/>
                      <a:pt x="434" y="65"/>
                      <a:pt x="440" y="68"/>
                    </a:cubicBezTo>
                    <a:cubicBezTo>
                      <a:pt x="444" y="69"/>
                      <a:pt x="450" y="72"/>
                      <a:pt x="455" y="75"/>
                    </a:cubicBezTo>
                    <a:cubicBezTo>
                      <a:pt x="455" y="74"/>
                      <a:pt x="452" y="73"/>
                      <a:pt x="449" y="71"/>
                    </a:cubicBezTo>
                    <a:cubicBezTo>
                      <a:pt x="451" y="72"/>
                      <a:pt x="456" y="75"/>
                      <a:pt x="458" y="76"/>
                    </a:cubicBezTo>
                    <a:cubicBezTo>
                      <a:pt x="466" y="80"/>
                      <a:pt x="473" y="84"/>
                      <a:pt x="480" y="91"/>
                    </a:cubicBezTo>
                    <a:cubicBezTo>
                      <a:pt x="486" y="97"/>
                      <a:pt x="492" y="105"/>
                      <a:pt x="495" y="116"/>
                    </a:cubicBezTo>
                    <a:cubicBezTo>
                      <a:pt x="496" y="119"/>
                      <a:pt x="497" y="120"/>
                      <a:pt x="498" y="123"/>
                    </a:cubicBezTo>
                    <a:cubicBezTo>
                      <a:pt x="498" y="124"/>
                      <a:pt x="498" y="124"/>
                      <a:pt x="498" y="123"/>
                    </a:cubicBezTo>
                    <a:cubicBezTo>
                      <a:pt x="498" y="126"/>
                      <a:pt x="499" y="130"/>
                      <a:pt x="499" y="134"/>
                    </a:cubicBezTo>
                    <a:cubicBezTo>
                      <a:pt x="500" y="136"/>
                      <a:pt x="500" y="139"/>
                      <a:pt x="500" y="141"/>
                    </a:cubicBezTo>
                    <a:cubicBezTo>
                      <a:pt x="500" y="143"/>
                      <a:pt x="500" y="146"/>
                      <a:pt x="500" y="148"/>
                    </a:cubicBezTo>
                    <a:close/>
                    <a:moveTo>
                      <a:pt x="385" y="50"/>
                    </a:moveTo>
                    <a:cubicBezTo>
                      <a:pt x="380" y="49"/>
                      <a:pt x="378" y="49"/>
                      <a:pt x="371" y="47"/>
                    </a:cubicBezTo>
                    <a:cubicBezTo>
                      <a:pt x="369" y="47"/>
                      <a:pt x="367" y="47"/>
                      <a:pt x="364" y="46"/>
                    </a:cubicBezTo>
                    <a:cubicBezTo>
                      <a:pt x="363" y="47"/>
                      <a:pt x="354" y="45"/>
                      <a:pt x="354" y="46"/>
                    </a:cubicBezTo>
                    <a:cubicBezTo>
                      <a:pt x="359" y="46"/>
                      <a:pt x="362" y="47"/>
                      <a:pt x="365" y="47"/>
                    </a:cubicBezTo>
                    <a:cubicBezTo>
                      <a:pt x="367" y="47"/>
                      <a:pt x="364" y="47"/>
                      <a:pt x="366" y="47"/>
                    </a:cubicBezTo>
                    <a:cubicBezTo>
                      <a:pt x="370" y="48"/>
                      <a:pt x="380" y="49"/>
                      <a:pt x="386" y="51"/>
                    </a:cubicBezTo>
                    <a:cubicBezTo>
                      <a:pt x="386" y="51"/>
                      <a:pt x="384" y="50"/>
                      <a:pt x="385" y="50"/>
                    </a:cubicBezTo>
                    <a:close/>
                    <a:moveTo>
                      <a:pt x="387" y="51"/>
                    </a:moveTo>
                    <a:cubicBezTo>
                      <a:pt x="387" y="51"/>
                      <a:pt x="388" y="51"/>
                      <a:pt x="388" y="51"/>
                    </a:cubicBezTo>
                    <a:cubicBezTo>
                      <a:pt x="392" y="52"/>
                      <a:pt x="389" y="51"/>
                      <a:pt x="387" y="51"/>
                    </a:cubicBezTo>
                    <a:close/>
                    <a:moveTo>
                      <a:pt x="391" y="61"/>
                    </a:moveTo>
                    <a:cubicBezTo>
                      <a:pt x="391" y="61"/>
                      <a:pt x="391" y="61"/>
                      <a:pt x="391" y="61"/>
                    </a:cubicBezTo>
                    <a:cubicBezTo>
                      <a:pt x="391" y="61"/>
                      <a:pt x="391" y="61"/>
                      <a:pt x="391" y="61"/>
                    </a:cubicBezTo>
                    <a:close/>
                  </a:path>
                </a:pathLst>
              </a:custGeom>
              <a:solidFill>
                <a:srgbClr val="008000"/>
              </a:solidFill>
              <a:ln w="12700" cmpd="sng">
                <a:solidFill>
                  <a:srgbClr val="008000"/>
                </a:solidFill>
              </a:ln>
              <a:effectLst>
                <a:outerShdw blurRad="50800" dist="254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" name="Gruppo 7"/>
            <p:cNvGrpSpPr/>
            <p:nvPr/>
          </p:nvGrpSpPr>
          <p:grpSpPr>
            <a:xfrm>
              <a:off x="2126922" y="3169660"/>
              <a:ext cx="3223684" cy="2806538"/>
              <a:chOff x="2126922" y="3169660"/>
              <a:chExt cx="3223684" cy="2806538"/>
            </a:xfrm>
          </p:grpSpPr>
          <p:grpSp>
            <p:nvGrpSpPr>
              <p:cNvPr id="3" name="Gruppo 2"/>
              <p:cNvGrpSpPr/>
              <p:nvPr/>
            </p:nvGrpSpPr>
            <p:grpSpPr>
              <a:xfrm>
                <a:off x="2126922" y="3376493"/>
                <a:ext cx="1411104" cy="2599705"/>
                <a:chOff x="2126922" y="3376493"/>
                <a:chExt cx="1411104" cy="2599705"/>
              </a:xfrm>
            </p:grpSpPr>
            <p:sp>
              <p:nvSpPr>
                <p:cNvPr id="23" name="Freeform 501"/>
                <p:cNvSpPr>
                  <a:spLocks noEditPoints="1"/>
                </p:cNvSpPr>
                <p:nvPr/>
              </p:nvSpPr>
              <p:spPr bwMode="auto">
                <a:xfrm>
                  <a:off x="2126922" y="3376493"/>
                  <a:ext cx="442263" cy="380279"/>
                </a:xfrm>
                <a:custGeom>
                  <a:avLst/>
                  <a:gdLst>
                    <a:gd name="T0" fmla="*/ 450 w 500"/>
                    <a:gd name="T1" fmla="*/ 71 h 305"/>
                    <a:gd name="T2" fmla="*/ 422 w 500"/>
                    <a:gd name="T3" fmla="*/ 60 h 305"/>
                    <a:gd name="T4" fmla="*/ 366 w 500"/>
                    <a:gd name="T5" fmla="*/ 54 h 305"/>
                    <a:gd name="T6" fmla="*/ 299 w 500"/>
                    <a:gd name="T7" fmla="*/ 46 h 305"/>
                    <a:gd name="T8" fmla="*/ 265 w 500"/>
                    <a:gd name="T9" fmla="*/ 53 h 305"/>
                    <a:gd name="T10" fmla="*/ 264 w 500"/>
                    <a:gd name="T11" fmla="*/ 53 h 305"/>
                    <a:gd name="T12" fmla="*/ 265 w 500"/>
                    <a:gd name="T13" fmla="*/ 51 h 305"/>
                    <a:gd name="T14" fmla="*/ 265 w 500"/>
                    <a:gd name="T15" fmla="*/ 51 h 305"/>
                    <a:gd name="T16" fmla="*/ 264 w 500"/>
                    <a:gd name="T17" fmla="*/ 51 h 305"/>
                    <a:gd name="T18" fmla="*/ 265 w 500"/>
                    <a:gd name="T19" fmla="*/ 58 h 305"/>
                    <a:gd name="T20" fmla="*/ 263 w 500"/>
                    <a:gd name="T21" fmla="*/ 51 h 305"/>
                    <a:gd name="T22" fmla="*/ 262 w 500"/>
                    <a:gd name="T23" fmla="*/ 53 h 305"/>
                    <a:gd name="T24" fmla="*/ 262 w 500"/>
                    <a:gd name="T25" fmla="*/ 56 h 305"/>
                    <a:gd name="T26" fmla="*/ 262 w 500"/>
                    <a:gd name="T27" fmla="*/ 58 h 305"/>
                    <a:gd name="T28" fmla="*/ 339 w 500"/>
                    <a:gd name="T29" fmla="*/ 54 h 305"/>
                    <a:gd name="T30" fmla="*/ 264 w 500"/>
                    <a:gd name="T31" fmla="*/ 56 h 305"/>
                    <a:gd name="T32" fmla="*/ 263 w 500"/>
                    <a:gd name="T33" fmla="*/ 56 h 305"/>
                    <a:gd name="T34" fmla="*/ 260 w 500"/>
                    <a:gd name="T35" fmla="*/ 52 h 305"/>
                    <a:gd name="T36" fmla="*/ 263 w 500"/>
                    <a:gd name="T37" fmla="*/ 52 h 305"/>
                    <a:gd name="T38" fmla="*/ 494 w 500"/>
                    <a:gd name="T39" fmla="*/ 169 h 305"/>
                    <a:gd name="T40" fmla="*/ 465 w 500"/>
                    <a:gd name="T41" fmla="*/ 217 h 305"/>
                    <a:gd name="T42" fmla="*/ 167 w 500"/>
                    <a:gd name="T43" fmla="*/ 304 h 305"/>
                    <a:gd name="T44" fmla="*/ 2 w 500"/>
                    <a:gd name="T45" fmla="*/ 232 h 305"/>
                    <a:gd name="T46" fmla="*/ 61 w 500"/>
                    <a:gd name="T47" fmla="*/ 102 h 305"/>
                    <a:gd name="T48" fmla="*/ 180 w 500"/>
                    <a:gd name="T49" fmla="*/ 28 h 305"/>
                    <a:gd name="T50" fmla="*/ 304 w 500"/>
                    <a:gd name="T51" fmla="*/ 1 h 305"/>
                    <a:gd name="T52" fmla="*/ 398 w 500"/>
                    <a:gd name="T53" fmla="*/ 6 h 305"/>
                    <a:gd name="T54" fmla="*/ 416 w 500"/>
                    <a:gd name="T55" fmla="*/ 12 h 305"/>
                    <a:gd name="T56" fmla="*/ 424 w 500"/>
                    <a:gd name="T57" fmla="*/ 14 h 305"/>
                    <a:gd name="T58" fmla="*/ 431 w 500"/>
                    <a:gd name="T59" fmla="*/ 19 h 305"/>
                    <a:gd name="T60" fmla="*/ 431 w 500"/>
                    <a:gd name="T61" fmla="*/ 26 h 305"/>
                    <a:gd name="T62" fmla="*/ 423 w 500"/>
                    <a:gd name="T63" fmla="*/ 32 h 305"/>
                    <a:gd name="T64" fmla="*/ 416 w 500"/>
                    <a:gd name="T65" fmla="*/ 31 h 305"/>
                    <a:gd name="T66" fmla="*/ 411 w 500"/>
                    <a:gd name="T67" fmla="*/ 27 h 305"/>
                    <a:gd name="T68" fmla="*/ 383 w 500"/>
                    <a:gd name="T69" fmla="*/ 20 h 305"/>
                    <a:gd name="T70" fmla="*/ 196 w 500"/>
                    <a:gd name="T71" fmla="*/ 38 h 305"/>
                    <a:gd name="T72" fmla="*/ 59 w 500"/>
                    <a:gd name="T73" fmla="*/ 125 h 305"/>
                    <a:gd name="T74" fmla="*/ 51 w 500"/>
                    <a:gd name="T75" fmla="*/ 267 h 305"/>
                    <a:gd name="T76" fmla="*/ 251 w 500"/>
                    <a:gd name="T77" fmla="*/ 289 h 305"/>
                    <a:gd name="T78" fmla="*/ 456 w 500"/>
                    <a:gd name="T79" fmla="*/ 207 h 305"/>
                    <a:gd name="T80" fmla="*/ 487 w 500"/>
                    <a:gd name="T81" fmla="*/ 146 h 305"/>
                    <a:gd name="T82" fmla="*/ 462 w 500"/>
                    <a:gd name="T83" fmla="*/ 91 h 305"/>
                    <a:gd name="T84" fmla="*/ 402 w 500"/>
                    <a:gd name="T85" fmla="*/ 64 h 305"/>
                    <a:gd name="T86" fmla="*/ 367 w 500"/>
                    <a:gd name="T87" fmla="*/ 55 h 305"/>
                    <a:gd name="T88" fmla="*/ 262 w 500"/>
                    <a:gd name="T89" fmla="*/ 58 h 305"/>
                    <a:gd name="T90" fmla="*/ 330 w 500"/>
                    <a:gd name="T91" fmla="*/ 51 h 305"/>
                    <a:gd name="T92" fmla="*/ 418 w 500"/>
                    <a:gd name="T93" fmla="*/ 66 h 305"/>
                    <a:gd name="T94" fmla="*/ 338 w 500"/>
                    <a:gd name="T95" fmla="*/ 47 h 305"/>
                    <a:gd name="T96" fmla="*/ 375 w 500"/>
                    <a:gd name="T97" fmla="*/ 51 h 305"/>
                    <a:gd name="T98" fmla="*/ 369 w 500"/>
                    <a:gd name="T99" fmla="*/ 49 h 305"/>
                    <a:gd name="T100" fmla="*/ 320 w 500"/>
                    <a:gd name="T101" fmla="*/ 45 h 305"/>
                    <a:gd name="T102" fmla="*/ 321 w 500"/>
                    <a:gd name="T103" fmla="*/ 44 h 305"/>
                    <a:gd name="T104" fmla="*/ 307 w 500"/>
                    <a:gd name="T105" fmla="*/ 44 h 305"/>
                    <a:gd name="T106" fmla="*/ 360 w 500"/>
                    <a:gd name="T107" fmla="*/ 45 h 305"/>
                    <a:gd name="T108" fmla="*/ 424 w 500"/>
                    <a:gd name="T109" fmla="*/ 61 h 305"/>
                    <a:gd name="T110" fmla="*/ 480 w 500"/>
                    <a:gd name="T111" fmla="*/ 91 h 305"/>
                    <a:gd name="T112" fmla="*/ 500 w 500"/>
                    <a:gd name="T113" fmla="*/ 148 h 305"/>
                    <a:gd name="T114" fmla="*/ 366 w 500"/>
                    <a:gd name="T115" fmla="*/ 47 h 305"/>
                    <a:gd name="T116" fmla="*/ 391 w 500"/>
                    <a:gd name="T117" fmla="*/ 61 h 3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500" h="305">
                      <a:moveTo>
                        <a:pt x="484" y="124"/>
                      </a:moveTo>
                      <a:cubicBezTo>
                        <a:pt x="485" y="125"/>
                        <a:pt x="485" y="127"/>
                        <a:pt x="485" y="128"/>
                      </a:cubicBezTo>
                      <a:lnTo>
                        <a:pt x="484" y="124"/>
                      </a:lnTo>
                      <a:close/>
                      <a:moveTo>
                        <a:pt x="450" y="71"/>
                      </a:moveTo>
                      <a:cubicBezTo>
                        <a:pt x="449" y="70"/>
                        <a:pt x="448" y="69"/>
                        <a:pt x="445" y="68"/>
                      </a:cubicBezTo>
                      <a:cubicBezTo>
                        <a:pt x="445" y="68"/>
                        <a:pt x="449" y="70"/>
                        <a:pt x="450" y="71"/>
                      </a:cubicBezTo>
                      <a:close/>
                      <a:moveTo>
                        <a:pt x="438" y="65"/>
                      </a:moveTo>
                      <a:cubicBezTo>
                        <a:pt x="440" y="66"/>
                        <a:pt x="443" y="67"/>
                        <a:pt x="443" y="67"/>
                      </a:cubicBezTo>
                      <a:cubicBezTo>
                        <a:pt x="442" y="67"/>
                        <a:pt x="438" y="65"/>
                        <a:pt x="438" y="65"/>
                      </a:cubicBezTo>
                      <a:close/>
                      <a:moveTo>
                        <a:pt x="422" y="60"/>
                      </a:moveTo>
                      <a:cubicBezTo>
                        <a:pt x="420" y="60"/>
                        <a:pt x="417" y="58"/>
                        <a:pt x="417" y="58"/>
                      </a:cubicBezTo>
                      <a:cubicBezTo>
                        <a:pt x="418" y="59"/>
                        <a:pt x="421" y="60"/>
                        <a:pt x="422" y="60"/>
                      </a:cubicBezTo>
                      <a:close/>
                      <a:moveTo>
                        <a:pt x="413" y="55"/>
                      </a:moveTo>
                      <a:cubicBezTo>
                        <a:pt x="410" y="54"/>
                        <a:pt x="405" y="52"/>
                        <a:pt x="404" y="52"/>
                      </a:cubicBezTo>
                      <a:cubicBezTo>
                        <a:pt x="408" y="53"/>
                        <a:pt x="411" y="54"/>
                        <a:pt x="413" y="55"/>
                      </a:cubicBezTo>
                      <a:close/>
                      <a:moveTo>
                        <a:pt x="366" y="54"/>
                      </a:moveTo>
                      <a:cubicBezTo>
                        <a:pt x="370" y="55"/>
                        <a:pt x="379" y="56"/>
                        <a:pt x="384" y="57"/>
                      </a:cubicBezTo>
                      <a:cubicBezTo>
                        <a:pt x="379" y="56"/>
                        <a:pt x="372" y="55"/>
                        <a:pt x="366" y="54"/>
                      </a:cubicBezTo>
                      <a:close/>
                      <a:moveTo>
                        <a:pt x="366" y="49"/>
                      </a:moveTo>
                      <a:cubicBezTo>
                        <a:pt x="361" y="48"/>
                        <a:pt x="361" y="48"/>
                        <a:pt x="361" y="48"/>
                      </a:cubicBezTo>
                      <a:cubicBezTo>
                        <a:pt x="359" y="48"/>
                        <a:pt x="347" y="47"/>
                        <a:pt x="348" y="47"/>
                      </a:cubicBezTo>
                      <a:cubicBezTo>
                        <a:pt x="356" y="47"/>
                        <a:pt x="366" y="49"/>
                        <a:pt x="372" y="50"/>
                      </a:cubicBezTo>
                      <a:cubicBezTo>
                        <a:pt x="370" y="50"/>
                        <a:pt x="368" y="50"/>
                        <a:pt x="366" y="49"/>
                      </a:cubicBezTo>
                      <a:close/>
                      <a:moveTo>
                        <a:pt x="299" y="46"/>
                      </a:moveTo>
                      <a:cubicBezTo>
                        <a:pt x="296" y="46"/>
                        <a:pt x="296" y="46"/>
                        <a:pt x="296" y="46"/>
                      </a:cubicBezTo>
                      <a:cubicBezTo>
                        <a:pt x="296" y="47"/>
                        <a:pt x="296" y="47"/>
                        <a:pt x="297" y="47"/>
                      </a:cubicBezTo>
                      <a:cubicBezTo>
                        <a:pt x="299" y="46"/>
                        <a:pt x="299" y="46"/>
                        <a:pt x="299" y="46"/>
                      </a:cubicBezTo>
                      <a:close/>
                      <a:moveTo>
                        <a:pt x="264" y="53"/>
                      </a:moveTo>
                      <a:cubicBezTo>
                        <a:pt x="264" y="53"/>
                        <a:pt x="264" y="53"/>
                        <a:pt x="264" y="53"/>
                      </a:cubicBezTo>
                      <a:cubicBezTo>
                        <a:pt x="264" y="53"/>
                        <a:pt x="265" y="53"/>
                        <a:pt x="265" y="53"/>
                      </a:cubicBezTo>
                      <a:cubicBezTo>
                        <a:pt x="265" y="53"/>
                        <a:pt x="265" y="53"/>
                        <a:pt x="265" y="53"/>
                      </a:cubicBezTo>
                      <a:cubicBezTo>
                        <a:pt x="269" y="52"/>
                        <a:pt x="269" y="52"/>
                        <a:pt x="269" y="52"/>
                      </a:cubicBezTo>
                      <a:lnTo>
                        <a:pt x="264" y="53"/>
                      </a:lnTo>
                      <a:close/>
                      <a:moveTo>
                        <a:pt x="264" y="53"/>
                      </a:moveTo>
                      <a:cubicBezTo>
                        <a:pt x="264" y="53"/>
                        <a:pt x="264" y="53"/>
                        <a:pt x="264" y="53"/>
                      </a:cubicBezTo>
                      <a:cubicBezTo>
                        <a:pt x="264" y="53"/>
                        <a:pt x="264" y="53"/>
                        <a:pt x="264" y="53"/>
                      </a:cubicBezTo>
                      <a:cubicBezTo>
                        <a:pt x="263" y="53"/>
                        <a:pt x="264" y="53"/>
                        <a:pt x="264" y="53"/>
                      </a:cubicBezTo>
                      <a:close/>
                      <a:moveTo>
                        <a:pt x="264" y="53"/>
                      </a:moveTo>
                      <a:cubicBezTo>
                        <a:pt x="264" y="53"/>
                        <a:pt x="264" y="53"/>
                        <a:pt x="264" y="53"/>
                      </a:cubicBezTo>
                      <a:cubicBezTo>
                        <a:pt x="264" y="53"/>
                        <a:pt x="264" y="53"/>
                        <a:pt x="264" y="53"/>
                      </a:cubicBezTo>
                      <a:cubicBezTo>
                        <a:pt x="264" y="53"/>
                        <a:pt x="264" y="53"/>
                        <a:pt x="264" y="53"/>
                      </a:cubicBezTo>
                      <a:close/>
                      <a:moveTo>
                        <a:pt x="265" y="51"/>
                      </a:moveTo>
                      <a:cubicBezTo>
                        <a:pt x="264" y="51"/>
                        <a:pt x="264" y="51"/>
                        <a:pt x="264" y="51"/>
                      </a:cubicBezTo>
                      <a:cubicBezTo>
                        <a:pt x="264" y="51"/>
                        <a:pt x="264" y="51"/>
                        <a:pt x="264" y="51"/>
                      </a:cubicBezTo>
                      <a:cubicBezTo>
                        <a:pt x="264" y="51"/>
                        <a:pt x="264" y="51"/>
                        <a:pt x="265" y="51"/>
                      </a:cubicBezTo>
                      <a:cubicBezTo>
                        <a:pt x="265" y="51"/>
                        <a:pt x="265" y="51"/>
                        <a:pt x="265" y="51"/>
                      </a:cubicBezTo>
                      <a:cubicBezTo>
                        <a:pt x="265" y="51"/>
                        <a:pt x="265" y="51"/>
                        <a:pt x="265" y="50"/>
                      </a:cubicBezTo>
                      <a:cubicBezTo>
                        <a:pt x="265" y="51"/>
                        <a:pt x="265" y="51"/>
                        <a:pt x="265" y="51"/>
                      </a:cubicBezTo>
                      <a:close/>
                      <a:moveTo>
                        <a:pt x="265" y="57"/>
                      </a:moveTo>
                      <a:cubicBezTo>
                        <a:pt x="265" y="57"/>
                        <a:pt x="265" y="57"/>
                        <a:pt x="265" y="57"/>
                      </a:cubicBezTo>
                      <a:cubicBezTo>
                        <a:pt x="265" y="57"/>
                        <a:pt x="265" y="57"/>
                        <a:pt x="265" y="57"/>
                      </a:cubicBezTo>
                      <a:close/>
                      <a:moveTo>
                        <a:pt x="264" y="51"/>
                      </a:moveTo>
                      <a:cubicBezTo>
                        <a:pt x="264" y="51"/>
                        <a:pt x="264" y="52"/>
                        <a:pt x="264" y="52"/>
                      </a:cubicBezTo>
                      <a:cubicBezTo>
                        <a:pt x="264" y="52"/>
                        <a:pt x="264" y="52"/>
                        <a:pt x="264" y="51"/>
                      </a:cubicBezTo>
                      <a:close/>
                      <a:moveTo>
                        <a:pt x="264" y="51"/>
                      </a:moveTo>
                      <a:cubicBezTo>
                        <a:pt x="264" y="51"/>
                        <a:pt x="264" y="51"/>
                        <a:pt x="264" y="51"/>
                      </a:cubicBezTo>
                      <a:cubicBezTo>
                        <a:pt x="264" y="51"/>
                        <a:pt x="264" y="51"/>
                        <a:pt x="264" y="51"/>
                      </a:cubicBezTo>
                      <a:close/>
                      <a:moveTo>
                        <a:pt x="265" y="58"/>
                      </a:moveTo>
                      <a:cubicBezTo>
                        <a:pt x="265" y="58"/>
                        <a:pt x="265" y="58"/>
                        <a:pt x="265" y="58"/>
                      </a:cubicBezTo>
                      <a:cubicBezTo>
                        <a:pt x="265" y="58"/>
                        <a:pt x="265" y="58"/>
                        <a:pt x="265" y="58"/>
                      </a:cubicBezTo>
                      <a:close/>
                      <a:moveTo>
                        <a:pt x="265" y="57"/>
                      </a:moveTo>
                      <a:cubicBezTo>
                        <a:pt x="264" y="57"/>
                        <a:pt x="264" y="57"/>
                        <a:pt x="264" y="57"/>
                      </a:cubicBezTo>
                      <a:cubicBezTo>
                        <a:pt x="264" y="57"/>
                        <a:pt x="265" y="57"/>
                        <a:pt x="265" y="57"/>
                      </a:cubicBezTo>
                      <a:close/>
                      <a:moveTo>
                        <a:pt x="263" y="51"/>
                      </a:moveTo>
                      <a:cubicBezTo>
                        <a:pt x="263" y="51"/>
                        <a:pt x="263" y="51"/>
                        <a:pt x="263" y="51"/>
                      </a:cubicBezTo>
                      <a:cubicBezTo>
                        <a:pt x="263" y="51"/>
                        <a:pt x="263" y="51"/>
                        <a:pt x="263" y="51"/>
                      </a:cubicBezTo>
                      <a:close/>
                      <a:moveTo>
                        <a:pt x="263" y="54"/>
                      </a:moveTo>
                      <a:cubicBezTo>
                        <a:pt x="263" y="54"/>
                        <a:pt x="263" y="53"/>
                        <a:pt x="263" y="53"/>
                      </a:cubicBezTo>
                      <a:cubicBezTo>
                        <a:pt x="263" y="53"/>
                        <a:pt x="263" y="53"/>
                        <a:pt x="263" y="54"/>
                      </a:cubicBezTo>
                      <a:close/>
                      <a:moveTo>
                        <a:pt x="262" y="53"/>
                      </a:moveTo>
                      <a:cubicBezTo>
                        <a:pt x="263" y="53"/>
                        <a:pt x="263" y="53"/>
                        <a:pt x="263" y="53"/>
                      </a:cubicBezTo>
                      <a:cubicBezTo>
                        <a:pt x="263" y="53"/>
                        <a:pt x="262" y="53"/>
                        <a:pt x="262" y="53"/>
                      </a:cubicBezTo>
                      <a:close/>
                      <a:moveTo>
                        <a:pt x="262" y="53"/>
                      </a:moveTo>
                      <a:cubicBezTo>
                        <a:pt x="262" y="52"/>
                        <a:pt x="262" y="53"/>
                        <a:pt x="262" y="53"/>
                      </a:cubicBezTo>
                      <a:cubicBezTo>
                        <a:pt x="262" y="53"/>
                        <a:pt x="262" y="52"/>
                        <a:pt x="262" y="52"/>
                      </a:cubicBezTo>
                      <a:cubicBezTo>
                        <a:pt x="262" y="53"/>
                        <a:pt x="262" y="53"/>
                        <a:pt x="262" y="53"/>
                      </a:cubicBezTo>
                      <a:close/>
                      <a:moveTo>
                        <a:pt x="262" y="56"/>
                      </a:moveTo>
                      <a:cubicBezTo>
                        <a:pt x="263" y="56"/>
                        <a:pt x="262" y="56"/>
                        <a:pt x="262" y="56"/>
                      </a:cubicBezTo>
                      <a:close/>
                      <a:moveTo>
                        <a:pt x="261" y="58"/>
                      </a:moveTo>
                      <a:cubicBezTo>
                        <a:pt x="262" y="58"/>
                        <a:pt x="262" y="58"/>
                        <a:pt x="262" y="58"/>
                      </a:cubicBezTo>
                      <a:cubicBezTo>
                        <a:pt x="262" y="58"/>
                        <a:pt x="261" y="58"/>
                        <a:pt x="261" y="58"/>
                      </a:cubicBezTo>
                      <a:close/>
                      <a:moveTo>
                        <a:pt x="262" y="58"/>
                      </a:moveTo>
                      <a:cubicBezTo>
                        <a:pt x="262" y="58"/>
                        <a:pt x="262" y="58"/>
                        <a:pt x="262" y="58"/>
                      </a:cubicBezTo>
                      <a:cubicBezTo>
                        <a:pt x="262" y="59"/>
                        <a:pt x="262" y="59"/>
                        <a:pt x="262" y="58"/>
                      </a:cubicBezTo>
                      <a:close/>
                      <a:moveTo>
                        <a:pt x="262" y="61"/>
                      </a:moveTo>
                      <a:cubicBezTo>
                        <a:pt x="262" y="61"/>
                        <a:pt x="262" y="61"/>
                        <a:pt x="262" y="61"/>
                      </a:cubicBezTo>
                      <a:cubicBezTo>
                        <a:pt x="262" y="61"/>
                        <a:pt x="262" y="61"/>
                        <a:pt x="262" y="61"/>
                      </a:cubicBezTo>
                      <a:close/>
                      <a:moveTo>
                        <a:pt x="261" y="61"/>
                      </a:moveTo>
                      <a:cubicBezTo>
                        <a:pt x="260" y="61"/>
                        <a:pt x="260" y="61"/>
                        <a:pt x="261" y="61"/>
                      </a:cubicBezTo>
                      <a:close/>
                      <a:moveTo>
                        <a:pt x="339" y="54"/>
                      </a:moveTo>
                      <a:cubicBezTo>
                        <a:pt x="334" y="54"/>
                        <a:pt x="330" y="54"/>
                        <a:pt x="326" y="54"/>
                      </a:cubicBezTo>
                      <a:cubicBezTo>
                        <a:pt x="329" y="54"/>
                        <a:pt x="333" y="54"/>
                        <a:pt x="336" y="54"/>
                      </a:cubicBezTo>
                      <a:cubicBezTo>
                        <a:pt x="336" y="54"/>
                        <a:pt x="338" y="54"/>
                        <a:pt x="339" y="54"/>
                      </a:cubicBezTo>
                      <a:close/>
                      <a:moveTo>
                        <a:pt x="263" y="56"/>
                      </a:moveTo>
                      <a:cubicBezTo>
                        <a:pt x="264" y="56"/>
                        <a:pt x="264" y="56"/>
                        <a:pt x="264" y="56"/>
                      </a:cubicBezTo>
                      <a:cubicBezTo>
                        <a:pt x="264" y="56"/>
                        <a:pt x="264" y="56"/>
                        <a:pt x="264" y="56"/>
                      </a:cubicBezTo>
                      <a:cubicBezTo>
                        <a:pt x="264" y="56"/>
                        <a:pt x="265" y="56"/>
                        <a:pt x="265" y="56"/>
                      </a:cubicBezTo>
                      <a:cubicBezTo>
                        <a:pt x="265" y="56"/>
                        <a:pt x="265" y="56"/>
                        <a:pt x="265" y="56"/>
                      </a:cubicBezTo>
                      <a:cubicBezTo>
                        <a:pt x="265" y="56"/>
                        <a:pt x="265" y="56"/>
                        <a:pt x="265" y="56"/>
                      </a:cubicBezTo>
                      <a:cubicBezTo>
                        <a:pt x="265" y="56"/>
                        <a:pt x="265" y="56"/>
                        <a:pt x="265" y="56"/>
                      </a:cubicBezTo>
                      <a:cubicBezTo>
                        <a:pt x="265" y="56"/>
                        <a:pt x="265" y="56"/>
                        <a:pt x="265" y="55"/>
                      </a:cubicBezTo>
                      <a:cubicBezTo>
                        <a:pt x="265" y="56"/>
                        <a:pt x="264" y="56"/>
                        <a:pt x="263" y="56"/>
                      </a:cubicBezTo>
                      <a:close/>
                      <a:moveTo>
                        <a:pt x="264" y="52"/>
                      </a:moveTo>
                      <a:cubicBezTo>
                        <a:pt x="264" y="52"/>
                        <a:pt x="264" y="52"/>
                        <a:pt x="264" y="52"/>
                      </a:cubicBezTo>
                      <a:cubicBezTo>
                        <a:pt x="264" y="52"/>
                        <a:pt x="263" y="52"/>
                        <a:pt x="263" y="52"/>
                      </a:cubicBezTo>
                      <a:cubicBezTo>
                        <a:pt x="263" y="52"/>
                        <a:pt x="264" y="52"/>
                        <a:pt x="264" y="52"/>
                      </a:cubicBezTo>
                      <a:close/>
                      <a:moveTo>
                        <a:pt x="261" y="53"/>
                      </a:moveTo>
                      <a:cubicBezTo>
                        <a:pt x="261" y="52"/>
                        <a:pt x="261" y="52"/>
                        <a:pt x="260" y="52"/>
                      </a:cubicBezTo>
                      <a:cubicBezTo>
                        <a:pt x="260" y="53"/>
                        <a:pt x="259" y="53"/>
                        <a:pt x="259" y="53"/>
                      </a:cubicBezTo>
                      <a:cubicBezTo>
                        <a:pt x="259" y="53"/>
                        <a:pt x="260" y="53"/>
                        <a:pt x="260" y="53"/>
                      </a:cubicBezTo>
                      <a:cubicBezTo>
                        <a:pt x="260" y="53"/>
                        <a:pt x="260" y="53"/>
                        <a:pt x="260" y="53"/>
                      </a:cubicBezTo>
                      <a:cubicBezTo>
                        <a:pt x="261" y="53"/>
                        <a:pt x="261" y="53"/>
                        <a:pt x="262" y="52"/>
                      </a:cubicBezTo>
                      <a:cubicBezTo>
                        <a:pt x="262" y="52"/>
                        <a:pt x="262" y="52"/>
                        <a:pt x="262" y="52"/>
                      </a:cubicBezTo>
                      <a:cubicBezTo>
                        <a:pt x="262" y="52"/>
                        <a:pt x="263" y="52"/>
                        <a:pt x="263" y="52"/>
                      </a:cubicBezTo>
                      <a:cubicBezTo>
                        <a:pt x="262" y="52"/>
                        <a:pt x="262" y="52"/>
                        <a:pt x="261" y="53"/>
                      </a:cubicBezTo>
                      <a:close/>
                      <a:moveTo>
                        <a:pt x="262" y="59"/>
                      </a:moveTo>
                      <a:cubicBezTo>
                        <a:pt x="262" y="59"/>
                        <a:pt x="262" y="59"/>
                        <a:pt x="262" y="59"/>
                      </a:cubicBezTo>
                      <a:cubicBezTo>
                        <a:pt x="262" y="59"/>
                        <a:pt x="262" y="59"/>
                        <a:pt x="262" y="59"/>
                      </a:cubicBezTo>
                      <a:close/>
                      <a:moveTo>
                        <a:pt x="500" y="148"/>
                      </a:moveTo>
                      <a:cubicBezTo>
                        <a:pt x="498" y="158"/>
                        <a:pt x="496" y="166"/>
                        <a:pt x="494" y="169"/>
                      </a:cubicBezTo>
                      <a:cubicBezTo>
                        <a:pt x="493" y="172"/>
                        <a:pt x="495" y="168"/>
                        <a:pt x="494" y="170"/>
                      </a:cubicBezTo>
                      <a:cubicBezTo>
                        <a:pt x="493" y="174"/>
                        <a:pt x="490" y="181"/>
                        <a:pt x="488" y="184"/>
                      </a:cubicBezTo>
                      <a:cubicBezTo>
                        <a:pt x="486" y="189"/>
                        <a:pt x="483" y="194"/>
                        <a:pt x="480" y="199"/>
                      </a:cubicBezTo>
                      <a:cubicBezTo>
                        <a:pt x="478" y="202"/>
                        <a:pt x="477" y="204"/>
                        <a:pt x="475" y="206"/>
                      </a:cubicBezTo>
                      <a:cubicBezTo>
                        <a:pt x="470" y="212"/>
                        <a:pt x="470" y="212"/>
                        <a:pt x="470" y="212"/>
                      </a:cubicBezTo>
                      <a:cubicBezTo>
                        <a:pt x="469" y="214"/>
                        <a:pt x="466" y="216"/>
                        <a:pt x="465" y="217"/>
                      </a:cubicBezTo>
                      <a:cubicBezTo>
                        <a:pt x="462" y="221"/>
                        <a:pt x="456" y="228"/>
                        <a:pt x="452" y="232"/>
                      </a:cubicBezTo>
                      <a:cubicBezTo>
                        <a:pt x="438" y="245"/>
                        <a:pt x="422" y="256"/>
                        <a:pt x="405" y="264"/>
                      </a:cubicBezTo>
                      <a:cubicBezTo>
                        <a:pt x="387" y="272"/>
                        <a:pt x="369" y="278"/>
                        <a:pt x="351" y="284"/>
                      </a:cubicBezTo>
                      <a:cubicBezTo>
                        <a:pt x="314" y="295"/>
                        <a:pt x="277" y="301"/>
                        <a:pt x="239" y="304"/>
                      </a:cubicBezTo>
                      <a:cubicBezTo>
                        <a:pt x="221" y="305"/>
                        <a:pt x="200" y="305"/>
                        <a:pt x="183" y="305"/>
                      </a:cubicBezTo>
                      <a:cubicBezTo>
                        <a:pt x="177" y="304"/>
                        <a:pt x="172" y="304"/>
                        <a:pt x="167" y="304"/>
                      </a:cubicBezTo>
                      <a:cubicBezTo>
                        <a:pt x="155" y="303"/>
                        <a:pt x="142" y="302"/>
                        <a:pt x="129" y="301"/>
                      </a:cubicBezTo>
                      <a:cubicBezTo>
                        <a:pt x="116" y="299"/>
                        <a:pt x="103" y="298"/>
                        <a:pt x="93" y="296"/>
                      </a:cubicBezTo>
                      <a:cubicBezTo>
                        <a:pt x="77" y="292"/>
                        <a:pt x="61" y="288"/>
                        <a:pt x="45" y="280"/>
                      </a:cubicBezTo>
                      <a:cubicBezTo>
                        <a:pt x="38" y="277"/>
                        <a:pt x="32" y="273"/>
                        <a:pt x="27" y="269"/>
                      </a:cubicBezTo>
                      <a:cubicBezTo>
                        <a:pt x="24" y="268"/>
                        <a:pt x="22" y="266"/>
                        <a:pt x="20" y="264"/>
                      </a:cubicBezTo>
                      <a:cubicBezTo>
                        <a:pt x="11" y="256"/>
                        <a:pt x="4" y="244"/>
                        <a:pt x="2" y="232"/>
                      </a:cubicBezTo>
                      <a:cubicBezTo>
                        <a:pt x="1" y="225"/>
                        <a:pt x="0" y="219"/>
                        <a:pt x="0" y="213"/>
                      </a:cubicBezTo>
                      <a:cubicBezTo>
                        <a:pt x="0" y="203"/>
                        <a:pt x="2" y="191"/>
                        <a:pt x="6" y="180"/>
                      </a:cubicBezTo>
                      <a:cubicBezTo>
                        <a:pt x="10" y="169"/>
                        <a:pt x="16" y="158"/>
                        <a:pt x="22" y="148"/>
                      </a:cubicBezTo>
                      <a:cubicBezTo>
                        <a:pt x="25" y="143"/>
                        <a:pt x="29" y="139"/>
                        <a:pt x="32" y="134"/>
                      </a:cubicBezTo>
                      <a:cubicBezTo>
                        <a:pt x="34" y="132"/>
                        <a:pt x="36" y="130"/>
                        <a:pt x="38" y="127"/>
                      </a:cubicBezTo>
                      <a:cubicBezTo>
                        <a:pt x="44" y="119"/>
                        <a:pt x="54" y="109"/>
                        <a:pt x="61" y="102"/>
                      </a:cubicBezTo>
                      <a:cubicBezTo>
                        <a:pt x="65" y="98"/>
                        <a:pt x="69" y="95"/>
                        <a:pt x="74" y="91"/>
                      </a:cubicBezTo>
                      <a:cubicBezTo>
                        <a:pt x="83" y="83"/>
                        <a:pt x="92" y="76"/>
                        <a:pt x="100" y="70"/>
                      </a:cubicBezTo>
                      <a:cubicBezTo>
                        <a:pt x="111" y="62"/>
                        <a:pt x="128" y="52"/>
                        <a:pt x="143" y="45"/>
                      </a:cubicBezTo>
                      <a:cubicBezTo>
                        <a:pt x="144" y="44"/>
                        <a:pt x="144" y="44"/>
                        <a:pt x="144" y="44"/>
                      </a:cubicBezTo>
                      <a:cubicBezTo>
                        <a:pt x="155" y="39"/>
                        <a:pt x="166" y="33"/>
                        <a:pt x="177" y="29"/>
                      </a:cubicBezTo>
                      <a:cubicBezTo>
                        <a:pt x="179" y="29"/>
                        <a:pt x="179" y="29"/>
                        <a:pt x="180" y="28"/>
                      </a:cubicBezTo>
                      <a:cubicBezTo>
                        <a:pt x="194" y="23"/>
                        <a:pt x="194" y="23"/>
                        <a:pt x="194" y="23"/>
                      </a:cubicBezTo>
                      <a:cubicBezTo>
                        <a:pt x="215" y="16"/>
                        <a:pt x="231" y="12"/>
                        <a:pt x="249" y="9"/>
                      </a:cubicBezTo>
                      <a:cubicBezTo>
                        <a:pt x="259" y="6"/>
                        <a:pt x="271" y="5"/>
                        <a:pt x="281" y="3"/>
                      </a:cubicBezTo>
                      <a:cubicBezTo>
                        <a:pt x="284" y="3"/>
                        <a:pt x="287" y="2"/>
                        <a:pt x="290" y="2"/>
                      </a:cubicBezTo>
                      <a:cubicBezTo>
                        <a:pt x="293" y="2"/>
                        <a:pt x="295" y="2"/>
                        <a:pt x="297" y="1"/>
                      </a:cubicBezTo>
                      <a:cubicBezTo>
                        <a:pt x="304" y="1"/>
                        <a:pt x="304" y="1"/>
                        <a:pt x="304" y="1"/>
                      </a:cubicBezTo>
                      <a:cubicBezTo>
                        <a:pt x="307" y="1"/>
                        <a:pt x="311" y="0"/>
                        <a:pt x="314" y="0"/>
                      </a:cubicBezTo>
                      <a:cubicBezTo>
                        <a:pt x="318" y="0"/>
                        <a:pt x="321" y="0"/>
                        <a:pt x="324" y="0"/>
                      </a:cubicBezTo>
                      <a:cubicBezTo>
                        <a:pt x="327" y="0"/>
                        <a:pt x="331" y="0"/>
                        <a:pt x="334" y="0"/>
                      </a:cubicBezTo>
                      <a:cubicBezTo>
                        <a:pt x="343" y="0"/>
                        <a:pt x="351" y="0"/>
                        <a:pt x="361" y="1"/>
                      </a:cubicBezTo>
                      <a:cubicBezTo>
                        <a:pt x="368" y="2"/>
                        <a:pt x="376" y="2"/>
                        <a:pt x="384" y="4"/>
                      </a:cubicBezTo>
                      <a:cubicBezTo>
                        <a:pt x="389" y="4"/>
                        <a:pt x="394" y="5"/>
                        <a:pt x="398" y="6"/>
                      </a:cubicBezTo>
                      <a:cubicBezTo>
                        <a:pt x="400" y="7"/>
                        <a:pt x="403" y="8"/>
                        <a:pt x="405" y="8"/>
                      </a:cubicBezTo>
                      <a:cubicBezTo>
                        <a:pt x="408" y="9"/>
                        <a:pt x="410" y="10"/>
                        <a:pt x="413" y="11"/>
                      </a:cubicBezTo>
                      <a:cubicBezTo>
                        <a:pt x="415" y="11"/>
                        <a:pt x="415" y="11"/>
                        <a:pt x="415" y="11"/>
                      </a:cubicBezTo>
                      <a:cubicBezTo>
                        <a:pt x="415" y="11"/>
                        <a:pt x="415" y="11"/>
                        <a:pt x="415" y="11"/>
                      </a:cubicBezTo>
                      <a:cubicBezTo>
                        <a:pt x="415" y="11"/>
                        <a:pt x="415" y="11"/>
                        <a:pt x="415" y="11"/>
                      </a:cubicBezTo>
                      <a:cubicBezTo>
                        <a:pt x="416" y="11"/>
                        <a:pt x="416" y="11"/>
                        <a:pt x="416" y="12"/>
                      </a:cubicBezTo>
                      <a:cubicBezTo>
                        <a:pt x="417" y="12"/>
                        <a:pt x="419" y="13"/>
                        <a:pt x="420" y="12"/>
                      </a:cubicBezTo>
                      <a:cubicBezTo>
                        <a:pt x="420" y="12"/>
                        <a:pt x="420" y="12"/>
                        <a:pt x="420" y="12"/>
                      </a:cubicBezTo>
                      <a:cubicBezTo>
                        <a:pt x="421" y="12"/>
                        <a:pt x="421" y="12"/>
                        <a:pt x="421" y="12"/>
                      </a:cubicBezTo>
                      <a:cubicBezTo>
                        <a:pt x="421" y="13"/>
                        <a:pt x="422" y="13"/>
                        <a:pt x="423" y="13"/>
                      </a:cubicBezTo>
                      <a:cubicBezTo>
                        <a:pt x="423" y="13"/>
                        <a:pt x="423" y="13"/>
                        <a:pt x="423" y="13"/>
                      </a:cubicBezTo>
                      <a:cubicBezTo>
                        <a:pt x="424" y="13"/>
                        <a:pt x="424" y="14"/>
                        <a:pt x="424" y="14"/>
                      </a:cubicBezTo>
                      <a:cubicBezTo>
                        <a:pt x="425" y="14"/>
                        <a:pt x="425" y="14"/>
                        <a:pt x="425" y="14"/>
                      </a:cubicBezTo>
                      <a:cubicBezTo>
                        <a:pt x="426" y="14"/>
                        <a:pt x="426" y="14"/>
                        <a:pt x="426" y="15"/>
                      </a:cubicBezTo>
                      <a:cubicBezTo>
                        <a:pt x="426" y="15"/>
                        <a:pt x="426" y="15"/>
                        <a:pt x="426" y="15"/>
                      </a:cubicBezTo>
                      <a:cubicBezTo>
                        <a:pt x="426" y="15"/>
                        <a:pt x="427" y="16"/>
                        <a:pt x="428" y="16"/>
                      </a:cubicBezTo>
                      <a:cubicBezTo>
                        <a:pt x="428" y="17"/>
                        <a:pt x="429" y="17"/>
                        <a:pt x="429" y="17"/>
                      </a:cubicBezTo>
                      <a:cubicBezTo>
                        <a:pt x="430" y="17"/>
                        <a:pt x="430" y="19"/>
                        <a:pt x="431" y="19"/>
                      </a:cubicBezTo>
                      <a:cubicBezTo>
                        <a:pt x="430" y="20"/>
                        <a:pt x="431" y="20"/>
                        <a:pt x="431" y="20"/>
                      </a:cubicBezTo>
                      <a:cubicBezTo>
                        <a:pt x="431" y="20"/>
                        <a:pt x="431" y="21"/>
                        <a:pt x="431" y="21"/>
                      </a:cubicBezTo>
                      <a:cubicBezTo>
                        <a:pt x="431" y="21"/>
                        <a:pt x="431" y="22"/>
                        <a:pt x="431" y="22"/>
                      </a:cubicBezTo>
                      <a:cubicBezTo>
                        <a:pt x="431" y="22"/>
                        <a:pt x="431" y="23"/>
                        <a:pt x="431" y="23"/>
                      </a:cubicBezTo>
                      <a:cubicBezTo>
                        <a:pt x="431" y="23"/>
                        <a:pt x="432" y="24"/>
                        <a:pt x="432" y="24"/>
                      </a:cubicBezTo>
                      <a:cubicBezTo>
                        <a:pt x="432" y="25"/>
                        <a:pt x="431" y="25"/>
                        <a:pt x="431" y="26"/>
                      </a:cubicBezTo>
                      <a:cubicBezTo>
                        <a:pt x="431" y="27"/>
                        <a:pt x="430" y="28"/>
                        <a:pt x="430" y="29"/>
                      </a:cubicBezTo>
                      <a:cubicBezTo>
                        <a:pt x="430" y="29"/>
                        <a:pt x="430" y="29"/>
                        <a:pt x="430" y="29"/>
                      </a:cubicBezTo>
                      <a:cubicBezTo>
                        <a:pt x="429" y="29"/>
                        <a:pt x="429" y="30"/>
                        <a:pt x="428" y="30"/>
                      </a:cubicBezTo>
                      <a:cubicBezTo>
                        <a:pt x="428" y="30"/>
                        <a:pt x="428" y="30"/>
                        <a:pt x="428" y="31"/>
                      </a:cubicBezTo>
                      <a:cubicBezTo>
                        <a:pt x="427" y="31"/>
                        <a:pt x="427" y="31"/>
                        <a:pt x="427" y="31"/>
                      </a:cubicBezTo>
                      <a:cubicBezTo>
                        <a:pt x="426" y="31"/>
                        <a:pt x="424" y="32"/>
                        <a:pt x="423" y="32"/>
                      </a:cubicBezTo>
                      <a:cubicBezTo>
                        <a:pt x="423" y="32"/>
                        <a:pt x="423" y="32"/>
                        <a:pt x="423" y="32"/>
                      </a:cubicBezTo>
                      <a:cubicBezTo>
                        <a:pt x="422" y="32"/>
                        <a:pt x="422" y="32"/>
                        <a:pt x="421" y="32"/>
                      </a:cubicBezTo>
                      <a:cubicBezTo>
                        <a:pt x="421" y="33"/>
                        <a:pt x="420" y="32"/>
                        <a:pt x="420" y="32"/>
                      </a:cubicBezTo>
                      <a:cubicBezTo>
                        <a:pt x="420" y="32"/>
                        <a:pt x="419" y="32"/>
                        <a:pt x="419" y="32"/>
                      </a:cubicBezTo>
                      <a:cubicBezTo>
                        <a:pt x="419" y="32"/>
                        <a:pt x="418" y="32"/>
                        <a:pt x="418" y="32"/>
                      </a:cubicBezTo>
                      <a:cubicBezTo>
                        <a:pt x="417" y="32"/>
                        <a:pt x="417" y="31"/>
                        <a:pt x="416" y="31"/>
                      </a:cubicBezTo>
                      <a:cubicBezTo>
                        <a:pt x="416" y="31"/>
                        <a:pt x="416" y="31"/>
                        <a:pt x="416" y="31"/>
                      </a:cubicBezTo>
                      <a:cubicBezTo>
                        <a:pt x="415" y="31"/>
                        <a:pt x="415" y="30"/>
                        <a:pt x="415" y="30"/>
                      </a:cubicBezTo>
                      <a:cubicBezTo>
                        <a:pt x="415" y="30"/>
                        <a:pt x="415" y="30"/>
                        <a:pt x="414" y="30"/>
                      </a:cubicBezTo>
                      <a:cubicBezTo>
                        <a:pt x="414" y="29"/>
                        <a:pt x="415" y="29"/>
                        <a:pt x="414" y="29"/>
                      </a:cubicBezTo>
                      <a:cubicBezTo>
                        <a:pt x="414" y="28"/>
                        <a:pt x="413" y="30"/>
                        <a:pt x="413" y="29"/>
                      </a:cubicBezTo>
                      <a:cubicBezTo>
                        <a:pt x="413" y="28"/>
                        <a:pt x="412" y="28"/>
                        <a:pt x="411" y="27"/>
                      </a:cubicBezTo>
                      <a:cubicBezTo>
                        <a:pt x="410" y="27"/>
                        <a:pt x="410" y="27"/>
                        <a:pt x="410" y="27"/>
                      </a:cubicBezTo>
                      <a:cubicBezTo>
                        <a:pt x="410" y="27"/>
                        <a:pt x="410" y="27"/>
                        <a:pt x="410" y="27"/>
                      </a:cubicBezTo>
                      <a:cubicBezTo>
                        <a:pt x="410" y="27"/>
                        <a:pt x="410" y="27"/>
                        <a:pt x="410" y="27"/>
                      </a:cubicBezTo>
                      <a:cubicBezTo>
                        <a:pt x="408" y="26"/>
                        <a:pt x="408" y="26"/>
                        <a:pt x="408" y="26"/>
                      </a:cubicBezTo>
                      <a:cubicBezTo>
                        <a:pt x="407" y="26"/>
                        <a:pt x="407" y="26"/>
                        <a:pt x="407" y="26"/>
                      </a:cubicBezTo>
                      <a:cubicBezTo>
                        <a:pt x="399" y="23"/>
                        <a:pt x="390" y="21"/>
                        <a:pt x="383" y="20"/>
                      </a:cubicBezTo>
                      <a:cubicBezTo>
                        <a:pt x="376" y="19"/>
                        <a:pt x="370" y="18"/>
                        <a:pt x="363" y="17"/>
                      </a:cubicBezTo>
                      <a:cubicBezTo>
                        <a:pt x="342" y="15"/>
                        <a:pt x="321" y="16"/>
                        <a:pt x="300" y="17"/>
                      </a:cubicBezTo>
                      <a:cubicBezTo>
                        <a:pt x="288" y="18"/>
                        <a:pt x="273" y="20"/>
                        <a:pt x="262" y="22"/>
                      </a:cubicBezTo>
                      <a:cubicBezTo>
                        <a:pt x="249" y="24"/>
                        <a:pt x="236" y="27"/>
                        <a:pt x="224" y="30"/>
                      </a:cubicBezTo>
                      <a:cubicBezTo>
                        <a:pt x="217" y="32"/>
                        <a:pt x="210" y="34"/>
                        <a:pt x="203" y="36"/>
                      </a:cubicBezTo>
                      <a:cubicBezTo>
                        <a:pt x="196" y="38"/>
                        <a:pt x="196" y="38"/>
                        <a:pt x="196" y="38"/>
                      </a:cubicBezTo>
                      <a:cubicBezTo>
                        <a:pt x="190" y="41"/>
                        <a:pt x="183" y="43"/>
                        <a:pt x="176" y="46"/>
                      </a:cubicBezTo>
                      <a:cubicBezTo>
                        <a:pt x="170" y="49"/>
                        <a:pt x="164" y="51"/>
                        <a:pt x="157" y="54"/>
                      </a:cubicBezTo>
                      <a:cubicBezTo>
                        <a:pt x="148" y="58"/>
                        <a:pt x="138" y="64"/>
                        <a:pt x="127" y="70"/>
                      </a:cubicBezTo>
                      <a:cubicBezTo>
                        <a:pt x="117" y="77"/>
                        <a:pt x="106" y="84"/>
                        <a:pt x="96" y="92"/>
                      </a:cubicBezTo>
                      <a:cubicBezTo>
                        <a:pt x="93" y="94"/>
                        <a:pt x="93" y="94"/>
                        <a:pt x="93" y="94"/>
                      </a:cubicBezTo>
                      <a:cubicBezTo>
                        <a:pt x="80" y="104"/>
                        <a:pt x="69" y="115"/>
                        <a:pt x="59" y="125"/>
                      </a:cubicBezTo>
                      <a:cubicBezTo>
                        <a:pt x="47" y="138"/>
                        <a:pt x="34" y="155"/>
                        <a:pt x="26" y="171"/>
                      </a:cubicBezTo>
                      <a:cubicBezTo>
                        <a:pt x="19" y="186"/>
                        <a:pt x="14" y="201"/>
                        <a:pt x="14" y="217"/>
                      </a:cubicBezTo>
                      <a:cubicBezTo>
                        <a:pt x="15" y="222"/>
                        <a:pt x="15" y="229"/>
                        <a:pt x="17" y="234"/>
                      </a:cubicBezTo>
                      <a:cubicBezTo>
                        <a:pt x="19" y="239"/>
                        <a:pt x="22" y="244"/>
                        <a:pt x="26" y="249"/>
                      </a:cubicBezTo>
                      <a:cubicBezTo>
                        <a:pt x="28" y="252"/>
                        <a:pt x="31" y="255"/>
                        <a:pt x="35" y="258"/>
                      </a:cubicBezTo>
                      <a:cubicBezTo>
                        <a:pt x="40" y="261"/>
                        <a:pt x="45" y="264"/>
                        <a:pt x="51" y="267"/>
                      </a:cubicBezTo>
                      <a:cubicBezTo>
                        <a:pt x="61" y="272"/>
                        <a:pt x="72" y="276"/>
                        <a:pt x="84" y="279"/>
                      </a:cubicBezTo>
                      <a:cubicBezTo>
                        <a:pt x="95" y="282"/>
                        <a:pt x="106" y="284"/>
                        <a:pt x="117" y="285"/>
                      </a:cubicBezTo>
                      <a:cubicBezTo>
                        <a:pt x="121" y="286"/>
                        <a:pt x="125" y="286"/>
                        <a:pt x="129" y="287"/>
                      </a:cubicBezTo>
                      <a:cubicBezTo>
                        <a:pt x="131" y="287"/>
                        <a:pt x="134" y="287"/>
                        <a:pt x="137" y="287"/>
                      </a:cubicBezTo>
                      <a:cubicBezTo>
                        <a:pt x="150" y="289"/>
                        <a:pt x="168" y="290"/>
                        <a:pt x="184" y="291"/>
                      </a:cubicBezTo>
                      <a:cubicBezTo>
                        <a:pt x="206" y="291"/>
                        <a:pt x="227" y="291"/>
                        <a:pt x="251" y="289"/>
                      </a:cubicBezTo>
                      <a:cubicBezTo>
                        <a:pt x="268" y="287"/>
                        <a:pt x="287" y="285"/>
                        <a:pt x="306" y="281"/>
                      </a:cubicBezTo>
                      <a:cubicBezTo>
                        <a:pt x="331" y="276"/>
                        <a:pt x="357" y="268"/>
                        <a:pt x="381" y="259"/>
                      </a:cubicBezTo>
                      <a:cubicBezTo>
                        <a:pt x="395" y="254"/>
                        <a:pt x="407" y="248"/>
                        <a:pt x="419" y="241"/>
                      </a:cubicBezTo>
                      <a:cubicBezTo>
                        <a:pt x="430" y="233"/>
                        <a:pt x="440" y="224"/>
                        <a:pt x="449" y="215"/>
                      </a:cubicBezTo>
                      <a:cubicBezTo>
                        <a:pt x="450" y="214"/>
                        <a:pt x="451" y="213"/>
                        <a:pt x="453" y="211"/>
                      </a:cubicBezTo>
                      <a:cubicBezTo>
                        <a:pt x="455" y="209"/>
                        <a:pt x="454" y="210"/>
                        <a:pt x="456" y="207"/>
                      </a:cubicBezTo>
                      <a:cubicBezTo>
                        <a:pt x="458" y="205"/>
                        <a:pt x="457" y="207"/>
                        <a:pt x="458" y="205"/>
                      </a:cubicBezTo>
                      <a:cubicBezTo>
                        <a:pt x="464" y="198"/>
                        <a:pt x="464" y="198"/>
                        <a:pt x="464" y="198"/>
                      </a:cubicBezTo>
                      <a:cubicBezTo>
                        <a:pt x="465" y="197"/>
                        <a:pt x="466" y="196"/>
                        <a:pt x="467" y="195"/>
                      </a:cubicBezTo>
                      <a:cubicBezTo>
                        <a:pt x="467" y="194"/>
                        <a:pt x="468" y="193"/>
                        <a:pt x="469" y="192"/>
                      </a:cubicBezTo>
                      <a:cubicBezTo>
                        <a:pt x="472" y="187"/>
                        <a:pt x="475" y="182"/>
                        <a:pt x="477" y="177"/>
                      </a:cubicBezTo>
                      <a:cubicBezTo>
                        <a:pt x="482" y="167"/>
                        <a:pt x="486" y="156"/>
                        <a:pt x="487" y="146"/>
                      </a:cubicBezTo>
                      <a:cubicBezTo>
                        <a:pt x="487" y="143"/>
                        <a:pt x="487" y="146"/>
                        <a:pt x="488" y="144"/>
                      </a:cubicBezTo>
                      <a:cubicBezTo>
                        <a:pt x="488" y="142"/>
                        <a:pt x="488" y="141"/>
                        <a:pt x="487" y="139"/>
                      </a:cubicBezTo>
                      <a:cubicBezTo>
                        <a:pt x="487" y="137"/>
                        <a:pt x="487" y="136"/>
                        <a:pt x="487" y="134"/>
                      </a:cubicBezTo>
                      <a:cubicBezTo>
                        <a:pt x="487" y="130"/>
                        <a:pt x="486" y="126"/>
                        <a:pt x="485" y="123"/>
                      </a:cubicBezTo>
                      <a:cubicBezTo>
                        <a:pt x="483" y="115"/>
                        <a:pt x="480" y="108"/>
                        <a:pt x="475" y="103"/>
                      </a:cubicBezTo>
                      <a:cubicBezTo>
                        <a:pt x="472" y="98"/>
                        <a:pt x="467" y="94"/>
                        <a:pt x="462" y="91"/>
                      </a:cubicBezTo>
                      <a:cubicBezTo>
                        <a:pt x="460" y="90"/>
                        <a:pt x="461" y="90"/>
                        <a:pt x="460" y="90"/>
                      </a:cubicBezTo>
                      <a:cubicBezTo>
                        <a:pt x="458" y="89"/>
                        <a:pt x="459" y="89"/>
                        <a:pt x="458" y="88"/>
                      </a:cubicBezTo>
                      <a:cubicBezTo>
                        <a:pt x="456" y="87"/>
                        <a:pt x="456" y="87"/>
                        <a:pt x="456" y="87"/>
                      </a:cubicBezTo>
                      <a:cubicBezTo>
                        <a:pt x="453" y="86"/>
                        <a:pt x="453" y="86"/>
                        <a:pt x="453" y="86"/>
                      </a:cubicBezTo>
                      <a:cubicBezTo>
                        <a:pt x="439" y="78"/>
                        <a:pt x="424" y="72"/>
                        <a:pt x="409" y="67"/>
                      </a:cubicBezTo>
                      <a:cubicBezTo>
                        <a:pt x="406" y="66"/>
                        <a:pt x="406" y="66"/>
                        <a:pt x="402" y="64"/>
                      </a:cubicBezTo>
                      <a:cubicBezTo>
                        <a:pt x="398" y="63"/>
                        <a:pt x="399" y="63"/>
                        <a:pt x="396" y="63"/>
                      </a:cubicBezTo>
                      <a:cubicBezTo>
                        <a:pt x="395" y="63"/>
                        <a:pt x="392" y="61"/>
                        <a:pt x="391" y="61"/>
                      </a:cubicBezTo>
                      <a:cubicBezTo>
                        <a:pt x="390" y="61"/>
                        <a:pt x="391" y="61"/>
                        <a:pt x="391" y="61"/>
                      </a:cubicBezTo>
                      <a:cubicBezTo>
                        <a:pt x="388" y="60"/>
                        <a:pt x="378" y="58"/>
                        <a:pt x="373" y="57"/>
                      </a:cubicBezTo>
                      <a:cubicBezTo>
                        <a:pt x="366" y="56"/>
                        <a:pt x="358" y="54"/>
                        <a:pt x="350" y="53"/>
                      </a:cubicBezTo>
                      <a:cubicBezTo>
                        <a:pt x="358" y="54"/>
                        <a:pt x="365" y="55"/>
                        <a:pt x="367" y="55"/>
                      </a:cubicBezTo>
                      <a:cubicBezTo>
                        <a:pt x="359" y="53"/>
                        <a:pt x="344" y="52"/>
                        <a:pt x="336" y="51"/>
                      </a:cubicBezTo>
                      <a:cubicBezTo>
                        <a:pt x="318" y="50"/>
                        <a:pt x="294" y="52"/>
                        <a:pt x="273" y="56"/>
                      </a:cubicBezTo>
                      <a:cubicBezTo>
                        <a:pt x="272" y="56"/>
                        <a:pt x="271" y="56"/>
                        <a:pt x="271" y="56"/>
                      </a:cubicBezTo>
                      <a:cubicBezTo>
                        <a:pt x="265" y="57"/>
                        <a:pt x="265" y="57"/>
                        <a:pt x="265" y="57"/>
                      </a:cubicBezTo>
                      <a:cubicBezTo>
                        <a:pt x="264" y="58"/>
                        <a:pt x="264" y="58"/>
                        <a:pt x="264" y="58"/>
                      </a:cubicBezTo>
                      <a:cubicBezTo>
                        <a:pt x="264" y="58"/>
                        <a:pt x="263" y="58"/>
                        <a:pt x="262" y="58"/>
                      </a:cubicBezTo>
                      <a:cubicBezTo>
                        <a:pt x="264" y="58"/>
                        <a:pt x="264" y="58"/>
                        <a:pt x="264" y="58"/>
                      </a:cubicBezTo>
                      <a:cubicBezTo>
                        <a:pt x="265" y="57"/>
                        <a:pt x="265" y="57"/>
                        <a:pt x="265" y="57"/>
                      </a:cubicBezTo>
                      <a:cubicBezTo>
                        <a:pt x="266" y="57"/>
                        <a:pt x="266" y="57"/>
                        <a:pt x="266" y="57"/>
                      </a:cubicBezTo>
                      <a:cubicBezTo>
                        <a:pt x="266" y="57"/>
                        <a:pt x="266" y="57"/>
                        <a:pt x="266" y="57"/>
                      </a:cubicBezTo>
                      <a:cubicBezTo>
                        <a:pt x="267" y="57"/>
                        <a:pt x="267" y="57"/>
                        <a:pt x="267" y="57"/>
                      </a:cubicBezTo>
                      <a:cubicBezTo>
                        <a:pt x="288" y="53"/>
                        <a:pt x="309" y="50"/>
                        <a:pt x="330" y="51"/>
                      </a:cubicBezTo>
                      <a:cubicBezTo>
                        <a:pt x="335" y="51"/>
                        <a:pt x="343" y="51"/>
                        <a:pt x="352" y="52"/>
                      </a:cubicBezTo>
                      <a:cubicBezTo>
                        <a:pt x="362" y="53"/>
                        <a:pt x="371" y="55"/>
                        <a:pt x="378" y="57"/>
                      </a:cubicBezTo>
                      <a:cubicBezTo>
                        <a:pt x="387" y="58"/>
                        <a:pt x="391" y="59"/>
                        <a:pt x="387" y="58"/>
                      </a:cubicBezTo>
                      <a:cubicBezTo>
                        <a:pt x="376" y="55"/>
                        <a:pt x="367" y="53"/>
                        <a:pt x="356" y="52"/>
                      </a:cubicBezTo>
                      <a:cubicBezTo>
                        <a:pt x="354" y="51"/>
                        <a:pt x="352" y="51"/>
                        <a:pt x="355" y="51"/>
                      </a:cubicBezTo>
                      <a:cubicBezTo>
                        <a:pt x="377" y="53"/>
                        <a:pt x="401" y="60"/>
                        <a:pt x="418" y="66"/>
                      </a:cubicBezTo>
                      <a:cubicBezTo>
                        <a:pt x="428" y="70"/>
                        <a:pt x="428" y="70"/>
                        <a:pt x="428" y="70"/>
                      </a:cubicBezTo>
                      <a:cubicBezTo>
                        <a:pt x="430" y="70"/>
                        <a:pt x="431" y="71"/>
                        <a:pt x="432" y="71"/>
                      </a:cubicBezTo>
                      <a:cubicBezTo>
                        <a:pt x="432" y="71"/>
                        <a:pt x="430" y="70"/>
                        <a:pt x="430" y="70"/>
                      </a:cubicBezTo>
                      <a:cubicBezTo>
                        <a:pt x="411" y="62"/>
                        <a:pt x="395" y="56"/>
                        <a:pt x="374" y="52"/>
                      </a:cubicBezTo>
                      <a:cubicBezTo>
                        <a:pt x="371" y="51"/>
                        <a:pt x="368" y="51"/>
                        <a:pt x="365" y="50"/>
                      </a:cubicBezTo>
                      <a:cubicBezTo>
                        <a:pt x="358" y="49"/>
                        <a:pt x="347" y="48"/>
                        <a:pt x="338" y="47"/>
                      </a:cubicBezTo>
                      <a:cubicBezTo>
                        <a:pt x="336" y="47"/>
                        <a:pt x="337" y="47"/>
                        <a:pt x="336" y="47"/>
                      </a:cubicBezTo>
                      <a:cubicBezTo>
                        <a:pt x="315" y="46"/>
                        <a:pt x="296" y="48"/>
                        <a:pt x="277" y="51"/>
                      </a:cubicBezTo>
                      <a:cubicBezTo>
                        <a:pt x="293" y="48"/>
                        <a:pt x="310" y="47"/>
                        <a:pt x="325" y="47"/>
                      </a:cubicBezTo>
                      <a:cubicBezTo>
                        <a:pt x="327" y="47"/>
                        <a:pt x="328" y="46"/>
                        <a:pt x="330" y="46"/>
                      </a:cubicBezTo>
                      <a:cubicBezTo>
                        <a:pt x="343" y="47"/>
                        <a:pt x="363" y="49"/>
                        <a:pt x="379" y="52"/>
                      </a:cubicBezTo>
                      <a:cubicBezTo>
                        <a:pt x="381" y="52"/>
                        <a:pt x="382" y="52"/>
                        <a:pt x="375" y="51"/>
                      </a:cubicBezTo>
                      <a:cubicBezTo>
                        <a:pt x="377" y="51"/>
                        <a:pt x="378" y="51"/>
                        <a:pt x="381" y="52"/>
                      </a:cubicBezTo>
                      <a:cubicBezTo>
                        <a:pt x="381" y="52"/>
                        <a:pt x="380" y="52"/>
                        <a:pt x="379" y="52"/>
                      </a:cubicBezTo>
                      <a:cubicBezTo>
                        <a:pt x="388" y="53"/>
                        <a:pt x="389" y="54"/>
                        <a:pt x="398" y="56"/>
                      </a:cubicBezTo>
                      <a:cubicBezTo>
                        <a:pt x="399" y="56"/>
                        <a:pt x="400" y="56"/>
                        <a:pt x="399" y="56"/>
                      </a:cubicBezTo>
                      <a:cubicBezTo>
                        <a:pt x="392" y="54"/>
                        <a:pt x="385" y="52"/>
                        <a:pt x="379" y="51"/>
                      </a:cubicBezTo>
                      <a:cubicBezTo>
                        <a:pt x="375" y="50"/>
                        <a:pt x="372" y="50"/>
                        <a:pt x="369" y="49"/>
                      </a:cubicBezTo>
                      <a:cubicBezTo>
                        <a:pt x="367" y="49"/>
                        <a:pt x="367" y="49"/>
                        <a:pt x="365" y="48"/>
                      </a:cubicBezTo>
                      <a:cubicBezTo>
                        <a:pt x="363" y="48"/>
                        <a:pt x="360" y="48"/>
                        <a:pt x="358" y="48"/>
                      </a:cubicBezTo>
                      <a:cubicBezTo>
                        <a:pt x="353" y="47"/>
                        <a:pt x="353" y="47"/>
                        <a:pt x="353" y="47"/>
                      </a:cubicBezTo>
                      <a:cubicBezTo>
                        <a:pt x="345" y="46"/>
                        <a:pt x="336" y="46"/>
                        <a:pt x="327" y="45"/>
                      </a:cubicBezTo>
                      <a:cubicBezTo>
                        <a:pt x="321" y="45"/>
                        <a:pt x="314" y="45"/>
                        <a:pt x="307" y="46"/>
                      </a:cubicBezTo>
                      <a:cubicBezTo>
                        <a:pt x="310" y="45"/>
                        <a:pt x="315" y="45"/>
                        <a:pt x="320" y="45"/>
                      </a:cubicBezTo>
                      <a:cubicBezTo>
                        <a:pt x="337" y="45"/>
                        <a:pt x="357" y="46"/>
                        <a:pt x="371" y="49"/>
                      </a:cubicBezTo>
                      <a:cubicBezTo>
                        <a:pt x="372" y="49"/>
                        <a:pt x="369" y="48"/>
                        <a:pt x="368" y="48"/>
                      </a:cubicBezTo>
                      <a:cubicBezTo>
                        <a:pt x="363" y="47"/>
                        <a:pt x="360" y="47"/>
                        <a:pt x="356" y="46"/>
                      </a:cubicBezTo>
                      <a:cubicBezTo>
                        <a:pt x="354" y="46"/>
                        <a:pt x="357" y="46"/>
                        <a:pt x="355" y="46"/>
                      </a:cubicBezTo>
                      <a:cubicBezTo>
                        <a:pt x="345" y="45"/>
                        <a:pt x="335" y="45"/>
                        <a:pt x="323" y="45"/>
                      </a:cubicBezTo>
                      <a:cubicBezTo>
                        <a:pt x="322" y="44"/>
                        <a:pt x="319" y="44"/>
                        <a:pt x="321" y="44"/>
                      </a:cubicBezTo>
                      <a:cubicBezTo>
                        <a:pt x="319" y="44"/>
                        <a:pt x="319" y="44"/>
                        <a:pt x="317" y="44"/>
                      </a:cubicBezTo>
                      <a:cubicBezTo>
                        <a:pt x="314" y="44"/>
                        <a:pt x="318" y="44"/>
                        <a:pt x="317" y="44"/>
                      </a:cubicBezTo>
                      <a:cubicBezTo>
                        <a:pt x="314" y="44"/>
                        <a:pt x="310" y="45"/>
                        <a:pt x="308" y="45"/>
                      </a:cubicBezTo>
                      <a:cubicBezTo>
                        <a:pt x="294" y="46"/>
                        <a:pt x="282" y="47"/>
                        <a:pt x="266" y="50"/>
                      </a:cubicBezTo>
                      <a:cubicBezTo>
                        <a:pt x="276" y="48"/>
                        <a:pt x="290" y="46"/>
                        <a:pt x="305" y="45"/>
                      </a:cubicBezTo>
                      <a:cubicBezTo>
                        <a:pt x="308" y="44"/>
                        <a:pt x="304" y="45"/>
                        <a:pt x="307" y="44"/>
                      </a:cubicBezTo>
                      <a:cubicBezTo>
                        <a:pt x="311" y="44"/>
                        <a:pt x="314" y="44"/>
                        <a:pt x="318" y="44"/>
                      </a:cubicBezTo>
                      <a:cubicBezTo>
                        <a:pt x="328" y="44"/>
                        <a:pt x="328" y="44"/>
                        <a:pt x="328" y="44"/>
                      </a:cubicBezTo>
                      <a:cubicBezTo>
                        <a:pt x="333" y="44"/>
                        <a:pt x="338" y="44"/>
                        <a:pt x="343" y="44"/>
                      </a:cubicBezTo>
                      <a:cubicBezTo>
                        <a:pt x="348" y="45"/>
                        <a:pt x="351" y="45"/>
                        <a:pt x="356" y="45"/>
                      </a:cubicBezTo>
                      <a:cubicBezTo>
                        <a:pt x="358" y="46"/>
                        <a:pt x="358" y="45"/>
                        <a:pt x="361" y="46"/>
                      </a:cubicBezTo>
                      <a:cubicBezTo>
                        <a:pt x="362" y="46"/>
                        <a:pt x="357" y="45"/>
                        <a:pt x="360" y="45"/>
                      </a:cubicBezTo>
                      <a:cubicBezTo>
                        <a:pt x="363" y="46"/>
                        <a:pt x="360" y="45"/>
                        <a:pt x="362" y="46"/>
                      </a:cubicBezTo>
                      <a:cubicBezTo>
                        <a:pt x="365" y="46"/>
                        <a:pt x="366" y="46"/>
                        <a:pt x="368" y="46"/>
                      </a:cubicBezTo>
                      <a:cubicBezTo>
                        <a:pt x="375" y="48"/>
                        <a:pt x="382" y="49"/>
                        <a:pt x="389" y="51"/>
                      </a:cubicBezTo>
                      <a:cubicBezTo>
                        <a:pt x="391" y="51"/>
                        <a:pt x="386" y="50"/>
                        <a:pt x="388" y="50"/>
                      </a:cubicBezTo>
                      <a:cubicBezTo>
                        <a:pt x="391" y="51"/>
                        <a:pt x="401" y="54"/>
                        <a:pt x="403" y="54"/>
                      </a:cubicBezTo>
                      <a:cubicBezTo>
                        <a:pt x="411" y="57"/>
                        <a:pt x="415" y="58"/>
                        <a:pt x="424" y="61"/>
                      </a:cubicBezTo>
                      <a:cubicBezTo>
                        <a:pt x="427" y="63"/>
                        <a:pt x="424" y="61"/>
                        <a:pt x="426" y="62"/>
                      </a:cubicBezTo>
                      <a:cubicBezTo>
                        <a:pt x="431" y="64"/>
                        <a:pt x="434" y="65"/>
                        <a:pt x="440" y="68"/>
                      </a:cubicBezTo>
                      <a:cubicBezTo>
                        <a:pt x="444" y="69"/>
                        <a:pt x="450" y="72"/>
                        <a:pt x="455" y="75"/>
                      </a:cubicBezTo>
                      <a:cubicBezTo>
                        <a:pt x="455" y="74"/>
                        <a:pt x="452" y="73"/>
                        <a:pt x="449" y="71"/>
                      </a:cubicBezTo>
                      <a:cubicBezTo>
                        <a:pt x="451" y="72"/>
                        <a:pt x="456" y="75"/>
                        <a:pt x="458" y="76"/>
                      </a:cubicBezTo>
                      <a:cubicBezTo>
                        <a:pt x="466" y="80"/>
                        <a:pt x="473" y="84"/>
                        <a:pt x="480" y="91"/>
                      </a:cubicBezTo>
                      <a:cubicBezTo>
                        <a:pt x="486" y="97"/>
                        <a:pt x="492" y="105"/>
                        <a:pt x="495" y="116"/>
                      </a:cubicBezTo>
                      <a:cubicBezTo>
                        <a:pt x="496" y="119"/>
                        <a:pt x="497" y="120"/>
                        <a:pt x="498" y="123"/>
                      </a:cubicBezTo>
                      <a:cubicBezTo>
                        <a:pt x="498" y="124"/>
                        <a:pt x="498" y="124"/>
                        <a:pt x="498" y="123"/>
                      </a:cubicBezTo>
                      <a:cubicBezTo>
                        <a:pt x="498" y="126"/>
                        <a:pt x="499" y="130"/>
                        <a:pt x="499" y="134"/>
                      </a:cubicBezTo>
                      <a:cubicBezTo>
                        <a:pt x="500" y="136"/>
                        <a:pt x="500" y="139"/>
                        <a:pt x="500" y="141"/>
                      </a:cubicBezTo>
                      <a:cubicBezTo>
                        <a:pt x="500" y="143"/>
                        <a:pt x="500" y="146"/>
                        <a:pt x="500" y="148"/>
                      </a:cubicBezTo>
                      <a:close/>
                      <a:moveTo>
                        <a:pt x="385" y="50"/>
                      </a:moveTo>
                      <a:cubicBezTo>
                        <a:pt x="380" y="49"/>
                        <a:pt x="378" y="49"/>
                        <a:pt x="371" y="47"/>
                      </a:cubicBezTo>
                      <a:cubicBezTo>
                        <a:pt x="369" y="47"/>
                        <a:pt x="367" y="47"/>
                        <a:pt x="364" y="46"/>
                      </a:cubicBezTo>
                      <a:cubicBezTo>
                        <a:pt x="363" y="47"/>
                        <a:pt x="354" y="45"/>
                        <a:pt x="354" y="46"/>
                      </a:cubicBezTo>
                      <a:cubicBezTo>
                        <a:pt x="359" y="46"/>
                        <a:pt x="362" y="47"/>
                        <a:pt x="365" y="47"/>
                      </a:cubicBezTo>
                      <a:cubicBezTo>
                        <a:pt x="367" y="47"/>
                        <a:pt x="364" y="47"/>
                        <a:pt x="366" y="47"/>
                      </a:cubicBezTo>
                      <a:cubicBezTo>
                        <a:pt x="370" y="48"/>
                        <a:pt x="380" y="49"/>
                        <a:pt x="386" y="51"/>
                      </a:cubicBezTo>
                      <a:cubicBezTo>
                        <a:pt x="386" y="51"/>
                        <a:pt x="384" y="50"/>
                        <a:pt x="385" y="50"/>
                      </a:cubicBezTo>
                      <a:close/>
                      <a:moveTo>
                        <a:pt x="387" y="51"/>
                      </a:moveTo>
                      <a:cubicBezTo>
                        <a:pt x="387" y="51"/>
                        <a:pt x="388" y="51"/>
                        <a:pt x="388" y="51"/>
                      </a:cubicBezTo>
                      <a:cubicBezTo>
                        <a:pt x="392" y="52"/>
                        <a:pt x="389" y="51"/>
                        <a:pt x="387" y="51"/>
                      </a:cubicBezTo>
                      <a:close/>
                      <a:moveTo>
                        <a:pt x="391" y="61"/>
                      </a:moveTo>
                      <a:cubicBezTo>
                        <a:pt x="391" y="61"/>
                        <a:pt x="391" y="61"/>
                        <a:pt x="391" y="61"/>
                      </a:cubicBezTo>
                      <a:cubicBezTo>
                        <a:pt x="391" y="61"/>
                        <a:pt x="391" y="61"/>
                        <a:pt x="391" y="61"/>
                      </a:cubicBezTo>
                      <a:close/>
                    </a:path>
                  </a:pathLst>
                </a:custGeom>
                <a:solidFill>
                  <a:srgbClr val="008000"/>
                </a:solidFill>
                <a:ln w="12700" cmpd="sng">
                  <a:solidFill>
                    <a:srgbClr val="008000"/>
                  </a:solidFill>
                </a:ln>
                <a:effectLst>
                  <a:outerShdw blurRad="50800" dist="254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" name="Freeform 501"/>
                <p:cNvSpPr>
                  <a:spLocks noEditPoints="1"/>
                </p:cNvSpPr>
                <p:nvPr/>
              </p:nvSpPr>
              <p:spPr bwMode="auto">
                <a:xfrm>
                  <a:off x="3090018" y="3376493"/>
                  <a:ext cx="442263" cy="380279"/>
                </a:xfrm>
                <a:custGeom>
                  <a:avLst/>
                  <a:gdLst>
                    <a:gd name="T0" fmla="*/ 450 w 500"/>
                    <a:gd name="T1" fmla="*/ 71 h 305"/>
                    <a:gd name="T2" fmla="*/ 422 w 500"/>
                    <a:gd name="T3" fmla="*/ 60 h 305"/>
                    <a:gd name="T4" fmla="*/ 366 w 500"/>
                    <a:gd name="T5" fmla="*/ 54 h 305"/>
                    <a:gd name="T6" fmla="*/ 299 w 500"/>
                    <a:gd name="T7" fmla="*/ 46 h 305"/>
                    <a:gd name="T8" fmla="*/ 265 w 500"/>
                    <a:gd name="T9" fmla="*/ 53 h 305"/>
                    <a:gd name="T10" fmla="*/ 264 w 500"/>
                    <a:gd name="T11" fmla="*/ 53 h 305"/>
                    <a:gd name="T12" fmla="*/ 265 w 500"/>
                    <a:gd name="T13" fmla="*/ 51 h 305"/>
                    <a:gd name="T14" fmla="*/ 265 w 500"/>
                    <a:gd name="T15" fmla="*/ 51 h 305"/>
                    <a:gd name="T16" fmla="*/ 264 w 500"/>
                    <a:gd name="T17" fmla="*/ 51 h 305"/>
                    <a:gd name="T18" fmla="*/ 265 w 500"/>
                    <a:gd name="T19" fmla="*/ 58 h 305"/>
                    <a:gd name="T20" fmla="*/ 263 w 500"/>
                    <a:gd name="T21" fmla="*/ 51 h 305"/>
                    <a:gd name="T22" fmla="*/ 262 w 500"/>
                    <a:gd name="T23" fmla="*/ 53 h 305"/>
                    <a:gd name="T24" fmla="*/ 262 w 500"/>
                    <a:gd name="T25" fmla="*/ 56 h 305"/>
                    <a:gd name="T26" fmla="*/ 262 w 500"/>
                    <a:gd name="T27" fmla="*/ 58 h 305"/>
                    <a:gd name="T28" fmla="*/ 339 w 500"/>
                    <a:gd name="T29" fmla="*/ 54 h 305"/>
                    <a:gd name="T30" fmla="*/ 264 w 500"/>
                    <a:gd name="T31" fmla="*/ 56 h 305"/>
                    <a:gd name="T32" fmla="*/ 263 w 500"/>
                    <a:gd name="T33" fmla="*/ 56 h 305"/>
                    <a:gd name="T34" fmla="*/ 260 w 500"/>
                    <a:gd name="T35" fmla="*/ 52 h 305"/>
                    <a:gd name="T36" fmla="*/ 263 w 500"/>
                    <a:gd name="T37" fmla="*/ 52 h 305"/>
                    <a:gd name="T38" fmla="*/ 494 w 500"/>
                    <a:gd name="T39" fmla="*/ 169 h 305"/>
                    <a:gd name="T40" fmla="*/ 465 w 500"/>
                    <a:gd name="T41" fmla="*/ 217 h 305"/>
                    <a:gd name="T42" fmla="*/ 167 w 500"/>
                    <a:gd name="T43" fmla="*/ 304 h 305"/>
                    <a:gd name="T44" fmla="*/ 2 w 500"/>
                    <a:gd name="T45" fmla="*/ 232 h 305"/>
                    <a:gd name="T46" fmla="*/ 61 w 500"/>
                    <a:gd name="T47" fmla="*/ 102 h 305"/>
                    <a:gd name="T48" fmla="*/ 180 w 500"/>
                    <a:gd name="T49" fmla="*/ 28 h 305"/>
                    <a:gd name="T50" fmla="*/ 304 w 500"/>
                    <a:gd name="T51" fmla="*/ 1 h 305"/>
                    <a:gd name="T52" fmla="*/ 398 w 500"/>
                    <a:gd name="T53" fmla="*/ 6 h 305"/>
                    <a:gd name="T54" fmla="*/ 416 w 500"/>
                    <a:gd name="T55" fmla="*/ 12 h 305"/>
                    <a:gd name="T56" fmla="*/ 424 w 500"/>
                    <a:gd name="T57" fmla="*/ 14 h 305"/>
                    <a:gd name="T58" fmla="*/ 431 w 500"/>
                    <a:gd name="T59" fmla="*/ 19 h 305"/>
                    <a:gd name="T60" fmla="*/ 431 w 500"/>
                    <a:gd name="T61" fmla="*/ 26 h 305"/>
                    <a:gd name="T62" fmla="*/ 423 w 500"/>
                    <a:gd name="T63" fmla="*/ 32 h 305"/>
                    <a:gd name="T64" fmla="*/ 416 w 500"/>
                    <a:gd name="T65" fmla="*/ 31 h 305"/>
                    <a:gd name="T66" fmla="*/ 411 w 500"/>
                    <a:gd name="T67" fmla="*/ 27 h 305"/>
                    <a:gd name="T68" fmla="*/ 383 w 500"/>
                    <a:gd name="T69" fmla="*/ 20 h 305"/>
                    <a:gd name="T70" fmla="*/ 196 w 500"/>
                    <a:gd name="T71" fmla="*/ 38 h 305"/>
                    <a:gd name="T72" fmla="*/ 59 w 500"/>
                    <a:gd name="T73" fmla="*/ 125 h 305"/>
                    <a:gd name="T74" fmla="*/ 51 w 500"/>
                    <a:gd name="T75" fmla="*/ 267 h 305"/>
                    <a:gd name="T76" fmla="*/ 251 w 500"/>
                    <a:gd name="T77" fmla="*/ 289 h 305"/>
                    <a:gd name="T78" fmla="*/ 456 w 500"/>
                    <a:gd name="T79" fmla="*/ 207 h 305"/>
                    <a:gd name="T80" fmla="*/ 487 w 500"/>
                    <a:gd name="T81" fmla="*/ 146 h 305"/>
                    <a:gd name="T82" fmla="*/ 462 w 500"/>
                    <a:gd name="T83" fmla="*/ 91 h 305"/>
                    <a:gd name="T84" fmla="*/ 402 w 500"/>
                    <a:gd name="T85" fmla="*/ 64 h 305"/>
                    <a:gd name="T86" fmla="*/ 367 w 500"/>
                    <a:gd name="T87" fmla="*/ 55 h 305"/>
                    <a:gd name="T88" fmla="*/ 262 w 500"/>
                    <a:gd name="T89" fmla="*/ 58 h 305"/>
                    <a:gd name="T90" fmla="*/ 330 w 500"/>
                    <a:gd name="T91" fmla="*/ 51 h 305"/>
                    <a:gd name="T92" fmla="*/ 418 w 500"/>
                    <a:gd name="T93" fmla="*/ 66 h 305"/>
                    <a:gd name="T94" fmla="*/ 338 w 500"/>
                    <a:gd name="T95" fmla="*/ 47 h 305"/>
                    <a:gd name="T96" fmla="*/ 375 w 500"/>
                    <a:gd name="T97" fmla="*/ 51 h 305"/>
                    <a:gd name="T98" fmla="*/ 369 w 500"/>
                    <a:gd name="T99" fmla="*/ 49 h 305"/>
                    <a:gd name="T100" fmla="*/ 320 w 500"/>
                    <a:gd name="T101" fmla="*/ 45 h 305"/>
                    <a:gd name="T102" fmla="*/ 321 w 500"/>
                    <a:gd name="T103" fmla="*/ 44 h 305"/>
                    <a:gd name="T104" fmla="*/ 307 w 500"/>
                    <a:gd name="T105" fmla="*/ 44 h 305"/>
                    <a:gd name="T106" fmla="*/ 360 w 500"/>
                    <a:gd name="T107" fmla="*/ 45 h 305"/>
                    <a:gd name="T108" fmla="*/ 424 w 500"/>
                    <a:gd name="T109" fmla="*/ 61 h 305"/>
                    <a:gd name="T110" fmla="*/ 480 w 500"/>
                    <a:gd name="T111" fmla="*/ 91 h 305"/>
                    <a:gd name="T112" fmla="*/ 500 w 500"/>
                    <a:gd name="T113" fmla="*/ 148 h 305"/>
                    <a:gd name="T114" fmla="*/ 366 w 500"/>
                    <a:gd name="T115" fmla="*/ 47 h 305"/>
                    <a:gd name="T116" fmla="*/ 391 w 500"/>
                    <a:gd name="T117" fmla="*/ 61 h 3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500" h="305">
                      <a:moveTo>
                        <a:pt x="484" y="124"/>
                      </a:moveTo>
                      <a:cubicBezTo>
                        <a:pt x="485" y="125"/>
                        <a:pt x="485" y="127"/>
                        <a:pt x="485" y="128"/>
                      </a:cubicBezTo>
                      <a:lnTo>
                        <a:pt x="484" y="124"/>
                      </a:lnTo>
                      <a:close/>
                      <a:moveTo>
                        <a:pt x="450" y="71"/>
                      </a:moveTo>
                      <a:cubicBezTo>
                        <a:pt x="449" y="70"/>
                        <a:pt x="448" y="69"/>
                        <a:pt x="445" y="68"/>
                      </a:cubicBezTo>
                      <a:cubicBezTo>
                        <a:pt x="445" y="68"/>
                        <a:pt x="449" y="70"/>
                        <a:pt x="450" y="71"/>
                      </a:cubicBezTo>
                      <a:close/>
                      <a:moveTo>
                        <a:pt x="438" y="65"/>
                      </a:moveTo>
                      <a:cubicBezTo>
                        <a:pt x="440" y="66"/>
                        <a:pt x="443" y="67"/>
                        <a:pt x="443" y="67"/>
                      </a:cubicBezTo>
                      <a:cubicBezTo>
                        <a:pt x="442" y="67"/>
                        <a:pt x="438" y="65"/>
                        <a:pt x="438" y="65"/>
                      </a:cubicBezTo>
                      <a:close/>
                      <a:moveTo>
                        <a:pt x="422" y="60"/>
                      </a:moveTo>
                      <a:cubicBezTo>
                        <a:pt x="420" y="60"/>
                        <a:pt x="417" y="58"/>
                        <a:pt x="417" y="58"/>
                      </a:cubicBezTo>
                      <a:cubicBezTo>
                        <a:pt x="418" y="59"/>
                        <a:pt x="421" y="60"/>
                        <a:pt x="422" y="60"/>
                      </a:cubicBezTo>
                      <a:close/>
                      <a:moveTo>
                        <a:pt x="413" y="55"/>
                      </a:moveTo>
                      <a:cubicBezTo>
                        <a:pt x="410" y="54"/>
                        <a:pt x="405" y="52"/>
                        <a:pt x="404" y="52"/>
                      </a:cubicBezTo>
                      <a:cubicBezTo>
                        <a:pt x="408" y="53"/>
                        <a:pt x="411" y="54"/>
                        <a:pt x="413" y="55"/>
                      </a:cubicBezTo>
                      <a:close/>
                      <a:moveTo>
                        <a:pt x="366" y="54"/>
                      </a:moveTo>
                      <a:cubicBezTo>
                        <a:pt x="370" y="55"/>
                        <a:pt x="379" y="56"/>
                        <a:pt x="384" y="57"/>
                      </a:cubicBezTo>
                      <a:cubicBezTo>
                        <a:pt x="379" y="56"/>
                        <a:pt x="372" y="55"/>
                        <a:pt x="366" y="54"/>
                      </a:cubicBezTo>
                      <a:close/>
                      <a:moveTo>
                        <a:pt x="366" y="49"/>
                      </a:moveTo>
                      <a:cubicBezTo>
                        <a:pt x="361" y="48"/>
                        <a:pt x="361" y="48"/>
                        <a:pt x="361" y="48"/>
                      </a:cubicBezTo>
                      <a:cubicBezTo>
                        <a:pt x="359" y="48"/>
                        <a:pt x="347" y="47"/>
                        <a:pt x="348" y="47"/>
                      </a:cubicBezTo>
                      <a:cubicBezTo>
                        <a:pt x="356" y="47"/>
                        <a:pt x="366" y="49"/>
                        <a:pt x="372" y="50"/>
                      </a:cubicBezTo>
                      <a:cubicBezTo>
                        <a:pt x="370" y="50"/>
                        <a:pt x="368" y="50"/>
                        <a:pt x="366" y="49"/>
                      </a:cubicBezTo>
                      <a:close/>
                      <a:moveTo>
                        <a:pt x="299" y="46"/>
                      </a:moveTo>
                      <a:cubicBezTo>
                        <a:pt x="296" y="46"/>
                        <a:pt x="296" y="46"/>
                        <a:pt x="296" y="46"/>
                      </a:cubicBezTo>
                      <a:cubicBezTo>
                        <a:pt x="296" y="47"/>
                        <a:pt x="296" y="47"/>
                        <a:pt x="297" y="47"/>
                      </a:cubicBezTo>
                      <a:cubicBezTo>
                        <a:pt x="299" y="46"/>
                        <a:pt x="299" y="46"/>
                        <a:pt x="299" y="46"/>
                      </a:cubicBezTo>
                      <a:close/>
                      <a:moveTo>
                        <a:pt x="264" y="53"/>
                      </a:moveTo>
                      <a:cubicBezTo>
                        <a:pt x="264" y="53"/>
                        <a:pt x="264" y="53"/>
                        <a:pt x="264" y="53"/>
                      </a:cubicBezTo>
                      <a:cubicBezTo>
                        <a:pt x="264" y="53"/>
                        <a:pt x="265" y="53"/>
                        <a:pt x="265" y="53"/>
                      </a:cubicBezTo>
                      <a:cubicBezTo>
                        <a:pt x="265" y="53"/>
                        <a:pt x="265" y="53"/>
                        <a:pt x="265" y="53"/>
                      </a:cubicBezTo>
                      <a:cubicBezTo>
                        <a:pt x="269" y="52"/>
                        <a:pt x="269" y="52"/>
                        <a:pt x="269" y="52"/>
                      </a:cubicBezTo>
                      <a:lnTo>
                        <a:pt x="264" y="53"/>
                      </a:lnTo>
                      <a:close/>
                      <a:moveTo>
                        <a:pt x="264" y="53"/>
                      </a:moveTo>
                      <a:cubicBezTo>
                        <a:pt x="264" y="53"/>
                        <a:pt x="264" y="53"/>
                        <a:pt x="264" y="53"/>
                      </a:cubicBezTo>
                      <a:cubicBezTo>
                        <a:pt x="264" y="53"/>
                        <a:pt x="264" y="53"/>
                        <a:pt x="264" y="53"/>
                      </a:cubicBezTo>
                      <a:cubicBezTo>
                        <a:pt x="263" y="53"/>
                        <a:pt x="264" y="53"/>
                        <a:pt x="264" y="53"/>
                      </a:cubicBezTo>
                      <a:close/>
                      <a:moveTo>
                        <a:pt x="264" y="53"/>
                      </a:moveTo>
                      <a:cubicBezTo>
                        <a:pt x="264" y="53"/>
                        <a:pt x="264" y="53"/>
                        <a:pt x="264" y="53"/>
                      </a:cubicBezTo>
                      <a:cubicBezTo>
                        <a:pt x="264" y="53"/>
                        <a:pt x="264" y="53"/>
                        <a:pt x="264" y="53"/>
                      </a:cubicBezTo>
                      <a:cubicBezTo>
                        <a:pt x="264" y="53"/>
                        <a:pt x="264" y="53"/>
                        <a:pt x="264" y="53"/>
                      </a:cubicBezTo>
                      <a:close/>
                      <a:moveTo>
                        <a:pt x="265" y="51"/>
                      </a:moveTo>
                      <a:cubicBezTo>
                        <a:pt x="264" y="51"/>
                        <a:pt x="264" y="51"/>
                        <a:pt x="264" y="51"/>
                      </a:cubicBezTo>
                      <a:cubicBezTo>
                        <a:pt x="264" y="51"/>
                        <a:pt x="264" y="51"/>
                        <a:pt x="264" y="51"/>
                      </a:cubicBezTo>
                      <a:cubicBezTo>
                        <a:pt x="264" y="51"/>
                        <a:pt x="264" y="51"/>
                        <a:pt x="265" y="51"/>
                      </a:cubicBezTo>
                      <a:cubicBezTo>
                        <a:pt x="265" y="51"/>
                        <a:pt x="265" y="51"/>
                        <a:pt x="265" y="51"/>
                      </a:cubicBezTo>
                      <a:cubicBezTo>
                        <a:pt x="265" y="51"/>
                        <a:pt x="265" y="51"/>
                        <a:pt x="265" y="50"/>
                      </a:cubicBezTo>
                      <a:cubicBezTo>
                        <a:pt x="265" y="51"/>
                        <a:pt x="265" y="51"/>
                        <a:pt x="265" y="51"/>
                      </a:cubicBezTo>
                      <a:close/>
                      <a:moveTo>
                        <a:pt x="265" y="57"/>
                      </a:moveTo>
                      <a:cubicBezTo>
                        <a:pt x="265" y="57"/>
                        <a:pt x="265" y="57"/>
                        <a:pt x="265" y="57"/>
                      </a:cubicBezTo>
                      <a:cubicBezTo>
                        <a:pt x="265" y="57"/>
                        <a:pt x="265" y="57"/>
                        <a:pt x="265" y="57"/>
                      </a:cubicBezTo>
                      <a:close/>
                      <a:moveTo>
                        <a:pt x="264" y="51"/>
                      </a:moveTo>
                      <a:cubicBezTo>
                        <a:pt x="264" y="51"/>
                        <a:pt x="264" y="52"/>
                        <a:pt x="264" y="52"/>
                      </a:cubicBezTo>
                      <a:cubicBezTo>
                        <a:pt x="264" y="52"/>
                        <a:pt x="264" y="52"/>
                        <a:pt x="264" y="51"/>
                      </a:cubicBezTo>
                      <a:close/>
                      <a:moveTo>
                        <a:pt x="264" y="51"/>
                      </a:moveTo>
                      <a:cubicBezTo>
                        <a:pt x="264" y="51"/>
                        <a:pt x="264" y="51"/>
                        <a:pt x="264" y="51"/>
                      </a:cubicBezTo>
                      <a:cubicBezTo>
                        <a:pt x="264" y="51"/>
                        <a:pt x="264" y="51"/>
                        <a:pt x="264" y="51"/>
                      </a:cubicBezTo>
                      <a:close/>
                      <a:moveTo>
                        <a:pt x="265" y="58"/>
                      </a:moveTo>
                      <a:cubicBezTo>
                        <a:pt x="265" y="58"/>
                        <a:pt x="265" y="58"/>
                        <a:pt x="265" y="58"/>
                      </a:cubicBezTo>
                      <a:cubicBezTo>
                        <a:pt x="265" y="58"/>
                        <a:pt x="265" y="58"/>
                        <a:pt x="265" y="58"/>
                      </a:cubicBezTo>
                      <a:close/>
                      <a:moveTo>
                        <a:pt x="265" y="57"/>
                      </a:moveTo>
                      <a:cubicBezTo>
                        <a:pt x="264" y="57"/>
                        <a:pt x="264" y="57"/>
                        <a:pt x="264" y="57"/>
                      </a:cubicBezTo>
                      <a:cubicBezTo>
                        <a:pt x="264" y="57"/>
                        <a:pt x="265" y="57"/>
                        <a:pt x="265" y="57"/>
                      </a:cubicBezTo>
                      <a:close/>
                      <a:moveTo>
                        <a:pt x="263" y="51"/>
                      </a:moveTo>
                      <a:cubicBezTo>
                        <a:pt x="263" y="51"/>
                        <a:pt x="263" y="51"/>
                        <a:pt x="263" y="51"/>
                      </a:cubicBezTo>
                      <a:cubicBezTo>
                        <a:pt x="263" y="51"/>
                        <a:pt x="263" y="51"/>
                        <a:pt x="263" y="51"/>
                      </a:cubicBezTo>
                      <a:close/>
                      <a:moveTo>
                        <a:pt x="263" y="54"/>
                      </a:moveTo>
                      <a:cubicBezTo>
                        <a:pt x="263" y="54"/>
                        <a:pt x="263" y="53"/>
                        <a:pt x="263" y="53"/>
                      </a:cubicBezTo>
                      <a:cubicBezTo>
                        <a:pt x="263" y="53"/>
                        <a:pt x="263" y="53"/>
                        <a:pt x="263" y="54"/>
                      </a:cubicBezTo>
                      <a:close/>
                      <a:moveTo>
                        <a:pt x="262" y="53"/>
                      </a:moveTo>
                      <a:cubicBezTo>
                        <a:pt x="263" y="53"/>
                        <a:pt x="263" y="53"/>
                        <a:pt x="263" y="53"/>
                      </a:cubicBezTo>
                      <a:cubicBezTo>
                        <a:pt x="263" y="53"/>
                        <a:pt x="262" y="53"/>
                        <a:pt x="262" y="53"/>
                      </a:cubicBezTo>
                      <a:close/>
                      <a:moveTo>
                        <a:pt x="262" y="53"/>
                      </a:moveTo>
                      <a:cubicBezTo>
                        <a:pt x="262" y="52"/>
                        <a:pt x="262" y="53"/>
                        <a:pt x="262" y="53"/>
                      </a:cubicBezTo>
                      <a:cubicBezTo>
                        <a:pt x="262" y="53"/>
                        <a:pt x="262" y="52"/>
                        <a:pt x="262" y="52"/>
                      </a:cubicBezTo>
                      <a:cubicBezTo>
                        <a:pt x="262" y="53"/>
                        <a:pt x="262" y="53"/>
                        <a:pt x="262" y="53"/>
                      </a:cubicBezTo>
                      <a:close/>
                      <a:moveTo>
                        <a:pt x="262" y="56"/>
                      </a:moveTo>
                      <a:cubicBezTo>
                        <a:pt x="263" y="56"/>
                        <a:pt x="262" y="56"/>
                        <a:pt x="262" y="56"/>
                      </a:cubicBezTo>
                      <a:close/>
                      <a:moveTo>
                        <a:pt x="261" y="58"/>
                      </a:moveTo>
                      <a:cubicBezTo>
                        <a:pt x="262" y="58"/>
                        <a:pt x="262" y="58"/>
                        <a:pt x="262" y="58"/>
                      </a:cubicBezTo>
                      <a:cubicBezTo>
                        <a:pt x="262" y="58"/>
                        <a:pt x="261" y="58"/>
                        <a:pt x="261" y="58"/>
                      </a:cubicBezTo>
                      <a:close/>
                      <a:moveTo>
                        <a:pt x="262" y="58"/>
                      </a:moveTo>
                      <a:cubicBezTo>
                        <a:pt x="262" y="58"/>
                        <a:pt x="262" y="58"/>
                        <a:pt x="262" y="58"/>
                      </a:cubicBezTo>
                      <a:cubicBezTo>
                        <a:pt x="262" y="59"/>
                        <a:pt x="262" y="59"/>
                        <a:pt x="262" y="58"/>
                      </a:cubicBezTo>
                      <a:close/>
                      <a:moveTo>
                        <a:pt x="262" y="61"/>
                      </a:moveTo>
                      <a:cubicBezTo>
                        <a:pt x="262" y="61"/>
                        <a:pt x="262" y="61"/>
                        <a:pt x="262" y="61"/>
                      </a:cubicBezTo>
                      <a:cubicBezTo>
                        <a:pt x="262" y="61"/>
                        <a:pt x="262" y="61"/>
                        <a:pt x="262" y="61"/>
                      </a:cubicBezTo>
                      <a:close/>
                      <a:moveTo>
                        <a:pt x="261" y="61"/>
                      </a:moveTo>
                      <a:cubicBezTo>
                        <a:pt x="260" y="61"/>
                        <a:pt x="260" y="61"/>
                        <a:pt x="261" y="61"/>
                      </a:cubicBezTo>
                      <a:close/>
                      <a:moveTo>
                        <a:pt x="339" y="54"/>
                      </a:moveTo>
                      <a:cubicBezTo>
                        <a:pt x="334" y="54"/>
                        <a:pt x="330" y="54"/>
                        <a:pt x="326" y="54"/>
                      </a:cubicBezTo>
                      <a:cubicBezTo>
                        <a:pt x="329" y="54"/>
                        <a:pt x="333" y="54"/>
                        <a:pt x="336" y="54"/>
                      </a:cubicBezTo>
                      <a:cubicBezTo>
                        <a:pt x="336" y="54"/>
                        <a:pt x="338" y="54"/>
                        <a:pt x="339" y="54"/>
                      </a:cubicBezTo>
                      <a:close/>
                      <a:moveTo>
                        <a:pt x="263" y="56"/>
                      </a:moveTo>
                      <a:cubicBezTo>
                        <a:pt x="264" y="56"/>
                        <a:pt x="264" y="56"/>
                        <a:pt x="264" y="56"/>
                      </a:cubicBezTo>
                      <a:cubicBezTo>
                        <a:pt x="264" y="56"/>
                        <a:pt x="264" y="56"/>
                        <a:pt x="264" y="56"/>
                      </a:cubicBezTo>
                      <a:cubicBezTo>
                        <a:pt x="264" y="56"/>
                        <a:pt x="265" y="56"/>
                        <a:pt x="265" y="56"/>
                      </a:cubicBezTo>
                      <a:cubicBezTo>
                        <a:pt x="265" y="56"/>
                        <a:pt x="265" y="56"/>
                        <a:pt x="265" y="56"/>
                      </a:cubicBezTo>
                      <a:cubicBezTo>
                        <a:pt x="265" y="56"/>
                        <a:pt x="265" y="56"/>
                        <a:pt x="265" y="56"/>
                      </a:cubicBezTo>
                      <a:cubicBezTo>
                        <a:pt x="265" y="56"/>
                        <a:pt x="265" y="56"/>
                        <a:pt x="265" y="56"/>
                      </a:cubicBezTo>
                      <a:cubicBezTo>
                        <a:pt x="265" y="56"/>
                        <a:pt x="265" y="56"/>
                        <a:pt x="265" y="55"/>
                      </a:cubicBezTo>
                      <a:cubicBezTo>
                        <a:pt x="265" y="56"/>
                        <a:pt x="264" y="56"/>
                        <a:pt x="263" y="56"/>
                      </a:cubicBezTo>
                      <a:close/>
                      <a:moveTo>
                        <a:pt x="264" y="52"/>
                      </a:moveTo>
                      <a:cubicBezTo>
                        <a:pt x="264" y="52"/>
                        <a:pt x="264" y="52"/>
                        <a:pt x="264" y="52"/>
                      </a:cubicBezTo>
                      <a:cubicBezTo>
                        <a:pt x="264" y="52"/>
                        <a:pt x="263" y="52"/>
                        <a:pt x="263" y="52"/>
                      </a:cubicBezTo>
                      <a:cubicBezTo>
                        <a:pt x="263" y="52"/>
                        <a:pt x="264" y="52"/>
                        <a:pt x="264" y="52"/>
                      </a:cubicBezTo>
                      <a:close/>
                      <a:moveTo>
                        <a:pt x="261" y="53"/>
                      </a:moveTo>
                      <a:cubicBezTo>
                        <a:pt x="261" y="52"/>
                        <a:pt x="261" y="52"/>
                        <a:pt x="260" y="52"/>
                      </a:cubicBezTo>
                      <a:cubicBezTo>
                        <a:pt x="260" y="53"/>
                        <a:pt x="259" y="53"/>
                        <a:pt x="259" y="53"/>
                      </a:cubicBezTo>
                      <a:cubicBezTo>
                        <a:pt x="259" y="53"/>
                        <a:pt x="260" y="53"/>
                        <a:pt x="260" y="53"/>
                      </a:cubicBezTo>
                      <a:cubicBezTo>
                        <a:pt x="260" y="53"/>
                        <a:pt x="260" y="53"/>
                        <a:pt x="260" y="53"/>
                      </a:cubicBezTo>
                      <a:cubicBezTo>
                        <a:pt x="261" y="53"/>
                        <a:pt x="261" y="53"/>
                        <a:pt x="262" y="52"/>
                      </a:cubicBezTo>
                      <a:cubicBezTo>
                        <a:pt x="262" y="52"/>
                        <a:pt x="262" y="52"/>
                        <a:pt x="262" y="52"/>
                      </a:cubicBezTo>
                      <a:cubicBezTo>
                        <a:pt x="262" y="52"/>
                        <a:pt x="263" y="52"/>
                        <a:pt x="263" y="52"/>
                      </a:cubicBezTo>
                      <a:cubicBezTo>
                        <a:pt x="262" y="52"/>
                        <a:pt x="262" y="52"/>
                        <a:pt x="261" y="53"/>
                      </a:cubicBezTo>
                      <a:close/>
                      <a:moveTo>
                        <a:pt x="262" y="59"/>
                      </a:moveTo>
                      <a:cubicBezTo>
                        <a:pt x="262" y="59"/>
                        <a:pt x="262" y="59"/>
                        <a:pt x="262" y="59"/>
                      </a:cubicBezTo>
                      <a:cubicBezTo>
                        <a:pt x="262" y="59"/>
                        <a:pt x="262" y="59"/>
                        <a:pt x="262" y="59"/>
                      </a:cubicBezTo>
                      <a:close/>
                      <a:moveTo>
                        <a:pt x="500" y="148"/>
                      </a:moveTo>
                      <a:cubicBezTo>
                        <a:pt x="498" y="158"/>
                        <a:pt x="496" y="166"/>
                        <a:pt x="494" y="169"/>
                      </a:cubicBezTo>
                      <a:cubicBezTo>
                        <a:pt x="493" y="172"/>
                        <a:pt x="495" y="168"/>
                        <a:pt x="494" y="170"/>
                      </a:cubicBezTo>
                      <a:cubicBezTo>
                        <a:pt x="493" y="174"/>
                        <a:pt x="490" y="181"/>
                        <a:pt x="488" y="184"/>
                      </a:cubicBezTo>
                      <a:cubicBezTo>
                        <a:pt x="486" y="189"/>
                        <a:pt x="483" y="194"/>
                        <a:pt x="480" y="199"/>
                      </a:cubicBezTo>
                      <a:cubicBezTo>
                        <a:pt x="478" y="202"/>
                        <a:pt x="477" y="204"/>
                        <a:pt x="475" y="206"/>
                      </a:cubicBezTo>
                      <a:cubicBezTo>
                        <a:pt x="470" y="212"/>
                        <a:pt x="470" y="212"/>
                        <a:pt x="470" y="212"/>
                      </a:cubicBezTo>
                      <a:cubicBezTo>
                        <a:pt x="469" y="214"/>
                        <a:pt x="466" y="216"/>
                        <a:pt x="465" y="217"/>
                      </a:cubicBezTo>
                      <a:cubicBezTo>
                        <a:pt x="462" y="221"/>
                        <a:pt x="456" y="228"/>
                        <a:pt x="452" y="232"/>
                      </a:cubicBezTo>
                      <a:cubicBezTo>
                        <a:pt x="438" y="245"/>
                        <a:pt x="422" y="256"/>
                        <a:pt x="405" y="264"/>
                      </a:cubicBezTo>
                      <a:cubicBezTo>
                        <a:pt x="387" y="272"/>
                        <a:pt x="369" y="278"/>
                        <a:pt x="351" y="284"/>
                      </a:cubicBezTo>
                      <a:cubicBezTo>
                        <a:pt x="314" y="295"/>
                        <a:pt x="277" y="301"/>
                        <a:pt x="239" y="304"/>
                      </a:cubicBezTo>
                      <a:cubicBezTo>
                        <a:pt x="221" y="305"/>
                        <a:pt x="200" y="305"/>
                        <a:pt x="183" y="305"/>
                      </a:cubicBezTo>
                      <a:cubicBezTo>
                        <a:pt x="177" y="304"/>
                        <a:pt x="172" y="304"/>
                        <a:pt x="167" y="304"/>
                      </a:cubicBezTo>
                      <a:cubicBezTo>
                        <a:pt x="155" y="303"/>
                        <a:pt x="142" y="302"/>
                        <a:pt x="129" y="301"/>
                      </a:cubicBezTo>
                      <a:cubicBezTo>
                        <a:pt x="116" y="299"/>
                        <a:pt x="103" y="298"/>
                        <a:pt x="93" y="296"/>
                      </a:cubicBezTo>
                      <a:cubicBezTo>
                        <a:pt x="77" y="292"/>
                        <a:pt x="61" y="288"/>
                        <a:pt x="45" y="280"/>
                      </a:cubicBezTo>
                      <a:cubicBezTo>
                        <a:pt x="38" y="277"/>
                        <a:pt x="32" y="273"/>
                        <a:pt x="27" y="269"/>
                      </a:cubicBezTo>
                      <a:cubicBezTo>
                        <a:pt x="24" y="268"/>
                        <a:pt x="22" y="266"/>
                        <a:pt x="20" y="264"/>
                      </a:cubicBezTo>
                      <a:cubicBezTo>
                        <a:pt x="11" y="256"/>
                        <a:pt x="4" y="244"/>
                        <a:pt x="2" y="232"/>
                      </a:cubicBezTo>
                      <a:cubicBezTo>
                        <a:pt x="1" y="225"/>
                        <a:pt x="0" y="219"/>
                        <a:pt x="0" y="213"/>
                      </a:cubicBezTo>
                      <a:cubicBezTo>
                        <a:pt x="0" y="203"/>
                        <a:pt x="2" y="191"/>
                        <a:pt x="6" y="180"/>
                      </a:cubicBezTo>
                      <a:cubicBezTo>
                        <a:pt x="10" y="169"/>
                        <a:pt x="16" y="158"/>
                        <a:pt x="22" y="148"/>
                      </a:cubicBezTo>
                      <a:cubicBezTo>
                        <a:pt x="25" y="143"/>
                        <a:pt x="29" y="139"/>
                        <a:pt x="32" y="134"/>
                      </a:cubicBezTo>
                      <a:cubicBezTo>
                        <a:pt x="34" y="132"/>
                        <a:pt x="36" y="130"/>
                        <a:pt x="38" y="127"/>
                      </a:cubicBezTo>
                      <a:cubicBezTo>
                        <a:pt x="44" y="119"/>
                        <a:pt x="54" y="109"/>
                        <a:pt x="61" y="102"/>
                      </a:cubicBezTo>
                      <a:cubicBezTo>
                        <a:pt x="65" y="98"/>
                        <a:pt x="69" y="95"/>
                        <a:pt x="74" y="91"/>
                      </a:cubicBezTo>
                      <a:cubicBezTo>
                        <a:pt x="83" y="83"/>
                        <a:pt x="92" y="76"/>
                        <a:pt x="100" y="70"/>
                      </a:cubicBezTo>
                      <a:cubicBezTo>
                        <a:pt x="111" y="62"/>
                        <a:pt x="128" y="52"/>
                        <a:pt x="143" y="45"/>
                      </a:cubicBezTo>
                      <a:cubicBezTo>
                        <a:pt x="144" y="44"/>
                        <a:pt x="144" y="44"/>
                        <a:pt x="144" y="44"/>
                      </a:cubicBezTo>
                      <a:cubicBezTo>
                        <a:pt x="155" y="39"/>
                        <a:pt x="166" y="33"/>
                        <a:pt x="177" y="29"/>
                      </a:cubicBezTo>
                      <a:cubicBezTo>
                        <a:pt x="179" y="29"/>
                        <a:pt x="179" y="29"/>
                        <a:pt x="180" y="28"/>
                      </a:cubicBezTo>
                      <a:cubicBezTo>
                        <a:pt x="194" y="23"/>
                        <a:pt x="194" y="23"/>
                        <a:pt x="194" y="23"/>
                      </a:cubicBezTo>
                      <a:cubicBezTo>
                        <a:pt x="215" y="16"/>
                        <a:pt x="231" y="12"/>
                        <a:pt x="249" y="9"/>
                      </a:cubicBezTo>
                      <a:cubicBezTo>
                        <a:pt x="259" y="6"/>
                        <a:pt x="271" y="5"/>
                        <a:pt x="281" y="3"/>
                      </a:cubicBezTo>
                      <a:cubicBezTo>
                        <a:pt x="284" y="3"/>
                        <a:pt x="287" y="2"/>
                        <a:pt x="290" y="2"/>
                      </a:cubicBezTo>
                      <a:cubicBezTo>
                        <a:pt x="293" y="2"/>
                        <a:pt x="295" y="2"/>
                        <a:pt x="297" y="1"/>
                      </a:cubicBezTo>
                      <a:cubicBezTo>
                        <a:pt x="304" y="1"/>
                        <a:pt x="304" y="1"/>
                        <a:pt x="304" y="1"/>
                      </a:cubicBezTo>
                      <a:cubicBezTo>
                        <a:pt x="307" y="1"/>
                        <a:pt x="311" y="0"/>
                        <a:pt x="314" y="0"/>
                      </a:cubicBezTo>
                      <a:cubicBezTo>
                        <a:pt x="318" y="0"/>
                        <a:pt x="321" y="0"/>
                        <a:pt x="324" y="0"/>
                      </a:cubicBezTo>
                      <a:cubicBezTo>
                        <a:pt x="327" y="0"/>
                        <a:pt x="331" y="0"/>
                        <a:pt x="334" y="0"/>
                      </a:cubicBezTo>
                      <a:cubicBezTo>
                        <a:pt x="343" y="0"/>
                        <a:pt x="351" y="0"/>
                        <a:pt x="361" y="1"/>
                      </a:cubicBezTo>
                      <a:cubicBezTo>
                        <a:pt x="368" y="2"/>
                        <a:pt x="376" y="2"/>
                        <a:pt x="384" y="4"/>
                      </a:cubicBezTo>
                      <a:cubicBezTo>
                        <a:pt x="389" y="4"/>
                        <a:pt x="394" y="5"/>
                        <a:pt x="398" y="6"/>
                      </a:cubicBezTo>
                      <a:cubicBezTo>
                        <a:pt x="400" y="7"/>
                        <a:pt x="403" y="8"/>
                        <a:pt x="405" y="8"/>
                      </a:cubicBezTo>
                      <a:cubicBezTo>
                        <a:pt x="408" y="9"/>
                        <a:pt x="410" y="10"/>
                        <a:pt x="413" y="11"/>
                      </a:cubicBezTo>
                      <a:cubicBezTo>
                        <a:pt x="415" y="11"/>
                        <a:pt x="415" y="11"/>
                        <a:pt x="415" y="11"/>
                      </a:cubicBezTo>
                      <a:cubicBezTo>
                        <a:pt x="415" y="11"/>
                        <a:pt x="415" y="11"/>
                        <a:pt x="415" y="11"/>
                      </a:cubicBezTo>
                      <a:cubicBezTo>
                        <a:pt x="415" y="11"/>
                        <a:pt x="415" y="11"/>
                        <a:pt x="415" y="11"/>
                      </a:cubicBezTo>
                      <a:cubicBezTo>
                        <a:pt x="416" y="11"/>
                        <a:pt x="416" y="11"/>
                        <a:pt x="416" y="12"/>
                      </a:cubicBezTo>
                      <a:cubicBezTo>
                        <a:pt x="417" y="12"/>
                        <a:pt x="419" y="13"/>
                        <a:pt x="420" y="12"/>
                      </a:cubicBezTo>
                      <a:cubicBezTo>
                        <a:pt x="420" y="12"/>
                        <a:pt x="420" y="12"/>
                        <a:pt x="420" y="12"/>
                      </a:cubicBezTo>
                      <a:cubicBezTo>
                        <a:pt x="421" y="12"/>
                        <a:pt x="421" y="12"/>
                        <a:pt x="421" y="12"/>
                      </a:cubicBezTo>
                      <a:cubicBezTo>
                        <a:pt x="421" y="13"/>
                        <a:pt x="422" y="13"/>
                        <a:pt x="423" y="13"/>
                      </a:cubicBezTo>
                      <a:cubicBezTo>
                        <a:pt x="423" y="13"/>
                        <a:pt x="423" y="13"/>
                        <a:pt x="423" y="13"/>
                      </a:cubicBezTo>
                      <a:cubicBezTo>
                        <a:pt x="424" y="13"/>
                        <a:pt x="424" y="14"/>
                        <a:pt x="424" y="14"/>
                      </a:cubicBezTo>
                      <a:cubicBezTo>
                        <a:pt x="425" y="14"/>
                        <a:pt x="425" y="14"/>
                        <a:pt x="425" y="14"/>
                      </a:cubicBezTo>
                      <a:cubicBezTo>
                        <a:pt x="426" y="14"/>
                        <a:pt x="426" y="14"/>
                        <a:pt x="426" y="15"/>
                      </a:cubicBezTo>
                      <a:cubicBezTo>
                        <a:pt x="426" y="15"/>
                        <a:pt x="426" y="15"/>
                        <a:pt x="426" y="15"/>
                      </a:cubicBezTo>
                      <a:cubicBezTo>
                        <a:pt x="426" y="15"/>
                        <a:pt x="427" y="16"/>
                        <a:pt x="428" y="16"/>
                      </a:cubicBezTo>
                      <a:cubicBezTo>
                        <a:pt x="428" y="17"/>
                        <a:pt x="429" y="17"/>
                        <a:pt x="429" y="17"/>
                      </a:cubicBezTo>
                      <a:cubicBezTo>
                        <a:pt x="430" y="17"/>
                        <a:pt x="430" y="19"/>
                        <a:pt x="431" y="19"/>
                      </a:cubicBezTo>
                      <a:cubicBezTo>
                        <a:pt x="430" y="20"/>
                        <a:pt x="431" y="20"/>
                        <a:pt x="431" y="20"/>
                      </a:cubicBezTo>
                      <a:cubicBezTo>
                        <a:pt x="431" y="20"/>
                        <a:pt x="431" y="21"/>
                        <a:pt x="431" y="21"/>
                      </a:cubicBezTo>
                      <a:cubicBezTo>
                        <a:pt x="431" y="21"/>
                        <a:pt x="431" y="22"/>
                        <a:pt x="431" y="22"/>
                      </a:cubicBezTo>
                      <a:cubicBezTo>
                        <a:pt x="431" y="22"/>
                        <a:pt x="431" y="23"/>
                        <a:pt x="431" y="23"/>
                      </a:cubicBezTo>
                      <a:cubicBezTo>
                        <a:pt x="431" y="23"/>
                        <a:pt x="432" y="24"/>
                        <a:pt x="432" y="24"/>
                      </a:cubicBezTo>
                      <a:cubicBezTo>
                        <a:pt x="432" y="25"/>
                        <a:pt x="431" y="25"/>
                        <a:pt x="431" y="26"/>
                      </a:cubicBezTo>
                      <a:cubicBezTo>
                        <a:pt x="431" y="27"/>
                        <a:pt x="430" y="28"/>
                        <a:pt x="430" y="29"/>
                      </a:cubicBezTo>
                      <a:cubicBezTo>
                        <a:pt x="430" y="29"/>
                        <a:pt x="430" y="29"/>
                        <a:pt x="430" y="29"/>
                      </a:cubicBezTo>
                      <a:cubicBezTo>
                        <a:pt x="429" y="29"/>
                        <a:pt x="429" y="30"/>
                        <a:pt x="428" y="30"/>
                      </a:cubicBezTo>
                      <a:cubicBezTo>
                        <a:pt x="428" y="30"/>
                        <a:pt x="428" y="30"/>
                        <a:pt x="428" y="31"/>
                      </a:cubicBezTo>
                      <a:cubicBezTo>
                        <a:pt x="427" y="31"/>
                        <a:pt x="427" y="31"/>
                        <a:pt x="427" y="31"/>
                      </a:cubicBezTo>
                      <a:cubicBezTo>
                        <a:pt x="426" y="31"/>
                        <a:pt x="424" y="32"/>
                        <a:pt x="423" y="32"/>
                      </a:cubicBezTo>
                      <a:cubicBezTo>
                        <a:pt x="423" y="32"/>
                        <a:pt x="423" y="32"/>
                        <a:pt x="423" y="32"/>
                      </a:cubicBezTo>
                      <a:cubicBezTo>
                        <a:pt x="422" y="32"/>
                        <a:pt x="422" y="32"/>
                        <a:pt x="421" y="32"/>
                      </a:cubicBezTo>
                      <a:cubicBezTo>
                        <a:pt x="421" y="33"/>
                        <a:pt x="420" y="32"/>
                        <a:pt x="420" y="32"/>
                      </a:cubicBezTo>
                      <a:cubicBezTo>
                        <a:pt x="420" y="32"/>
                        <a:pt x="419" y="32"/>
                        <a:pt x="419" y="32"/>
                      </a:cubicBezTo>
                      <a:cubicBezTo>
                        <a:pt x="419" y="32"/>
                        <a:pt x="418" y="32"/>
                        <a:pt x="418" y="32"/>
                      </a:cubicBezTo>
                      <a:cubicBezTo>
                        <a:pt x="417" y="32"/>
                        <a:pt x="417" y="31"/>
                        <a:pt x="416" y="31"/>
                      </a:cubicBezTo>
                      <a:cubicBezTo>
                        <a:pt x="416" y="31"/>
                        <a:pt x="416" y="31"/>
                        <a:pt x="416" y="31"/>
                      </a:cubicBezTo>
                      <a:cubicBezTo>
                        <a:pt x="415" y="31"/>
                        <a:pt x="415" y="30"/>
                        <a:pt x="415" y="30"/>
                      </a:cubicBezTo>
                      <a:cubicBezTo>
                        <a:pt x="415" y="30"/>
                        <a:pt x="415" y="30"/>
                        <a:pt x="414" y="30"/>
                      </a:cubicBezTo>
                      <a:cubicBezTo>
                        <a:pt x="414" y="29"/>
                        <a:pt x="415" y="29"/>
                        <a:pt x="414" y="29"/>
                      </a:cubicBezTo>
                      <a:cubicBezTo>
                        <a:pt x="414" y="28"/>
                        <a:pt x="413" y="30"/>
                        <a:pt x="413" y="29"/>
                      </a:cubicBezTo>
                      <a:cubicBezTo>
                        <a:pt x="413" y="28"/>
                        <a:pt x="412" y="28"/>
                        <a:pt x="411" y="27"/>
                      </a:cubicBezTo>
                      <a:cubicBezTo>
                        <a:pt x="410" y="27"/>
                        <a:pt x="410" y="27"/>
                        <a:pt x="410" y="27"/>
                      </a:cubicBezTo>
                      <a:cubicBezTo>
                        <a:pt x="410" y="27"/>
                        <a:pt x="410" y="27"/>
                        <a:pt x="410" y="27"/>
                      </a:cubicBezTo>
                      <a:cubicBezTo>
                        <a:pt x="410" y="27"/>
                        <a:pt x="410" y="27"/>
                        <a:pt x="410" y="27"/>
                      </a:cubicBezTo>
                      <a:cubicBezTo>
                        <a:pt x="408" y="26"/>
                        <a:pt x="408" y="26"/>
                        <a:pt x="408" y="26"/>
                      </a:cubicBezTo>
                      <a:cubicBezTo>
                        <a:pt x="407" y="26"/>
                        <a:pt x="407" y="26"/>
                        <a:pt x="407" y="26"/>
                      </a:cubicBezTo>
                      <a:cubicBezTo>
                        <a:pt x="399" y="23"/>
                        <a:pt x="390" y="21"/>
                        <a:pt x="383" y="20"/>
                      </a:cubicBezTo>
                      <a:cubicBezTo>
                        <a:pt x="376" y="19"/>
                        <a:pt x="370" y="18"/>
                        <a:pt x="363" y="17"/>
                      </a:cubicBezTo>
                      <a:cubicBezTo>
                        <a:pt x="342" y="15"/>
                        <a:pt x="321" y="16"/>
                        <a:pt x="300" y="17"/>
                      </a:cubicBezTo>
                      <a:cubicBezTo>
                        <a:pt x="288" y="18"/>
                        <a:pt x="273" y="20"/>
                        <a:pt x="262" y="22"/>
                      </a:cubicBezTo>
                      <a:cubicBezTo>
                        <a:pt x="249" y="24"/>
                        <a:pt x="236" y="27"/>
                        <a:pt x="224" y="30"/>
                      </a:cubicBezTo>
                      <a:cubicBezTo>
                        <a:pt x="217" y="32"/>
                        <a:pt x="210" y="34"/>
                        <a:pt x="203" y="36"/>
                      </a:cubicBezTo>
                      <a:cubicBezTo>
                        <a:pt x="196" y="38"/>
                        <a:pt x="196" y="38"/>
                        <a:pt x="196" y="38"/>
                      </a:cubicBezTo>
                      <a:cubicBezTo>
                        <a:pt x="190" y="41"/>
                        <a:pt x="183" y="43"/>
                        <a:pt x="176" y="46"/>
                      </a:cubicBezTo>
                      <a:cubicBezTo>
                        <a:pt x="170" y="49"/>
                        <a:pt x="164" y="51"/>
                        <a:pt x="157" y="54"/>
                      </a:cubicBezTo>
                      <a:cubicBezTo>
                        <a:pt x="148" y="58"/>
                        <a:pt x="138" y="64"/>
                        <a:pt x="127" y="70"/>
                      </a:cubicBezTo>
                      <a:cubicBezTo>
                        <a:pt x="117" y="77"/>
                        <a:pt x="106" y="84"/>
                        <a:pt x="96" y="92"/>
                      </a:cubicBezTo>
                      <a:cubicBezTo>
                        <a:pt x="93" y="94"/>
                        <a:pt x="93" y="94"/>
                        <a:pt x="93" y="94"/>
                      </a:cubicBezTo>
                      <a:cubicBezTo>
                        <a:pt x="80" y="104"/>
                        <a:pt x="69" y="115"/>
                        <a:pt x="59" y="125"/>
                      </a:cubicBezTo>
                      <a:cubicBezTo>
                        <a:pt x="47" y="138"/>
                        <a:pt x="34" y="155"/>
                        <a:pt x="26" y="171"/>
                      </a:cubicBezTo>
                      <a:cubicBezTo>
                        <a:pt x="19" y="186"/>
                        <a:pt x="14" y="201"/>
                        <a:pt x="14" y="217"/>
                      </a:cubicBezTo>
                      <a:cubicBezTo>
                        <a:pt x="15" y="222"/>
                        <a:pt x="15" y="229"/>
                        <a:pt x="17" y="234"/>
                      </a:cubicBezTo>
                      <a:cubicBezTo>
                        <a:pt x="19" y="239"/>
                        <a:pt x="22" y="244"/>
                        <a:pt x="26" y="249"/>
                      </a:cubicBezTo>
                      <a:cubicBezTo>
                        <a:pt x="28" y="252"/>
                        <a:pt x="31" y="255"/>
                        <a:pt x="35" y="258"/>
                      </a:cubicBezTo>
                      <a:cubicBezTo>
                        <a:pt x="40" y="261"/>
                        <a:pt x="45" y="264"/>
                        <a:pt x="51" y="267"/>
                      </a:cubicBezTo>
                      <a:cubicBezTo>
                        <a:pt x="61" y="272"/>
                        <a:pt x="72" y="276"/>
                        <a:pt x="84" y="279"/>
                      </a:cubicBezTo>
                      <a:cubicBezTo>
                        <a:pt x="95" y="282"/>
                        <a:pt x="106" y="284"/>
                        <a:pt x="117" y="285"/>
                      </a:cubicBezTo>
                      <a:cubicBezTo>
                        <a:pt x="121" y="286"/>
                        <a:pt x="125" y="286"/>
                        <a:pt x="129" y="287"/>
                      </a:cubicBezTo>
                      <a:cubicBezTo>
                        <a:pt x="131" y="287"/>
                        <a:pt x="134" y="287"/>
                        <a:pt x="137" y="287"/>
                      </a:cubicBezTo>
                      <a:cubicBezTo>
                        <a:pt x="150" y="289"/>
                        <a:pt x="168" y="290"/>
                        <a:pt x="184" y="291"/>
                      </a:cubicBezTo>
                      <a:cubicBezTo>
                        <a:pt x="206" y="291"/>
                        <a:pt x="227" y="291"/>
                        <a:pt x="251" y="289"/>
                      </a:cubicBezTo>
                      <a:cubicBezTo>
                        <a:pt x="268" y="287"/>
                        <a:pt x="287" y="285"/>
                        <a:pt x="306" y="281"/>
                      </a:cubicBezTo>
                      <a:cubicBezTo>
                        <a:pt x="331" y="276"/>
                        <a:pt x="357" y="268"/>
                        <a:pt x="381" y="259"/>
                      </a:cubicBezTo>
                      <a:cubicBezTo>
                        <a:pt x="395" y="254"/>
                        <a:pt x="407" y="248"/>
                        <a:pt x="419" y="241"/>
                      </a:cubicBezTo>
                      <a:cubicBezTo>
                        <a:pt x="430" y="233"/>
                        <a:pt x="440" y="224"/>
                        <a:pt x="449" y="215"/>
                      </a:cubicBezTo>
                      <a:cubicBezTo>
                        <a:pt x="450" y="214"/>
                        <a:pt x="451" y="213"/>
                        <a:pt x="453" y="211"/>
                      </a:cubicBezTo>
                      <a:cubicBezTo>
                        <a:pt x="455" y="209"/>
                        <a:pt x="454" y="210"/>
                        <a:pt x="456" y="207"/>
                      </a:cubicBezTo>
                      <a:cubicBezTo>
                        <a:pt x="458" y="205"/>
                        <a:pt x="457" y="207"/>
                        <a:pt x="458" y="205"/>
                      </a:cubicBezTo>
                      <a:cubicBezTo>
                        <a:pt x="464" y="198"/>
                        <a:pt x="464" y="198"/>
                        <a:pt x="464" y="198"/>
                      </a:cubicBezTo>
                      <a:cubicBezTo>
                        <a:pt x="465" y="197"/>
                        <a:pt x="466" y="196"/>
                        <a:pt x="467" y="195"/>
                      </a:cubicBezTo>
                      <a:cubicBezTo>
                        <a:pt x="467" y="194"/>
                        <a:pt x="468" y="193"/>
                        <a:pt x="469" y="192"/>
                      </a:cubicBezTo>
                      <a:cubicBezTo>
                        <a:pt x="472" y="187"/>
                        <a:pt x="475" y="182"/>
                        <a:pt x="477" y="177"/>
                      </a:cubicBezTo>
                      <a:cubicBezTo>
                        <a:pt x="482" y="167"/>
                        <a:pt x="486" y="156"/>
                        <a:pt x="487" y="146"/>
                      </a:cubicBezTo>
                      <a:cubicBezTo>
                        <a:pt x="487" y="143"/>
                        <a:pt x="487" y="146"/>
                        <a:pt x="488" y="144"/>
                      </a:cubicBezTo>
                      <a:cubicBezTo>
                        <a:pt x="488" y="142"/>
                        <a:pt x="488" y="141"/>
                        <a:pt x="487" y="139"/>
                      </a:cubicBezTo>
                      <a:cubicBezTo>
                        <a:pt x="487" y="137"/>
                        <a:pt x="487" y="136"/>
                        <a:pt x="487" y="134"/>
                      </a:cubicBezTo>
                      <a:cubicBezTo>
                        <a:pt x="487" y="130"/>
                        <a:pt x="486" y="126"/>
                        <a:pt x="485" y="123"/>
                      </a:cubicBezTo>
                      <a:cubicBezTo>
                        <a:pt x="483" y="115"/>
                        <a:pt x="480" y="108"/>
                        <a:pt x="475" y="103"/>
                      </a:cubicBezTo>
                      <a:cubicBezTo>
                        <a:pt x="472" y="98"/>
                        <a:pt x="467" y="94"/>
                        <a:pt x="462" y="91"/>
                      </a:cubicBezTo>
                      <a:cubicBezTo>
                        <a:pt x="460" y="90"/>
                        <a:pt x="461" y="90"/>
                        <a:pt x="460" y="90"/>
                      </a:cubicBezTo>
                      <a:cubicBezTo>
                        <a:pt x="458" y="89"/>
                        <a:pt x="459" y="89"/>
                        <a:pt x="458" y="88"/>
                      </a:cubicBezTo>
                      <a:cubicBezTo>
                        <a:pt x="456" y="87"/>
                        <a:pt x="456" y="87"/>
                        <a:pt x="456" y="87"/>
                      </a:cubicBezTo>
                      <a:cubicBezTo>
                        <a:pt x="453" y="86"/>
                        <a:pt x="453" y="86"/>
                        <a:pt x="453" y="86"/>
                      </a:cubicBezTo>
                      <a:cubicBezTo>
                        <a:pt x="439" y="78"/>
                        <a:pt x="424" y="72"/>
                        <a:pt x="409" y="67"/>
                      </a:cubicBezTo>
                      <a:cubicBezTo>
                        <a:pt x="406" y="66"/>
                        <a:pt x="406" y="66"/>
                        <a:pt x="402" y="64"/>
                      </a:cubicBezTo>
                      <a:cubicBezTo>
                        <a:pt x="398" y="63"/>
                        <a:pt x="399" y="63"/>
                        <a:pt x="396" y="63"/>
                      </a:cubicBezTo>
                      <a:cubicBezTo>
                        <a:pt x="395" y="63"/>
                        <a:pt x="392" y="61"/>
                        <a:pt x="391" y="61"/>
                      </a:cubicBezTo>
                      <a:cubicBezTo>
                        <a:pt x="390" y="61"/>
                        <a:pt x="391" y="61"/>
                        <a:pt x="391" y="61"/>
                      </a:cubicBezTo>
                      <a:cubicBezTo>
                        <a:pt x="388" y="60"/>
                        <a:pt x="378" y="58"/>
                        <a:pt x="373" y="57"/>
                      </a:cubicBezTo>
                      <a:cubicBezTo>
                        <a:pt x="366" y="56"/>
                        <a:pt x="358" y="54"/>
                        <a:pt x="350" y="53"/>
                      </a:cubicBezTo>
                      <a:cubicBezTo>
                        <a:pt x="358" y="54"/>
                        <a:pt x="365" y="55"/>
                        <a:pt x="367" y="55"/>
                      </a:cubicBezTo>
                      <a:cubicBezTo>
                        <a:pt x="359" y="53"/>
                        <a:pt x="344" y="52"/>
                        <a:pt x="336" y="51"/>
                      </a:cubicBezTo>
                      <a:cubicBezTo>
                        <a:pt x="318" y="50"/>
                        <a:pt x="294" y="52"/>
                        <a:pt x="273" y="56"/>
                      </a:cubicBezTo>
                      <a:cubicBezTo>
                        <a:pt x="272" y="56"/>
                        <a:pt x="271" y="56"/>
                        <a:pt x="271" y="56"/>
                      </a:cubicBezTo>
                      <a:cubicBezTo>
                        <a:pt x="265" y="57"/>
                        <a:pt x="265" y="57"/>
                        <a:pt x="265" y="57"/>
                      </a:cubicBezTo>
                      <a:cubicBezTo>
                        <a:pt x="264" y="58"/>
                        <a:pt x="264" y="58"/>
                        <a:pt x="264" y="58"/>
                      </a:cubicBezTo>
                      <a:cubicBezTo>
                        <a:pt x="264" y="58"/>
                        <a:pt x="263" y="58"/>
                        <a:pt x="262" y="58"/>
                      </a:cubicBezTo>
                      <a:cubicBezTo>
                        <a:pt x="264" y="58"/>
                        <a:pt x="264" y="58"/>
                        <a:pt x="264" y="58"/>
                      </a:cubicBezTo>
                      <a:cubicBezTo>
                        <a:pt x="265" y="57"/>
                        <a:pt x="265" y="57"/>
                        <a:pt x="265" y="57"/>
                      </a:cubicBezTo>
                      <a:cubicBezTo>
                        <a:pt x="266" y="57"/>
                        <a:pt x="266" y="57"/>
                        <a:pt x="266" y="57"/>
                      </a:cubicBezTo>
                      <a:cubicBezTo>
                        <a:pt x="266" y="57"/>
                        <a:pt x="266" y="57"/>
                        <a:pt x="266" y="57"/>
                      </a:cubicBezTo>
                      <a:cubicBezTo>
                        <a:pt x="267" y="57"/>
                        <a:pt x="267" y="57"/>
                        <a:pt x="267" y="57"/>
                      </a:cubicBezTo>
                      <a:cubicBezTo>
                        <a:pt x="288" y="53"/>
                        <a:pt x="309" y="50"/>
                        <a:pt x="330" y="51"/>
                      </a:cubicBezTo>
                      <a:cubicBezTo>
                        <a:pt x="335" y="51"/>
                        <a:pt x="343" y="51"/>
                        <a:pt x="352" y="52"/>
                      </a:cubicBezTo>
                      <a:cubicBezTo>
                        <a:pt x="362" y="53"/>
                        <a:pt x="371" y="55"/>
                        <a:pt x="378" y="57"/>
                      </a:cubicBezTo>
                      <a:cubicBezTo>
                        <a:pt x="387" y="58"/>
                        <a:pt x="391" y="59"/>
                        <a:pt x="387" y="58"/>
                      </a:cubicBezTo>
                      <a:cubicBezTo>
                        <a:pt x="376" y="55"/>
                        <a:pt x="367" y="53"/>
                        <a:pt x="356" y="52"/>
                      </a:cubicBezTo>
                      <a:cubicBezTo>
                        <a:pt x="354" y="51"/>
                        <a:pt x="352" y="51"/>
                        <a:pt x="355" y="51"/>
                      </a:cubicBezTo>
                      <a:cubicBezTo>
                        <a:pt x="377" y="53"/>
                        <a:pt x="401" y="60"/>
                        <a:pt x="418" y="66"/>
                      </a:cubicBezTo>
                      <a:cubicBezTo>
                        <a:pt x="428" y="70"/>
                        <a:pt x="428" y="70"/>
                        <a:pt x="428" y="70"/>
                      </a:cubicBezTo>
                      <a:cubicBezTo>
                        <a:pt x="430" y="70"/>
                        <a:pt x="431" y="71"/>
                        <a:pt x="432" y="71"/>
                      </a:cubicBezTo>
                      <a:cubicBezTo>
                        <a:pt x="432" y="71"/>
                        <a:pt x="430" y="70"/>
                        <a:pt x="430" y="70"/>
                      </a:cubicBezTo>
                      <a:cubicBezTo>
                        <a:pt x="411" y="62"/>
                        <a:pt x="395" y="56"/>
                        <a:pt x="374" y="52"/>
                      </a:cubicBezTo>
                      <a:cubicBezTo>
                        <a:pt x="371" y="51"/>
                        <a:pt x="368" y="51"/>
                        <a:pt x="365" y="50"/>
                      </a:cubicBezTo>
                      <a:cubicBezTo>
                        <a:pt x="358" y="49"/>
                        <a:pt x="347" y="48"/>
                        <a:pt x="338" y="47"/>
                      </a:cubicBezTo>
                      <a:cubicBezTo>
                        <a:pt x="336" y="47"/>
                        <a:pt x="337" y="47"/>
                        <a:pt x="336" y="47"/>
                      </a:cubicBezTo>
                      <a:cubicBezTo>
                        <a:pt x="315" y="46"/>
                        <a:pt x="296" y="48"/>
                        <a:pt x="277" y="51"/>
                      </a:cubicBezTo>
                      <a:cubicBezTo>
                        <a:pt x="293" y="48"/>
                        <a:pt x="310" y="47"/>
                        <a:pt x="325" y="47"/>
                      </a:cubicBezTo>
                      <a:cubicBezTo>
                        <a:pt x="327" y="47"/>
                        <a:pt x="328" y="46"/>
                        <a:pt x="330" y="46"/>
                      </a:cubicBezTo>
                      <a:cubicBezTo>
                        <a:pt x="343" y="47"/>
                        <a:pt x="363" y="49"/>
                        <a:pt x="379" y="52"/>
                      </a:cubicBezTo>
                      <a:cubicBezTo>
                        <a:pt x="381" y="52"/>
                        <a:pt x="382" y="52"/>
                        <a:pt x="375" y="51"/>
                      </a:cubicBezTo>
                      <a:cubicBezTo>
                        <a:pt x="377" y="51"/>
                        <a:pt x="378" y="51"/>
                        <a:pt x="381" y="52"/>
                      </a:cubicBezTo>
                      <a:cubicBezTo>
                        <a:pt x="381" y="52"/>
                        <a:pt x="380" y="52"/>
                        <a:pt x="379" y="52"/>
                      </a:cubicBezTo>
                      <a:cubicBezTo>
                        <a:pt x="388" y="53"/>
                        <a:pt x="389" y="54"/>
                        <a:pt x="398" y="56"/>
                      </a:cubicBezTo>
                      <a:cubicBezTo>
                        <a:pt x="399" y="56"/>
                        <a:pt x="400" y="56"/>
                        <a:pt x="399" y="56"/>
                      </a:cubicBezTo>
                      <a:cubicBezTo>
                        <a:pt x="392" y="54"/>
                        <a:pt x="385" y="52"/>
                        <a:pt x="379" y="51"/>
                      </a:cubicBezTo>
                      <a:cubicBezTo>
                        <a:pt x="375" y="50"/>
                        <a:pt x="372" y="50"/>
                        <a:pt x="369" y="49"/>
                      </a:cubicBezTo>
                      <a:cubicBezTo>
                        <a:pt x="367" y="49"/>
                        <a:pt x="367" y="49"/>
                        <a:pt x="365" y="48"/>
                      </a:cubicBezTo>
                      <a:cubicBezTo>
                        <a:pt x="363" y="48"/>
                        <a:pt x="360" y="48"/>
                        <a:pt x="358" y="48"/>
                      </a:cubicBezTo>
                      <a:cubicBezTo>
                        <a:pt x="353" y="47"/>
                        <a:pt x="353" y="47"/>
                        <a:pt x="353" y="47"/>
                      </a:cubicBezTo>
                      <a:cubicBezTo>
                        <a:pt x="345" y="46"/>
                        <a:pt x="336" y="46"/>
                        <a:pt x="327" y="45"/>
                      </a:cubicBezTo>
                      <a:cubicBezTo>
                        <a:pt x="321" y="45"/>
                        <a:pt x="314" y="45"/>
                        <a:pt x="307" y="46"/>
                      </a:cubicBezTo>
                      <a:cubicBezTo>
                        <a:pt x="310" y="45"/>
                        <a:pt x="315" y="45"/>
                        <a:pt x="320" y="45"/>
                      </a:cubicBezTo>
                      <a:cubicBezTo>
                        <a:pt x="337" y="45"/>
                        <a:pt x="357" y="46"/>
                        <a:pt x="371" y="49"/>
                      </a:cubicBezTo>
                      <a:cubicBezTo>
                        <a:pt x="372" y="49"/>
                        <a:pt x="369" y="48"/>
                        <a:pt x="368" y="48"/>
                      </a:cubicBezTo>
                      <a:cubicBezTo>
                        <a:pt x="363" y="47"/>
                        <a:pt x="360" y="47"/>
                        <a:pt x="356" y="46"/>
                      </a:cubicBezTo>
                      <a:cubicBezTo>
                        <a:pt x="354" y="46"/>
                        <a:pt x="357" y="46"/>
                        <a:pt x="355" y="46"/>
                      </a:cubicBezTo>
                      <a:cubicBezTo>
                        <a:pt x="345" y="45"/>
                        <a:pt x="335" y="45"/>
                        <a:pt x="323" y="45"/>
                      </a:cubicBezTo>
                      <a:cubicBezTo>
                        <a:pt x="322" y="44"/>
                        <a:pt x="319" y="44"/>
                        <a:pt x="321" y="44"/>
                      </a:cubicBezTo>
                      <a:cubicBezTo>
                        <a:pt x="319" y="44"/>
                        <a:pt x="319" y="44"/>
                        <a:pt x="317" y="44"/>
                      </a:cubicBezTo>
                      <a:cubicBezTo>
                        <a:pt x="314" y="44"/>
                        <a:pt x="318" y="44"/>
                        <a:pt x="317" y="44"/>
                      </a:cubicBezTo>
                      <a:cubicBezTo>
                        <a:pt x="314" y="44"/>
                        <a:pt x="310" y="45"/>
                        <a:pt x="308" y="45"/>
                      </a:cubicBezTo>
                      <a:cubicBezTo>
                        <a:pt x="294" y="46"/>
                        <a:pt x="282" y="47"/>
                        <a:pt x="266" y="50"/>
                      </a:cubicBezTo>
                      <a:cubicBezTo>
                        <a:pt x="276" y="48"/>
                        <a:pt x="290" y="46"/>
                        <a:pt x="305" y="45"/>
                      </a:cubicBezTo>
                      <a:cubicBezTo>
                        <a:pt x="308" y="44"/>
                        <a:pt x="304" y="45"/>
                        <a:pt x="307" y="44"/>
                      </a:cubicBezTo>
                      <a:cubicBezTo>
                        <a:pt x="311" y="44"/>
                        <a:pt x="314" y="44"/>
                        <a:pt x="318" y="44"/>
                      </a:cubicBezTo>
                      <a:cubicBezTo>
                        <a:pt x="328" y="44"/>
                        <a:pt x="328" y="44"/>
                        <a:pt x="328" y="44"/>
                      </a:cubicBezTo>
                      <a:cubicBezTo>
                        <a:pt x="333" y="44"/>
                        <a:pt x="338" y="44"/>
                        <a:pt x="343" y="44"/>
                      </a:cubicBezTo>
                      <a:cubicBezTo>
                        <a:pt x="348" y="45"/>
                        <a:pt x="351" y="45"/>
                        <a:pt x="356" y="45"/>
                      </a:cubicBezTo>
                      <a:cubicBezTo>
                        <a:pt x="358" y="46"/>
                        <a:pt x="358" y="45"/>
                        <a:pt x="361" y="46"/>
                      </a:cubicBezTo>
                      <a:cubicBezTo>
                        <a:pt x="362" y="46"/>
                        <a:pt x="357" y="45"/>
                        <a:pt x="360" y="45"/>
                      </a:cubicBezTo>
                      <a:cubicBezTo>
                        <a:pt x="363" y="46"/>
                        <a:pt x="360" y="45"/>
                        <a:pt x="362" y="46"/>
                      </a:cubicBezTo>
                      <a:cubicBezTo>
                        <a:pt x="365" y="46"/>
                        <a:pt x="366" y="46"/>
                        <a:pt x="368" y="46"/>
                      </a:cubicBezTo>
                      <a:cubicBezTo>
                        <a:pt x="375" y="48"/>
                        <a:pt x="382" y="49"/>
                        <a:pt x="389" y="51"/>
                      </a:cubicBezTo>
                      <a:cubicBezTo>
                        <a:pt x="391" y="51"/>
                        <a:pt x="386" y="50"/>
                        <a:pt x="388" y="50"/>
                      </a:cubicBezTo>
                      <a:cubicBezTo>
                        <a:pt x="391" y="51"/>
                        <a:pt x="401" y="54"/>
                        <a:pt x="403" y="54"/>
                      </a:cubicBezTo>
                      <a:cubicBezTo>
                        <a:pt x="411" y="57"/>
                        <a:pt x="415" y="58"/>
                        <a:pt x="424" y="61"/>
                      </a:cubicBezTo>
                      <a:cubicBezTo>
                        <a:pt x="427" y="63"/>
                        <a:pt x="424" y="61"/>
                        <a:pt x="426" y="62"/>
                      </a:cubicBezTo>
                      <a:cubicBezTo>
                        <a:pt x="431" y="64"/>
                        <a:pt x="434" y="65"/>
                        <a:pt x="440" y="68"/>
                      </a:cubicBezTo>
                      <a:cubicBezTo>
                        <a:pt x="444" y="69"/>
                        <a:pt x="450" y="72"/>
                        <a:pt x="455" y="75"/>
                      </a:cubicBezTo>
                      <a:cubicBezTo>
                        <a:pt x="455" y="74"/>
                        <a:pt x="452" y="73"/>
                        <a:pt x="449" y="71"/>
                      </a:cubicBezTo>
                      <a:cubicBezTo>
                        <a:pt x="451" y="72"/>
                        <a:pt x="456" y="75"/>
                        <a:pt x="458" y="76"/>
                      </a:cubicBezTo>
                      <a:cubicBezTo>
                        <a:pt x="466" y="80"/>
                        <a:pt x="473" y="84"/>
                        <a:pt x="480" y="91"/>
                      </a:cubicBezTo>
                      <a:cubicBezTo>
                        <a:pt x="486" y="97"/>
                        <a:pt x="492" y="105"/>
                        <a:pt x="495" y="116"/>
                      </a:cubicBezTo>
                      <a:cubicBezTo>
                        <a:pt x="496" y="119"/>
                        <a:pt x="497" y="120"/>
                        <a:pt x="498" y="123"/>
                      </a:cubicBezTo>
                      <a:cubicBezTo>
                        <a:pt x="498" y="124"/>
                        <a:pt x="498" y="124"/>
                        <a:pt x="498" y="123"/>
                      </a:cubicBezTo>
                      <a:cubicBezTo>
                        <a:pt x="498" y="126"/>
                        <a:pt x="499" y="130"/>
                        <a:pt x="499" y="134"/>
                      </a:cubicBezTo>
                      <a:cubicBezTo>
                        <a:pt x="500" y="136"/>
                        <a:pt x="500" y="139"/>
                        <a:pt x="500" y="141"/>
                      </a:cubicBezTo>
                      <a:cubicBezTo>
                        <a:pt x="500" y="143"/>
                        <a:pt x="500" y="146"/>
                        <a:pt x="500" y="148"/>
                      </a:cubicBezTo>
                      <a:close/>
                      <a:moveTo>
                        <a:pt x="385" y="50"/>
                      </a:moveTo>
                      <a:cubicBezTo>
                        <a:pt x="380" y="49"/>
                        <a:pt x="378" y="49"/>
                        <a:pt x="371" y="47"/>
                      </a:cubicBezTo>
                      <a:cubicBezTo>
                        <a:pt x="369" y="47"/>
                        <a:pt x="367" y="47"/>
                        <a:pt x="364" y="46"/>
                      </a:cubicBezTo>
                      <a:cubicBezTo>
                        <a:pt x="363" y="47"/>
                        <a:pt x="354" y="45"/>
                        <a:pt x="354" y="46"/>
                      </a:cubicBezTo>
                      <a:cubicBezTo>
                        <a:pt x="359" y="46"/>
                        <a:pt x="362" y="47"/>
                        <a:pt x="365" y="47"/>
                      </a:cubicBezTo>
                      <a:cubicBezTo>
                        <a:pt x="367" y="47"/>
                        <a:pt x="364" y="47"/>
                        <a:pt x="366" y="47"/>
                      </a:cubicBezTo>
                      <a:cubicBezTo>
                        <a:pt x="370" y="48"/>
                        <a:pt x="380" y="49"/>
                        <a:pt x="386" y="51"/>
                      </a:cubicBezTo>
                      <a:cubicBezTo>
                        <a:pt x="386" y="51"/>
                        <a:pt x="384" y="50"/>
                        <a:pt x="385" y="50"/>
                      </a:cubicBezTo>
                      <a:close/>
                      <a:moveTo>
                        <a:pt x="387" y="51"/>
                      </a:moveTo>
                      <a:cubicBezTo>
                        <a:pt x="387" y="51"/>
                        <a:pt x="388" y="51"/>
                        <a:pt x="388" y="51"/>
                      </a:cubicBezTo>
                      <a:cubicBezTo>
                        <a:pt x="392" y="52"/>
                        <a:pt x="389" y="51"/>
                        <a:pt x="387" y="51"/>
                      </a:cubicBezTo>
                      <a:close/>
                      <a:moveTo>
                        <a:pt x="391" y="61"/>
                      </a:moveTo>
                      <a:cubicBezTo>
                        <a:pt x="391" y="61"/>
                        <a:pt x="391" y="61"/>
                        <a:pt x="391" y="61"/>
                      </a:cubicBezTo>
                      <a:cubicBezTo>
                        <a:pt x="391" y="61"/>
                        <a:pt x="391" y="61"/>
                        <a:pt x="391" y="61"/>
                      </a:cubicBezTo>
                      <a:close/>
                    </a:path>
                  </a:pathLst>
                </a:custGeom>
                <a:solidFill>
                  <a:srgbClr val="008000"/>
                </a:solidFill>
                <a:ln w="12700" cmpd="sng">
                  <a:solidFill>
                    <a:srgbClr val="008000"/>
                  </a:solidFill>
                </a:ln>
                <a:effectLst>
                  <a:outerShdw blurRad="50800" dist="254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" name="Freeform 501"/>
                <p:cNvSpPr>
                  <a:spLocks noEditPoints="1"/>
                </p:cNvSpPr>
                <p:nvPr/>
              </p:nvSpPr>
              <p:spPr bwMode="auto">
                <a:xfrm>
                  <a:off x="2132667" y="5595919"/>
                  <a:ext cx="442263" cy="380279"/>
                </a:xfrm>
                <a:custGeom>
                  <a:avLst/>
                  <a:gdLst>
                    <a:gd name="T0" fmla="*/ 450 w 500"/>
                    <a:gd name="T1" fmla="*/ 71 h 305"/>
                    <a:gd name="T2" fmla="*/ 422 w 500"/>
                    <a:gd name="T3" fmla="*/ 60 h 305"/>
                    <a:gd name="T4" fmla="*/ 366 w 500"/>
                    <a:gd name="T5" fmla="*/ 54 h 305"/>
                    <a:gd name="T6" fmla="*/ 299 w 500"/>
                    <a:gd name="T7" fmla="*/ 46 h 305"/>
                    <a:gd name="T8" fmla="*/ 265 w 500"/>
                    <a:gd name="T9" fmla="*/ 53 h 305"/>
                    <a:gd name="T10" fmla="*/ 264 w 500"/>
                    <a:gd name="T11" fmla="*/ 53 h 305"/>
                    <a:gd name="T12" fmla="*/ 265 w 500"/>
                    <a:gd name="T13" fmla="*/ 51 h 305"/>
                    <a:gd name="T14" fmla="*/ 265 w 500"/>
                    <a:gd name="T15" fmla="*/ 51 h 305"/>
                    <a:gd name="T16" fmla="*/ 264 w 500"/>
                    <a:gd name="T17" fmla="*/ 51 h 305"/>
                    <a:gd name="T18" fmla="*/ 265 w 500"/>
                    <a:gd name="T19" fmla="*/ 58 h 305"/>
                    <a:gd name="T20" fmla="*/ 263 w 500"/>
                    <a:gd name="T21" fmla="*/ 51 h 305"/>
                    <a:gd name="T22" fmla="*/ 262 w 500"/>
                    <a:gd name="T23" fmla="*/ 53 h 305"/>
                    <a:gd name="T24" fmla="*/ 262 w 500"/>
                    <a:gd name="T25" fmla="*/ 56 h 305"/>
                    <a:gd name="T26" fmla="*/ 262 w 500"/>
                    <a:gd name="T27" fmla="*/ 58 h 305"/>
                    <a:gd name="T28" fmla="*/ 339 w 500"/>
                    <a:gd name="T29" fmla="*/ 54 h 305"/>
                    <a:gd name="T30" fmla="*/ 264 w 500"/>
                    <a:gd name="T31" fmla="*/ 56 h 305"/>
                    <a:gd name="T32" fmla="*/ 263 w 500"/>
                    <a:gd name="T33" fmla="*/ 56 h 305"/>
                    <a:gd name="T34" fmla="*/ 260 w 500"/>
                    <a:gd name="T35" fmla="*/ 52 h 305"/>
                    <a:gd name="T36" fmla="*/ 263 w 500"/>
                    <a:gd name="T37" fmla="*/ 52 h 305"/>
                    <a:gd name="T38" fmla="*/ 494 w 500"/>
                    <a:gd name="T39" fmla="*/ 169 h 305"/>
                    <a:gd name="T40" fmla="*/ 465 w 500"/>
                    <a:gd name="T41" fmla="*/ 217 h 305"/>
                    <a:gd name="T42" fmla="*/ 167 w 500"/>
                    <a:gd name="T43" fmla="*/ 304 h 305"/>
                    <a:gd name="T44" fmla="*/ 2 w 500"/>
                    <a:gd name="T45" fmla="*/ 232 h 305"/>
                    <a:gd name="T46" fmla="*/ 61 w 500"/>
                    <a:gd name="T47" fmla="*/ 102 h 305"/>
                    <a:gd name="T48" fmla="*/ 180 w 500"/>
                    <a:gd name="T49" fmla="*/ 28 h 305"/>
                    <a:gd name="T50" fmla="*/ 304 w 500"/>
                    <a:gd name="T51" fmla="*/ 1 h 305"/>
                    <a:gd name="T52" fmla="*/ 398 w 500"/>
                    <a:gd name="T53" fmla="*/ 6 h 305"/>
                    <a:gd name="T54" fmla="*/ 416 w 500"/>
                    <a:gd name="T55" fmla="*/ 12 h 305"/>
                    <a:gd name="T56" fmla="*/ 424 w 500"/>
                    <a:gd name="T57" fmla="*/ 14 h 305"/>
                    <a:gd name="T58" fmla="*/ 431 w 500"/>
                    <a:gd name="T59" fmla="*/ 19 h 305"/>
                    <a:gd name="T60" fmla="*/ 431 w 500"/>
                    <a:gd name="T61" fmla="*/ 26 h 305"/>
                    <a:gd name="T62" fmla="*/ 423 w 500"/>
                    <a:gd name="T63" fmla="*/ 32 h 305"/>
                    <a:gd name="T64" fmla="*/ 416 w 500"/>
                    <a:gd name="T65" fmla="*/ 31 h 305"/>
                    <a:gd name="T66" fmla="*/ 411 w 500"/>
                    <a:gd name="T67" fmla="*/ 27 h 305"/>
                    <a:gd name="T68" fmla="*/ 383 w 500"/>
                    <a:gd name="T69" fmla="*/ 20 h 305"/>
                    <a:gd name="T70" fmla="*/ 196 w 500"/>
                    <a:gd name="T71" fmla="*/ 38 h 305"/>
                    <a:gd name="T72" fmla="*/ 59 w 500"/>
                    <a:gd name="T73" fmla="*/ 125 h 305"/>
                    <a:gd name="T74" fmla="*/ 51 w 500"/>
                    <a:gd name="T75" fmla="*/ 267 h 305"/>
                    <a:gd name="T76" fmla="*/ 251 w 500"/>
                    <a:gd name="T77" fmla="*/ 289 h 305"/>
                    <a:gd name="T78" fmla="*/ 456 w 500"/>
                    <a:gd name="T79" fmla="*/ 207 h 305"/>
                    <a:gd name="T80" fmla="*/ 487 w 500"/>
                    <a:gd name="T81" fmla="*/ 146 h 305"/>
                    <a:gd name="T82" fmla="*/ 462 w 500"/>
                    <a:gd name="T83" fmla="*/ 91 h 305"/>
                    <a:gd name="T84" fmla="*/ 402 w 500"/>
                    <a:gd name="T85" fmla="*/ 64 h 305"/>
                    <a:gd name="T86" fmla="*/ 367 w 500"/>
                    <a:gd name="T87" fmla="*/ 55 h 305"/>
                    <a:gd name="T88" fmla="*/ 262 w 500"/>
                    <a:gd name="T89" fmla="*/ 58 h 305"/>
                    <a:gd name="T90" fmla="*/ 330 w 500"/>
                    <a:gd name="T91" fmla="*/ 51 h 305"/>
                    <a:gd name="T92" fmla="*/ 418 w 500"/>
                    <a:gd name="T93" fmla="*/ 66 h 305"/>
                    <a:gd name="T94" fmla="*/ 338 w 500"/>
                    <a:gd name="T95" fmla="*/ 47 h 305"/>
                    <a:gd name="T96" fmla="*/ 375 w 500"/>
                    <a:gd name="T97" fmla="*/ 51 h 305"/>
                    <a:gd name="T98" fmla="*/ 369 w 500"/>
                    <a:gd name="T99" fmla="*/ 49 h 305"/>
                    <a:gd name="T100" fmla="*/ 320 w 500"/>
                    <a:gd name="T101" fmla="*/ 45 h 305"/>
                    <a:gd name="T102" fmla="*/ 321 w 500"/>
                    <a:gd name="T103" fmla="*/ 44 h 305"/>
                    <a:gd name="T104" fmla="*/ 307 w 500"/>
                    <a:gd name="T105" fmla="*/ 44 h 305"/>
                    <a:gd name="T106" fmla="*/ 360 w 500"/>
                    <a:gd name="T107" fmla="*/ 45 h 305"/>
                    <a:gd name="T108" fmla="*/ 424 w 500"/>
                    <a:gd name="T109" fmla="*/ 61 h 305"/>
                    <a:gd name="T110" fmla="*/ 480 w 500"/>
                    <a:gd name="T111" fmla="*/ 91 h 305"/>
                    <a:gd name="T112" fmla="*/ 500 w 500"/>
                    <a:gd name="T113" fmla="*/ 148 h 305"/>
                    <a:gd name="T114" fmla="*/ 366 w 500"/>
                    <a:gd name="T115" fmla="*/ 47 h 305"/>
                    <a:gd name="T116" fmla="*/ 391 w 500"/>
                    <a:gd name="T117" fmla="*/ 61 h 3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500" h="305">
                      <a:moveTo>
                        <a:pt x="484" y="124"/>
                      </a:moveTo>
                      <a:cubicBezTo>
                        <a:pt x="485" y="125"/>
                        <a:pt x="485" y="127"/>
                        <a:pt x="485" y="128"/>
                      </a:cubicBezTo>
                      <a:lnTo>
                        <a:pt x="484" y="124"/>
                      </a:lnTo>
                      <a:close/>
                      <a:moveTo>
                        <a:pt x="450" y="71"/>
                      </a:moveTo>
                      <a:cubicBezTo>
                        <a:pt x="449" y="70"/>
                        <a:pt x="448" y="69"/>
                        <a:pt x="445" y="68"/>
                      </a:cubicBezTo>
                      <a:cubicBezTo>
                        <a:pt x="445" y="68"/>
                        <a:pt x="449" y="70"/>
                        <a:pt x="450" y="71"/>
                      </a:cubicBezTo>
                      <a:close/>
                      <a:moveTo>
                        <a:pt x="438" y="65"/>
                      </a:moveTo>
                      <a:cubicBezTo>
                        <a:pt x="440" y="66"/>
                        <a:pt x="443" y="67"/>
                        <a:pt x="443" y="67"/>
                      </a:cubicBezTo>
                      <a:cubicBezTo>
                        <a:pt x="442" y="67"/>
                        <a:pt x="438" y="65"/>
                        <a:pt x="438" y="65"/>
                      </a:cubicBezTo>
                      <a:close/>
                      <a:moveTo>
                        <a:pt x="422" y="60"/>
                      </a:moveTo>
                      <a:cubicBezTo>
                        <a:pt x="420" y="60"/>
                        <a:pt x="417" y="58"/>
                        <a:pt x="417" y="58"/>
                      </a:cubicBezTo>
                      <a:cubicBezTo>
                        <a:pt x="418" y="59"/>
                        <a:pt x="421" y="60"/>
                        <a:pt x="422" y="60"/>
                      </a:cubicBezTo>
                      <a:close/>
                      <a:moveTo>
                        <a:pt x="413" y="55"/>
                      </a:moveTo>
                      <a:cubicBezTo>
                        <a:pt x="410" y="54"/>
                        <a:pt x="405" y="52"/>
                        <a:pt x="404" y="52"/>
                      </a:cubicBezTo>
                      <a:cubicBezTo>
                        <a:pt x="408" y="53"/>
                        <a:pt x="411" y="54"/>
                        <a:pt x="413" y="55"/>
                      </a:cubicBezTo>
                      <a:close/>
                      <a:moveTo>
                        <a:pt x="366" y="54"/>
                      </a:moveTo>
                      <a:cubicBezTo>
                        <a:pt x="370" y="55"/>
                        <a:pt x="379" y="56"/>
                        <a:pt x="384" y="57"/>
                      </a:cubicBezTo>
                      <a:cubicBezTo>
                        <a:pt x="379" y="56"/>
                        <a:pt x="372" y="55"/>
                        <a:pt x="366" y="54"/>
                      </a:cubicBezTo>
                      <a:close/>
                      <a:moveTo>
                        <a:pt x="366" y="49"/>
                      </a:moveTo>
                      <a:cubicBezTo>
                        <a:pt x="361" y="48"/>
                        <a:pt x="361" y="48"/>
                        <a:pt x="361" y="48"/>
                      </a:cubicBezTo>
                      <a:cubicBezTo>
                        <a:pt x="359" y="48"/>
                        <a:pt x="347" y="47"/>
                        <a:pt x="348" y="47"/>
                      </a:cubicBezTo>
                      <a:cubicBezTo>
                        <a:pt x="356" y="47"/>
                        <a:pt x="366" y="49"/>
                        <a:pt x="372" y="50"/>
                      </a:cubicBezTo>
                      <a:cubicBezTo>
                        <a:pt x="370" y="50"/>
                        <a:pt x="368" y="50"/>
                        <a:pt x="366" y="49"/>
                      </a:cubicBezTo>
                      <a:close/>
                      <a:moveTo>
                        <a:pt x="299" y="46"/>
                      </a:moveTo>
                      <a:cubicBezTo>
                        <a:pt x="296" y="46"/>
                        <a:pt x="296" y="46"/>
                        <a:pt x="296" y="46"/>
                      </a:cubicBezTo>
                      <a:cubicBezTo>
                        <a:pt x="296" y="47"/>
                        <a:pt x="296" y="47"/>
                        <a:pt x="297" y="47"/>
                      </a:cubicBezTo>
                      <a:cubicBezTo>
                        <a:pt x="299" y="46"/>
                        <a:pt x="299" y="46"/>
                        <a:pt x="299" y="46"/>
                      </a:cubicBezTo>
                      <a:close/>
                      <a:moveTo>
                        <a:pt x="264" y="53"/>
                      </a:moveTo>
                      <a:cubicBezTo>
                        <a:pt x="264" y="53"/>
                        <a:pt x="264" y="53"/>
                        <a:pt x="264" y="53"/>
                      </a:cubicBezTo>
                      <a:cubicBezTo>
                        <a:pt x="264" y="53"/>
                        <a:pt x="265" y="53"/>
                        <a:pt x="265" y="53"/>
                      </a:cubicBezTo>
                      <a:cubicBezTo>
                        <a:pt x="265" y="53"/>
                        <a:pt x="265" y="53"/>
                        <a:pt x="265" y="53"/>
                      </a:cubicBezTo>
                      <a:cubicBezTo>
                        <a:pt x="269" y="52"/>
                        <a:pt x="269" y="52"/>
                        <a:pt x="269" y="52"/>
                      </a:cubicBezTo>
                      <a:lnTo>
                        <a:pt x="264" y="53"/>
                      </a:lnTo>
                      <a:close/>
                      <a:moveTo>
                        <a:pt x="264" y="53"/>
                      </a:moveTo>
                      <a:cubicBezTo>
                        <a:pt x="264" y="53"/>
                        <a:pt x="264" y="53"/>
                        <a:pt x="264" y="53"/>
                      </a:cubicBezTo>
                      <a:cubicBezTo>
                        <a:pt x="264" y="53"/>
                        <a:pt x="264" y="53"/>
                        <a:pt x="264" y="53"/>
                      </a:cubicBezTo>
                      <a:cubicBezTo>
                        <a:pt x="263" y="53"/>
                        <a:pt x="264" y="53"/>
                        <a:pt x="264" y="53"/>
                      </a:cubicBezTo>
                      <a:close/>
                      <a:moveTo>
                        <a:pt x="264" y="53"/>
                      </a:moveTo>
                      <a:cubicBezTo>
                        <a:pt x="264" y="53"/>
                        <a:pt x="264" y="53"/>
                        <a:pt x="264" y="53"/>
                      </a:cubicBezTo>
                      <a:cubicBezTo>
                        <a:pt x="264" y="53"/>
                        <a:pt x="264" y="53"/>
                        <a:pt x="264" y="53"/>
                      </a:cubicBezTo>
                      <a:cubicBezTo>
                        <a:pt x="264" y="53"/>
                        <a:pt x="264" y="53"/>
                        <a:pt x="264" y="53"/>
                      </a:cubicBezTo>
                      <a:close/>
                      <a:moveTo>
                        <a:pt x="265" y="51"/>
                      </a:moveTo>
                      <a:cubicBezTo>
                        <a:pt x="264" y="51"/>
                        <a:pt x="264" y="51"/>
                        <a:pt x="264" y="51"/>
                      </a:cubicBezTo>
                      <a:cubicBezTo>
                        <a:pt x="264" y="51"/>
                        <a:pt x="264" y="51"/>
                        <a:pt x="264" y="51"/>
                      </a:cubicBezTo>
                      <a:cubicBezTo>
                        <a:pt x="264" y="51"/>
                        <a:pt x="264" y="51"/>
                        <a:pt x="265" y="51"/>
                      </a:cubicBezTo>
                      <a:cubicBezTo>
                        <a:pt x="265" y="51"/>
                        <a:pt x="265" y="51"/>
                        <a:pt x="265" y="51"/>
                      </a:cubicBezTo>
                      <a:cubicBezTo>
                        <a:pt x="265" y="51"/>
                        <a:pt x="265" y="51"/>
                        <a:pt x="265" y="50"/>
                      </a:cubicBezTo>
                      <a:cubicBezTo>
                        <a:pt x="265" y="51"/>
                        <a:pt x="265" y="51"/>
                        <a:pt x="265" y="51"/>
                      </a:cubicBezTo>
                      <a:close/>
                      <a:moveTo>
                        <a:pt x="265" y="57"/>
                      </a:moveTo>
                      <a:cubicBezTo>
                        <a:pt x="265" y="57"/>
                        <a:pt x="265" y="57"/>
                        <a:pt x="265" y="57"/>
                      </a:cubicBezTo>
                      <a:cubicBezTo>
                        <a:pt x="265" y="57"/>
                        <a:pt x="265" y="57"/>
                        <a:pt x="265" y="57"/>
                      </a:cubicBezTo>
                      <a:close/>
                      <a:moveTo>
                        <a:pt x="264" y="51"/>
                      </a:moveTo>
                      <a:cubicBezTo>
                        <a:pt x="264" y="51"/>
                        <a:pt x="264" y="52"/>
                        <a:pt x="264" y="52"/>
                      </a:cubicBezTo>
                      <a:cubicBezTo>
                        <a:pt x="264" y="52"/>
                        <a:pt x="264" y="52"/>
                        <a:pt x="264" y="51"/>
                      </a:cubicBezTo>
                      <a:close/>
                      <a:moveTo>
                        <a:pt x="264" y="51"/>
                      </a:moveTo>
                      <a:cubicBezTo>
                        <a:pt x="264" y="51"/>
                        <a:pt x="264" y="51"/>
                        <a:pt x="264" y="51"/>
                      </a:cubicBezTo>
                      <a:cubicBezTo>
                        <a:pt x="264" y="51"/>
                        <a:pt x="264" y="51"/>
                        <a:pt x="264" y="51"/>
                      </a:cubicBezTo>
                      <a:close/>
                      <a:moveTo>
                        <a:pt x="265" y="58"/>
                      </a:moveTo>
                      <a:cubicBezTo>
                        <a:pt x="265" y="58"/>
                        <a:pt x="265" y="58"/>
                        <a:pt x="265" y="58"/>
                      </a:cubicBezTo>
                      <a:cubicBezTo>
                        <a:pt x="265" y="58"/>
                        <a:pt x="265" y="58"/>
                        <a:pt x="265" y="58"/>
                      </a:cubicBezTo>
                      <a:close/>
                      <a:moveTo>
                        <a:pt x="265" y="57"/>
                      </a:moveTo>
                      <a:cubicBezTo>
                        <a:pt x="264" y="57"/>
                        <a:pt x="264" y="57"/>
                        <a:pt x="264" y="57"/>
                      </a:cubicBezTo>
                      <a:cubicBezTo>
                        <a:pt x="264" y="57"/>
                        <a:pt x="265" y="57"/>
                        <a:pt x="265" y="57"/>
                      </a:cubicBezTo>
                      <a:close/>
                      <a:moveTo>
                        <a:pt x="263" y="51"/>
                      </a:moveTo>
                      <a:cubicBezTo>
                        <a:pt x="263" y="51"/>
                        <a:pt x="263" y="51"/>
                        <a:pt x="263" y="51"/>
                      </a:cubicBezTo>
                      <a:cubicBezTo>
                        <a:pt x="263" y="51"/>
                        <a:pt x="263" y="51"/>
                        <a:pt x="263" y="51"/>
                      </a:cubicBezTo>
                      <a:close/>
                      <a:moveTo>
                        <a:pt x="263" y="54"/>
                      </a:moveTo>
                      <a:cubicBezTo>
                        <a:pt x="263" y="54"/>
                        <a:pt x="263" y="53"/>
                        <a:pt x="263" y="53"/>
                      </a:cubicBezTo>
                      <a:cubicBezTo>
                        <a:pt x="263" y="53"/>
                        <a:pt x="263" y="53"/>
                        <a:pt x="263" y="54"/>
                      </a:cubicBezTo>
                      <a:close/>
                      <a:moveTo>
                        <a:pt x="262" y="53"/>
                      </a:moveTo>
                      <a:cubicBezTo>
                        <a:pt x="263" y="53"/>
                        <a:pt x="263" y="53"/>
                        <a:pt x="263" y="53"/>
                      </a:cubicBezTo>
                      <a:cubicBezTo>
                        <a:pt x="263" y="53"/>
                        <a:pt x="262" y="53"/>
                        <a:pt x="262" y="53"/>
                      </a:cubicBezTo>
                      <a:close/>
                      <a:moveTo>
                        <a:pt x="262" y="53"/>
                      </a:moveTo>
                      <a:cubicBezTo>
                        <a:pt x="262" y="52"/>
                        <a:pt x="262" y="53"/>
                        <a:pt x="262" y="53"/>
                      </a:cubicBezTo>
                      <a:cubicBezTo>
                        <a:pt x="262" y="53"/>
                        <a:pt x="262" y="52"/>
                        <a:pt x="262" y="52"/>
                      </a:cubicBezTo>
                      <a:cubicBezTo>
                        <a:pt x="262" y="53"/>
                        <a:pt x="262" y="53"/>
                        <a:pt x="262" y="53"/>
                      </a:cubicBezTo>
                      <a:close/>
                      <a:moveTo>
                        <a:pt x="262" y="56"/>
                      </a:moveTo>
                      <a:cubicBezTo>
                        <a:pt x="263" y="56"/>
                        <a:pt x="262" y="56"/>
                        <a:pt x="262" y="56"/>
                      </a:cubicBezTo>
                      <a:close/>
                      <a:moveTo>
                        <a:pt x="261" y="58"/>
                      </a:moveTo>
                      <a:cubicBezTo>
                        <a:pt x="262" y="58"/>
                        <a:pt x="262" y="58"/>
                        <a:pt x="262" y="58"/>
                      </a:cubicBezTo>
                      <a:cubicBezTo>
                        <a:pt x="262" y="58"/>
                        <a:pt x="261" y="58"/>
                        <a:pt x="261" y="58"/>
                      </a:cubicBezTo>
                      <a:close/>
                      <a:moveTo>
                        <a:pt x="262" y="58"/>
                      </a:moveTo>
                      <a:cubicBezTo>
                        <a:pt x="262" y="58"/>
                        <a:pt x="262" y="58"/>
                        <a:pt x="262" y="58"/>
                      </a:cubicBezTo>
                      <a:cubicBezTo>
                        <a:pt x="262" y="59"/>
                        <a:pt x="262" y="59"/>
                        <a:pt x="262" y="58"/>
                      </a:cubicBezTo>
                      <a:close/>
                      <a:moveTo>
                        <a:pt x="262" y="61"/>
                      </a:moveTo>
                      <a:cubicBezTo>
                        <a:pt x="262" y="61"/>
                        <a:pt x="262" y="61"/>
                        <a:pt x="262" y="61"/>
                      </a:cubicBezTo>
                      <a:cubicBezTo>
                        <a:pt x="262" y="61"/>
                        <a:pt x="262" y="61"/>
                        <a:pt x="262" y="61"/>
                      </a:cubicBezTo>
                      <a:close/>
                      <a:moveTo>
                        <a:pt x="261" y="61"/>
                      </a:moveTo>
                      <a:cubicBezTo>
                        <a:pt x="260" y="61"/>
                        <a:pt x="260" y="61"/>
                        <a:pt x="261" y="61"/>
                      </a:cubicBezTo>
                      <a:close/>
                      <a:moveTo>
                        <a:pt x="339" y="54"/>
                      </a:moveTo>
                      <a:cubicBezTo>
                        <a:pt x="334" y="54"/>
                        <a:pt x="330" y="54"/>
                        <a:pt x="326" y="54"/>
                      </a:cubicBezTo>
                      <a:cubicBezTo>
                        <a:pt x="329" y="54"/>
                        <a:pt x="333" y="54"/>
                        <a:pt x="336" y="54"/>
                      </a:cubicBezTo>
                      <a:cubicBezTo>
                        <a:pt x="336" y="54"/>
                        <a:pt x="338" y="54"/>
                        <a:pt x="339" y="54"/>
                      </a:cubicBezTo>
                      <a:close/>
                      <a:moveTo>
                        <a:pt x="263" y="56"/>
                      </a:moveTo>
                      <a:cubicBezTo>
                        <a:pt x="264" y="56"/>
                        <a:pt x="264" y="56"/>
                        <a:pt x="264" y="56"/>
                      </a:cubicBezTo>
                      <a:cubicBezTo>
                        <a:pt x="264" y="56"/>
                        <a:pt x="264" y="56"/>
                        <a:pt x="264" y="56"/>
                      </a:cubicBezTo>
                      <a:cubicBezTo>
                        <a:pt x="264" y="56"/>
                        <a:pt x="265" y="56"/>
                        <a:pt x="265" y="56"/>
                      </a:cubicBezTo>
                      <a:cubicBezTo>
                        <a:pt x="265" y="56"/>
                        <a:pt x="265" y="56"/>
                        <a:pt x="265" y="56"/>
                      </a:cubicBezTo>
                      <a:cubicBezTo>
                        <a:pt x="265" y="56"/>
                        <a:pt x="265" y="56"/>
                        <a:pt x="265" y="56"/>
                      </a:cubicBezTo>
                      <a:cubicBezTo>
                        <a:pt x="265" y="56"/>
                        <a:pt x="265" y="56"/>
                        <a:pt x="265" y="56"/>
                      </a:cubicBezTo>
                      <a:cubicBezTo>
                        <a:pt x="265" y="56"/>
                        <a:pt x="265" y="56"/>
                        <a:pt x="265" y="55"/>
                      </a:cubicBezTo>
                      <a:cubicBezTo>
                        <a:pt x="265" y="56"/>
                        <a:pt x="264" y="56"/>
                        <a:pt x="263" y="56"/>
                      </a:cubicBezTo>
                      <a:close/>
                      <a:moveTo>
                        <a:pt x="264" y="52"/>
                      </a:moveTo>
                      <a:cubicBezTo>
                        <a:pt x="264" y="52"/>
                        <a:pt x="264" y="52"/>
                        <a:pt x="264" y="52"/>
                      </a:cubicBezTo>
                      <a:cubicBezTo>
                        <a:pt x="264" y="52"/>
                        <a:pt x="263" y="52"/>
                        <a:pt x="263" y="52"/>
                      </a:cubicBezTo>
                      <a:cubicBezTo>
                        <a:pt x="263" y="52"/>
                        <a:pt x="264" y="52"/>
                        <a:pt x="264" y="52"/>
                      </a:cubicBezTo>
                      <a:close/>
                      <a:moveTo>
                        <a:pt x="261" y="53"/>
                      </a:moveTo>
                      <a:cubicBezTo>
                        <a:pt x="261" y="52"/>
                        <a:pt x="261" y="52"/>
                        <a:pt x="260" y="52"/>
                      </a:cubicBezTo>
                      <a:cubicBezTo>
                        <a:pt x="260" y="53"/>
                        <a:pt x="259" y="53"/>
                        <a:pt x="259" y="53"/>
                      </a:cubicBezTo>
                      <a:cubicBezTo>
                        <a:pt x="259" y="53"/>
                        <a:pt x="260" y="53"/>
                        <a:pt x="260" y="53"/>
                      </a:cubicBezTo>
                      <a:cubicBezTo>
                        <a:pt x="260" y="53"/>
                        <a:pt x="260" y="53"/>
                        <a:pt x="260" y="53"/>
                      </a:cubicBezTo>
                      <a:cubicBezTo>
                        <a:pt x="261" y="53"/>
                        <a:pt x="261" y="53"/>
                        <a:pt x="262" y="52"/>
                      </a:cubicBezTo>
                      <a:cubicBezTo>
                        <a:pt x="262" y="52"/>
                        <a:pt x="262" y="52"/>
                        <a:pt x="262" y="52"/>
                      </a:cubicBezTo>
                      <a:cubicBezTo>
                        <a:pt x="262" y="52"/>
                        <a:pt x="263" y="52"/>
                        <a:pt x="263" y="52"/>
                      </a:cubicBezTo>
                      <a:cubicBezTo>
                        <a:pt x="262" y="52"/>
                        <a:pt x="262" y="52"/>
                        <a:pt x="261" y="53"/>
                      </a:cubicBezTo>
                      <a:close/>
                      <a:moveTo>
                        <a:pt x="262" y="59"/>
                      </a:moveTo>
                      <a:cubicBezTo>
                        <a:pt x="262" y="59"/>
                        <a:pt x="262" y="59"/>
                        <a:pt x="262" y="59"/>
                      </a:cubicBezTo>
                      <a:cubicBezTo>
                        <a:pt x="262" y="59"/>
                        <a:pt x="262" y="59"/>
                        <a:pt x="262" y="59"/>
                      </a:cubicBezTo>
                      <a:close/>
                      <a:moveTo>
                        <a:pt x="500" y="148"/>
                      </a:moveTo>
                      <a:cubicBezTo>
                        <a:pt x="498" y="158"/>
                        <a:pt x="496" y="166"/>
                        <a:pt x="494" y="169"/>
                      </a:cubicBezTo>
                      <a:cubicBezTo>
                        <a:pt x="493" y="172"/>
                        <a:pt x="495" y="168"/>
                        <a:pt x="494" y="170"/>
                      </a:cubicBezTo>
                      <a:cubicBezTo>
                        <a:pt x="493" y="174"/>
                        <a:pt x="490" y="181"/>
                        <a:pt x="488" y="184"/>
                      </a:cubicBezTo>
                      <a:cubicBezTo>
                        <a:pt x="486" y="189"/>
                        <a:pt x="483" y="194"/>
                        <a:pt x="480" y="199"/>
                      </a:cubicBezTo>
                      <a:cubicBezTo>
                        <a:pt x="478" y="202"/>
                        <a:pt x="477" y="204"/>
                        <a:pt x="475" y="206"/>
                      </a:cubicBezTo>
                      <a:cubicBezTo>
                        <a:pt x="470" y="212"/>
                        <a:pt x="470" y="212"/>
                        <a:pt x="470" y="212"/>
                      </a:cubicBezTo>
                      <a:cubicBezTo>
                        <a:pt x="469" y="214"/>
                        <a:pt x="466" y="216"/>
                        <a:pt x="465" y="217"/>
                      </a:cubicBezTo>
                      <a:cubicBezTo>
                        <a:pt x="462" y="221"/>
                        <a:pt x="456" y="228"/>
                        <a:pt x="452" y="232"/>
                      </a:cubicBezTo>
                      <a:cubicBezTo>
                        <a:pt x="438" y="245"/>
                        <a:pt x="422" y="256"/>
                        <a:pt x="405" y="264"/>
                      </a:cubicBezTo>
                      <a:cubicBezTo>
                        <a:pt x="387" y="272"/>
                        <a:pt x="369" y="278"/>
                        <a:pt x="351" y="284"/>
                      </a:cubicBezTo>
                      <a:cubicBezTo>
                        <a:pt x="314" y="295"/>
                        <a:pt x="277" y="301"/>
                        <a:pt x="239" y="304"/>
                      </a:cubicBezTo>
                      <a:cubicBezTo>
                        <a:pt x="221" y="305"/>
                        <a:pt x="200" y="305"/>
                        <a:pt x="183" y="305"/>
                      </a:cubicBezTo>
                      <a:cubicBezTo>
                        <a:pt x="177" y="304"/>
                        <a:pt x="172" y="304"/>
                        <a:pt x="167" y="304"/>
                      </a:cubicBezTo>
                      <a:cubicBezTo>
                        <a:pt x="155" y="303"/>
                        <a:pt x="142" y="302"/>
                        <a:pt x="129" y="301"/>
                      </a:cubicBezTo>
                      <a:cubicBezTo>
                        <a:pt x="116" y="299"/>
                        <a:pt x="103" y="298"/>
                        <a:pt x="93" y="296"/>
                      </a:cubicBezTo>
                      <a:cubicBezTo>
                        <a:pt x="77" y="292"/>
                        <a:pt x="61" y="288"/>
                        <a:pt x="45" y="280"/>
                      </a:cubicBezTo>
                      <a:cubicBezTo>
                        <a:pt x="38" y="277"/>
                        <a:pt x="32" y="273"/>
                        <a:pt x="27" y="269"/>
                      </a:cubicBezTo>
                      <a:cubicBezTo>
                        <a:pt x="24" y="268"/>
                        <a:pt x="22" y="266"/>
                        <a:pt x="20" y="264"/>
                      </a:cubicBezTo>
                      <a:cubicBezTo>
                        <a:pt x="11" y="256"/>
                        <a:pt x="4" y="244"/>
                        <a:pt x="2" y="232"/>
                      </a:cubicBezTo>
                      <a:cubicBezTo>
                        <a:pt x="1" y="225"/>
                        <a:pt x="0" y="219"/>
                        <a:pt x="0" y="213"/>
                      </a:cubicBezTo>
                      <a:cubicBezTo>
                        <a:pt x="0" y="203"/>
                        <a:pt x="2" y="191"/>
                        <a:pt x="6" y="180"/>
                      </a:cubicBezTo>
                      <a:cubicBezTo>
                        <a:pt x="10" y="169"/>
                        <a:pt x="16" y="158"/>
                        <a:pt x="22" y="148"/>
                      </a:cubicBezTo>
                      <a:cubicBezTo>
                        <a:pt x="25" y="143"/>
                        <a:pt x="29" y="139"/>
                        <a:pt x="32" y="134"/>
                      </a:cubicBezTo>
                      <a:cubicBezTo>
                        <a:pt x="34" y="132"/>
                        <a:pt x="36" y="130"/>
                        <a:pt x="38" y="127"/>
                      </a:cubicBezTo>
                      <a:cubicBezTo>
                        <a:pt x="44" y="119"/>
                        <a:pt x="54" y="109"/>
                        <a:pt x="61" y="102"/>
                      </a:cubicBezTo>
                      <a:cubicBezTo>
                        <a:pt x="65" y="98"/>
                        <a:pt x="69" y="95"/>
                        <a:pt x="74" y="91"/>
                      </a:cubicBezTo>
                      <a:cubicBezTo>
                        <a:pt x="83" y="83"/>
                        <a:pt x="92" y="76"/>
                        <a:pt x="100" y="70"/>
                      </a:cubicBezTo>
                      <a:cubicBezTo>
                        <a:pt x="111" y="62"/>
                        <a:pt x="128" y="52"/>
                        <a:pt x="143" y="45"/>
                      </a:cubicBezTo>
                      <a:cubicBezTo>
                        <a:pt x="144" y="44"/>
                        <a:pt x="144" y="44"/>
                        <a:pt x="144" y="44"/>
                      </a:cubicBezTo>
                      <a:cubicBezTo>
                        <a:pt x="155" y="39"/>
                        <a:pt x="166" y="33"/>
                        <a:pt x="177" y="29"/>
                      </a:cubicBezTo>
                      <a:cubicBezTo>
                        <a:pt x="179" y="29"/>
                        <a:pt x="179" y="29"/>
                        <a:pt x="180" y="28"/>
                      </a:cubicBezTo>
                      <a:cubicBezTo>
                        <a:pt x="194" y="23"/>
                        <a:pt x="194" y="23"/>
                        <a:pt x="194" y="23"/>
                      </a:cubicBezTo>
                      <a:cubicBezTo>
                        <a:pt x="215" y="16"/>
                        <a:pt x="231" y="12"/>
                        <a:pt x="249" y="9"/>
                      </a:cubicBezTo>
                      <a:cubicBezTo>
                        <a:pt x="259" y="6"/>
                        <a:pt x="271" y="5"/>
                        <a:pt x="281" y="3"/>
                      </a:cubicBezTo>
                      <a:cubicBezTo>
                        <a:pt x="284" y="3"/>
                        <a:pt x="287" y="2"/>
                        <a:pt x="290" y="2"/>
                      </a:cubicBezTo>
                      <a:cubicBezTo>
                        <a:pt x="293" y="2"/>
                        <a:pt x="295" y="2"/>
                        <a:pt x="297" y="1"/>
                      </a:cubicBezTo>
                      <a:cubicBezTo>
                        <a:pt x="304" y="1"/>
                        <a:pt x="304" y="1"/>
                        <a:pt x="304" y="1"/>
                      </a:cubicBezTo>
                      <a:cubicBezTo>
                        <a:pt x="307" y="1"/>
                        <a:pt x="311" y="0"/>
                        <a:pt x="314" y="0"/>
                      </a:cubicBezTo>
                      <a:cubicBezTo>
                        <a:pt x="318" y="0"/>
                        <a:pt x="321" y="0"/>
                        <a:pt x="324" y="0"/>
                      </a:cubicBezTo>
                      <a:cubicBezTo>
                        <a:pt x="327" y="0"/>
                        <a:pt x="331" y="0"/>
                        <a:pt x="334" y="0"/>
                      </a:cubicBezTo>
                      <a:cubicBezTo>
                        <a:pt x="343" y="0"/>
                        <a:pt x="351" y="0"/>
                        <a:pt x="361" y="1"/>
                      </a:cubicBezTo>
                      <a:cubicBezTo>
                        <a:pt x="368" y="2"/>
                        <a:pt x="376" y="2"/>
                        <a:pt x="384" y="4"/>
                      </a:cubicBezTo>
                      <a:cubicBezTo>
                        <a:pt x="389" y="4"/>
                        <a:pt x="394" y="5"/>
                        <a:pt x="398" y="6"/>
                      </a:cubicBezTo>
                      <a:cubicBezTo>
                        <a:pt x="400" y="7"/>
                        <a:pt x="403" y="8"/>
                        <a:pt x="405" y="8"/>
                      </a:cubicBezTo>
                      <a:cubicBezTo>
                        <a:pt x="408" y="9"/>
                        <a:pt x="410" y="10"/>
                        <a:pt x="413" y="11"/>
                      </a:cubicBezTo>
                      <a:cubicBezTo>
                        <a:pt x="415" y="11"/>
                        <a:pt x="415" y="11"/>
                        <a:pt x="415" y="11"/>
                      </a:cubicBezTo>
                      <a:cubicBezTo>
                        <a:pt x="415" y="11"/>
                        <a:pt x="415" y="11"/>
                        <a:pt x="415" y="11"/>
                      </a:cubicBezTo>
                      <a:cubicBezTo>
                        <a:pt x="415" y="11"/>
                        <a:pt x="415" y="11"/>
                        <a:pt x="415" y="11"/>
                      </a:cubicBezTo>
                      <a:cubicBezTo>
                        <a:pt x="416" y="11"/>
                        <a:pt x="416" y="11"/>
                        <a:pt x="416" y="12"/>
                      </a:cubicBezTo>
                      <a:cubicBezTo>
                        <a:pt x="417" y="12"/>
                        <a:pt x="419" y="13"/>
                        <a:pt x="420" y="12"/>
                      </a:cubicBezTo>
                      <a:cubicBezTo>
                        <a:pt x="420" y="12"/>
                        <a:pt x="420" y="12"/>
                        <a:pt x="420" y="12"/>
                      </a:cubicBezTo>
                      <a:cubicBezTo>
                        <a:pt x="421" y="12"/>
                        <a:pt x="421" y="12"/>
                        <a:pt x="421" y="12"/>
                      </a:cubicBezTo>
                      <a:cubicBezTo>
                        <a:pt x="421" y="13"/>
                        <a:pt x="422" y="13"/>
                        <a:pt x="423" y="13"/>
                      </a:cubicBezTo>
                      <a:cubicBezTo>
                        <a:pt x="423" y="13"/>
                        <a:pt x="423" y="13"/>
                        <a:pt x="423" y="13"/>
                      </a:cubicBezTo>
                      <a:cubicBezTo>
                        <a:pt x="424" y="13"/>
                        <a:pt x="424" y="14"/>
                        <a:pt x="424" y="14"/>
                      </a:cubicBezTo>
                      <a:cubicBezTo>
                        <a:pt x="425" y="14"/>
                        <a:pt x="425" y="14"/>
                        <a:pt x="425" y="14"/>
                      </a:cubicBezTo>
                      <a:cubicBezTo>
                        <a:pt x="426" y="14"/>
                        <a:pt x="426" y="14"/>
                        <a:pt x="426" y="15"/>
                      </a:cubicBezTo>
                      <a:cubicBezTo>
                        <a:pt x="426" y="15"/>
                        <a:pt x="426" y="15"/>
                        <a:pt x="426" y="15"/>
                      </a:cubicBezTo>
                      <a:cubicBezTo>
                        <a:pt x="426" y="15"/>
                        <a:pt x="427" y="16"/>
                        <a:pt x="428" y="16"/>
                      </a:cubicBezTo>
                      <a:cubicBezTo>
                        <a:pt x="428" y="17"/>
                        <a:pt x="429" y="17"/>
                        <a:pt x="429" y="17"/>
                      </a:cubicBezTo>
                      <a:cubicBezTo>
                        <a:pt x="430" y="17"/>
                        <a:pt x="430" y="19"/>
                        <a:pt x="431" y="19"/>
                      </a:cubicBezTo>
                      <a:cubicBezTo>
                        <a:pt x="430" y="20"/>
                        <a:pt x="431" y="20"/>
                        <a:pt x="431" y="20"/>
                      </a:cubicBezTo>
                      <a:cubicBezTo>
                        <a:pt x="431" y="20"/>
                        <a:pt x="431" y="21"/>
                        <a:pt x="431" y="21"/>
                      </a:cubicBezTo>
                      <a:cubicBezTo>
                        <a:pt x="431" y="21"/>
                        <a:pt x="431" y="22"/>
                        <a:pt x="431" y="22"/>
                      </a:cubicBezTo>
                      <a:cubicBezTo>
                        <a:pt x="431" y="22"/>
                        <a:pt x="431" y="23"/>
                        <a:pt x="431" y="23"/>
                      </a:cubicBezTo>
                      <a:cubicBezTo>
                        <a:pt x="431" y="23"/>
                        <a:pt x="432" y="24"/>
                        <a:pt x="432" y="24"/>
                      </a:cubicBezTo>
                      <a:cubicBezTo>
                        <a:pt x="432" y="25"/>
                        <a:pt x="431" y="25"/>
                        <a:pt x="431" y="26"/>
                      </a:cubicBezTo>
                      <a:cubicBezTo>
                        <a:pt x="431" y="27"/>
                        <a:pt x="430" y="28"/>
                        <a:pt x="430" y="29"/>
                      </a:cubicBezTo>
                      <a:cubicBezTo>
                        <a:pt x="430" y="29"/>
                        <a:pt x="430" y="29"/>
                        <a:pt x="430" y="29"/>
                      </a:cubicBezTo>
                      <a:cubicBezTo>
                        <a:pt x="429" y="29"/>
                        <a:pt x="429" y="30"/>
                        <a:pt x="428" y="30"/>
                      </a:cubicBezTo>
                      <a:cubicBezTo>
                        <a:pt x="428" y="30"/>
                        <a:pt x="428" y="30"/>
                        <a:pt x="428" y="31"/>
                      </a:cubicBezTo>
                      <a:cubicBezTo>
                        <a:pt x="427" y="31"/>
                        <a:pt x="427" y="31"/>
                        <a:pt x="427" y="31"/>
                      </a:cubicBezTo>
                      <a:cubicBezTo>
                        <a:pt x="426" y="31"/>
                        <a:pt x="424" y="32"/>
                        <a:pt x="423" y="32"/>
                      </a:cubicBezTo>
                      <a:cubicBezTo>
                        <a:pt x="423" y="32"/>
                        <a:pt x="423" y="32"/>
                        <a:pt x="423" y="32"/>
                      </a:cubicBezTo>
                      <a:cubicBezTo>
                        <a:pt x="422" y="32"/>
                        <a:pt x="422" y="32"/>
                        <a:pt x="421" y="32"/>
                      </a:cubicBezTo>
                      <a:cubicBezTo>
                        <a:pt x="421" y="33"/>
                        <a:pt x="420" y="32"/>
                        <a:pt x="420" y="32"/>
                      </a:cubicBezTo>
                      <a:cubicBezTo>
                        <a:pt x="420" y="32"/>
                        <a:pt x="419" y="32"/>
                        <a:pt x="419" y="32"/>
                      </a:cubicBezTo>
                      <a:cubicBezTo>
                        <a:pt x="419" y="32"/>
                        <a:pt x="418" y="32"/>
                        <a:pt x="418" y="32"/>
                      </a:cubicBezTo>
                      <a:cubicBezTo>
                        <a:pt x="417" y="32"/>
                        <a:pt x="417" y="31"/>
                        <a:pt x="416" y="31"/>
                      </a:cubicBezTo>
                      <a:cubicBezTo>
                        <a:pt x="416" y="31"/>
                        <a:pt x="416" y="31"/>
                        <a:pt x="416" y="31"/>
                      </a:cubicBezTo>
                      <a:cubicBezTo>
                        <a:pt x="415" y="31"/>
                        <a:pt x="415" y="30"/>
                        <a:pt x="415" y="30"/>
                      </a:cubicBezTo>
                      <a:cubicBezTo>
                        <a:pt x="415" y="30"/>
                        <a:pt x="415" y="30"/>
                        <a:pt x="414" y="30"/>
                      </a:cubicBezTo>
                      <a:cubicBezTo>
                        <a:pt x="414" y="29"/>
                        <a:pt x="415" y="29"/>
                        <a:pt x="414" y="29"/>
                      </a:cubicBezTo>
                      <a:cubicBezTo>
                        <a:pt x="414" y="28"/>
                        <a:pt x="413" y="30"/>
                        <a:pt x="413" y="29"/>
                      </a:cubicBezTo>
                      <a:cubicBezTo>
                        <a:pt x="413" y="28"/>
                        <a:pt x="412" y="28"/>
                        <a:pt x="411" y="27"/>
                      </a:cubicBezTo>
                      <a:cubicBezTo>
                        <a:pt x="410" y="27"/>
                        <a:pt x="410" y="27"/>
                        <a:pt x="410" y="27"/>
                      </a:cubicBezTo>
                      <a:cubicBezTo>
                        <a:pt x="410" y="27"/>
                        <a:pt x="410" y="27"/>
                        <a:pt x="410" y="27"/>
                      </a:cubicBezTo>
                      <a:cubicBezTo>
                        <a:pt x="410" y="27"/>
                        <a:pt x="410" y="27"/>
                        <a:pt x="410" y="27"/>
                      </a:cubicBezTo>
                      <a:cubicBezTo>
                        <a:pt x="408" y="26"/>
                        <a:pt x="408" y="26"/>
                        <a:pt x="408" y="26"/>
                      </a:cubicBezTo>
                      <a:cubicBezTo>
                        <a:pt x="407" y="26"/>
                        <a:pt x="407" y="26"/>
                        <a:pt x="407" y="26"/>
                      </a:cubicBezTo>
                      <a:cubicBezTo>
                        <a:pt x="399" y="23"/>
                        <a:pt x="390" y="21"/>
                        <a:pt x="383" y="20"/>
                      </a:cubicBezTo>
                      <a:cubicBezTo>
                        <a:pt x="376" y="19"/>
                        <a:pt x="370" y="18"/>
                        <a:pt x="363" y="17"/>
                      </a:cubicBezTo>
                      <a:cubicBezTo>
                        <a:pt x="342" y="15"/>
                        <a:pt x="321" y="16"/>
                        <a:pt x="300" y="17"/>
                      </a:cubicBezTo>
                      <a:cubicBezTo>
                        <a:pt x="288" y="18"/>
                        <a:pt x="273" y="20"/>
                        <a:pt x="262" y="22"/>
                      </a:cubicBezTo>
                      <a:cubicBezTo>
                        <a:pt x="249" y="24"/>
                        <a:pt x="236" y="27"/>
                        <a:pt x="224" y="30"/>
                      </a:cubicBezTo>
                      <a:cubicBezTo>
                        <a:pt x="217" y="32"/>
                        <a:pt x="210" y="34"/>
                        <a:pt x="203" y="36"/>
                      </a:cubicBezTo>
                      <a:cubicBezTo>
                        <a:pt x="196" y="38"/>
                        <a:pt x="196" y="38"/>
                        <a:pt x="196" y="38"/>
                      </a:cubicBezTo>
                      <a:cubicBezTo>
                        <a:pt x="190" y="41"/>
                        <a:pt x="183" y="43"/>
                        <a:pt x="176" y="46"/>
                      </a:cubicBezTo>
                      <a:cubicBezTo>
                        <a:pt x="170" y="49"/>
                        <a:pt x="164" y="51"/>
                        <a:pt x="157" y="54"/>
                      </a:cubicBezTo>
                      <a:cubicBezTo>
                        <a:pt x="148" y="58"/>
                        <a:pt x="138" y="64"/>
                        <a:pt x="127" y="70"/>
                      </a:cubicBezTo>
                      <a:cubicBezTo>
                        <a:pt x="117" y="77"/>
                        <a:pt x="106" y="84"/>
                        <a:pt x="96" y="92"/>
                      </a:cubicBezTo>
                      <a:cubicBezTo>
                        <a:pt x="93" y="94"/>
                        <a:pt x="93" y="94"/>
                        <a:pt x="93" y="94"/>
                      </a:cubicBezTo>
                      <a:cubicBezTo>
                        <a:pt x="80" y="104"/>
                        <a:pt x="69" y="115"/>
                        <a:pt x="59" y="125"/>
                      </a:cubicBezTo>
                      <a:cubicBezTo>
                        <a:pt x="47" y="138"/>
                        <a:pt x="34" y="155"/>
                        <a:pt x="26" y="171"/>
                      </a:cubicBezTo>
                      <a:cubicBezTo>
                        <a:pt x="19" y="186"/>
                        <a:pt x="14" y="201"/>
                        <a:pt x="14" y="217"/>
                      </a:cubicBezTo>
                      <a:cubicBezTo>
                        <a:pt x="15" y="222"/>
                        <a:pt x="15" y="229"/>
                        <a:pt x="17" y="234"/>
                      </a:cubicBezTo>
                      <a:cubicBezTo>
                        <a:pt x="19" y="239"/>
                        <a:pt x="22" y="244"/>
                        <a:pt x="26" y="249"/>
                      </a:cubicBezTo>
                      <a:cubicBezTo>
                        <a:pt x="28" y="252"/>
                        <a:pt x="31" y="255"/>
                        <a:pt x="35" y="258"/>
                      </a:cubicBezTo>
                      <a:cubicBezTo>
                        <a:pt x="40" y="261"/>
                        <a:pt x="45" y="264"/>
                        <a:pt x="51" y="267"/>
                      </a:cubicBezTo>
                      <a:cubicBezTo>
                        <a:pt x="61" y="272"/>
                        <a:pt x="72" y="276"/>
                        <a:pt x="84" y="279"/>
                      </a:cubicBezTo>
                      <a:cubicBezTo>
                        <a:pt x="95" y="282"/>
                        <a:pt x="106" y="284"/>
                        <a:pt x="117" y="285"/>
                      </a:cubicBezTo>
                      <a:cubicBezTo>
                        <a:pt x="121" y="286"/>
                        <a:pt x="125" y="286"/>
                        <a:pt x="129" y="287"/>
                      </a:cubicBezTo>
                      <a:cubicBezTo>
                        <a:pt x="131" y="287"/>
                        <a:pt x="134" y="287"/>
                        <a:pt x="137" y="287"/>
                      </a:cubicBezTo>
                      <a:cubicBezTo>
                        <a:pt x="150" y="289"/>
                        <a:pt x="168" y="290"/>
                        <a:pt x="184" y="291"/>
                      </a:cubicBezTo>
                      <a:cubicBezTo>
                        <a:pt x="206" y="291"/>
                        <a:pt x="227" y="291"/>
                        <a:pt x="251" y="289"/>
                      </a:cubicBezTo>
                      <a:cubicBezTo>
                        <a:pt x="268" y="287"/>
                        <a:pt x="287" y="285"/>
                        <a:pt x="306" y="281"/>
                      </a:cubicBezTo>
                      <a:cubicBezTo>
                        <a:pt x="331" y="276"/>
                        <a:pt x="357" y="268"/>
                        <a:pt x="381" y="259"/>
                      </a:cubicBezTo>
                      <a:cubicBezTo>
                        <a:pt x="395" y="254"/>
                        <a:pt x="407" y="248"/>
                        <a:pt x="419" y="241"/>
                      </a:cubicBezTo>
                      <a:cubicBezTo>
                        <a:pt x="430" y="233"/>
                        <a:pt x="440" y="224"/>
                        <a:pt x="449" y="215"/>
                      </a:cubicBezTo>
                      <a:cubicBezTo>
                        <a:pt x="450" y="214"/>
                        <a:pt x="451" y="213"/>
                        <a:pt x="453" y="211"/>
                      </a:cubicBezTo>
                      <a:cubicBezTo>
                        <a:pt x="455" y="209"/>
                        <a:pt x="454" y="210"/>
                        <a:pt x="456" y="207"/>
                      </a:cubicBezTo>
                      <a:cubicBezTo>
                        <a:pt x="458" y="205"/>
                        <a:pt x="457" y="207"/>
                        <a:pt x="458" y="205"/>
                      </a:cubicBezTo>
                      <a:cubicBezTo>
                        <a:pt x="464" y="198"/>
                        <a:pt x="464" y="198"/>
                        <a:pt x="464" y="198"/>
                      </a:cubicBezTo>
                      <a:cubicBezTo>
                        <a:pt x="465" y="197"/>
                        <a:pt x="466" y="196"/>
                        <a:pt x="467" y="195"/>
                      </a:cubicBezTo>
                      <a:cubicBezTo>
                        <a:pt x="467" y="194"/>
                        <a:pt x="468" y="193"/>
                        <a:pt x="469" y="192"/>
                      </a:cubicBezTo>
                      <a:cubicBezTo>
                        <a:pt x="472" y="187"/>
                        <a:pt x="475" y="182"/>
                        <a:pt x="477" y="177"/>
                      </a:cubicBezTo>
                      <a:cubicBezTo>
                        <a:pt x="482" y="167"/>
                        <a:pt x="486" y="156"/>
                        <a:pt x="487" y="146"/>
                      </a:cubicBezTo>
                      <a:cubicBezTo>
                        <a:pt x="487" y="143"/>
                        <a:pt x="487" y="146"/>
                        <a:pt x="488" y="144"/>
                      </a:cubicBezTo>
                      <a:cubicBezTo>
                        <a:pt x="488" y="142"/>
                        <a:pt x="488" y="141"/>
                        <a:pt x="487" y="139"/>
                      </a:cubicBezTo>
                      <a:cubicBezTo>
                        <a:pt x="487" y="137"/>
                        <a:pt x="487" y="136"/>
                        <a:pt x="487" y="134"/>
                      </a:cubicBezTo>
                      <a:cubicBezTo>
                        <a:pt x="487" y="130"/>
                        <a:pt x="486" y="126"/>
                        <a:pt x="485" y="123"/>
                      </a:cubicBezTo>
                      <a:cubicBezTo>
                        <a:pt x="483" y="115"/>
                        <a:pt x="480" y="108"/>
                        <a:pt x="475" y="103"/>
                      </a:cubicBezTo>
                      <a:cubicBezTo>
                        <a:pt x="472" y="98"/>
                        <a:pt x="467" y="94"/>
                        <a:pt x="462" y="91"/>
                      </a:cubicBezTo>
                      <a:cubicBezTo>
                        <a:pt x="460" y="90"/>
                        <a:pt x="461" y="90"/>
                        <a:pt x="460" y="90"/>
                      </a:cubicBezTo>
                      <a:cubicBezTo>
                        <a:pt x="458" y="89"/>
                        <a:pt x="459" y="89"/>
                        <a:pt x="458" y="88"/>
                      </a:cubicBezTo>
                      <a:cubicBezTo>
                        <a:pt x="456" y="87"/>
                        <a:pt x="456" y="87"/>
                        <a:pt x="456" y="87"/>
                      </a:cubicBezTo>
                      <a:cubicBezTo>
                        <a:pt x="453" y="86"/>
                        <a:pt x="453" y="86"/>
                        <a:pt x="453" y="86"/>
                      </a:cubicBezTo>
                      <a:cubicBezTo>
                        <a:pt x="439" y="78"/>
                        <a:pt x="424" y="72"/>
                        <a:pt x="409" y="67"/>
                      </a:cubicBezTo>
                      <a:cubicBezTo>
                        <a:pt x="406" y="66"/>
                        <a:pt x="406" y="66"/>
                        <a:pt x="402" y="64"/>
                      </a:cubicBezTo>
                      <a:cubicBezTo>
                        <a:pt x="398" y="63"/>
                        <a:pt x="399" y="63"/>
                        <a:pt x="396" y="63"/>
                      </a:cubicBezTo>
                      <a:cubicBezTo>
                        <a:pt x="395" y="63"/>
                        <a:pt x="392" y="61"/>
                        <a:pt x="391" y="61"/>
                      </a:cubicBezTo>
                      <a:cubicBezTo>
                        <a:pt x="390" y="61"/>
                        <a:pt x="391" y="61"/>
                        <a:pt x="391" y="61"/>
                      </a:cubicBezTo>
                      <a:cubicBezTo>
                        <a:pt x="388" y="60"/>
                        <a:pt x="378" y="58"/>
                        <a:pt x="373" y="57"/>
                      </a:cubicBezTo>
                      <a:cubicBezTo>
                        <a:pt x="366" y="56"/>
                        <a:pt x="358" y="54"/>
                        <a:pt x="350" y="53"/>
                      </a:cubicBezTo>
                      <a:cubicBezTo>
                        <a:pt x="358" y="54"/>
                        <a:pt x="365" y="55"/>
                        <a:pt x="367" y="55"/>
                      </a:cubicBezTo>
                      <a:cubicBezTo>
                        <a:pt x="359" y="53"/>
                        <a:pt x="344" y="52"/>
                        <a:pt x="336" y="51"/>
                      </a:cubicBezTo>
                      <a:cubicBezTo>
                        <a:pt x="318" y="50"/>
                        <a:pt x="294" y="52"/>
                        <a:pt x="273" y="56"/>
                      </a:cubicBezTo>
                      <a:cubicBezTo>
                        <a:pt x="272" y="56"/>
                        <a:pt x="271" y="56"/>
                        <a:pt x="271" y="56"/>
                      </a:cubicBezTo>
                      <a:cubicBezTo>
                        <a:pt x="265" y="57"/>
                        <a:pt x="265" y="57"/>
                        <a:pt x="265" y="57"/>
                      </a:cubicBezTo>
                      <a:cubicBezTo>
                        <a:pt x="264" y="58"/>
                        <a:pt x="264" y="58"/>
                        <a:pt x="264" y="58"/>
                      </a:cubicBezTo>
                      <a:cubicBezTo>
                        <a:pt x="264" y="58"/>
                        <a:pt x="263" y="58"/>
                        <a:pt x="262" y="58"/>
                      </a:cubicBezTo>
                      <a:cubicBezTo>
                        <a:pt x="264" y="58"/>
                        <a:pt x="264" y="58"/>
                        <a:pt x="264" y="58"/>
                      </a:cubicBezTo>
                      <a:cubicBezTo>
                        <a:pt x="265" y="57"/>
                        <a:pt x="265" y="57"/>
                        <a:pt x="265" y="57"/>
                      </a:cubicBezTo>
                      <a:cubicBezTo>
                        <a:pt x="266" y="57"/>
                        <a:pt x="266" y="57"/>
                        <a:pt x="266" y="57"/>
                      </a:cubicBezTo>
                      <a:cubicBezTo>
                        <a:pt x="266" y="57"/>
                        <a:pt x="266" y="57"/>
                        <a:pt x="266" y="57"/>
                      </a:cubicBezTo>
                      <a:cubicBezTo>
                        <a:pt x="267" y="57"/>
                        <a:pt x="267" y="57"/>
                        <a:pt x="267" y="57"/>
                      </a:cubicBezTo>
                      <a:cubicBezTo>
                        <a:pt x="288" y="53"/>
                        <a:pt x="309" y="50"/>
                        <a:pt x="330" y="51"/>
                      </a:cubicBezTo>
                      <a:cubicBezTo>
                        <a:pt x="335" y="51"/>
                        <a:pt x="343" y="51"/>
                        <a:pt x="352" y="52"/>
                      </a:cubicBezTo>
                      <a:cubicBezTo>
                        <a:pt x="362" y="53"/>
                        <a:pt x="371" y="55"/>
                        <a:pt x="378" y="57"/>
                      </a:cubicBezTo>
                      <a:cubicBezTo>
                        <a:pt x="387" y="58"/>
                        <a:pt x="391" y="59"/>
                        <a:pt x="387" y="58"/>
                      </a:cubicBezTo>
                      <a:cubicBezTo>
                        <a:pt x="376" y="55"/>
                        <a:pt x="367" y="53"/>
                        <a:pt x="356" y="52"/>
                      </a:cubicBezTo>
                      <a:cubicBezTo>
                        <a:pt x="354" y="51"/>
                        <a:pt x="352" y="51"/>
                        <a:pt x="355" y="51"/>
                      </a:cubicBezTo>
                      <a:cubicBezTo>
                        <a:pt x="377" y="53"/>
                        <a:pt x="401" y="60"/>
                        <a:pt x="418" y="66"/>
                      </a:cubicBezTo>
                      <a:cubicBezTo>
                        <a:pt x="428" y="70"/>
                        <a:pt x="428" y="70"/>
                        <a:pt x="428" y="70"/>
                      </a:cubicBezTo>
                      <a:cubicBezTo>
                        <a:pt x="430" y="70"/>
                        <a:pt x="431" y="71"/>
                        <a:pt x="432" y="71"/>
                      </a:cubicBezTo>
                      <a:cubicBezTo>
                        <a:pt x="432" y="71"/>
                        <a:pt x="430" y="70"/>
                        <a:pt x="430" y="70"/>
                      </a:cubicBezTo>
                      <a:cubicBezTo>
                        <a:pt x="411" y="62"/>
                        <a:pt x="395" y="56"/>
                        <a:pt x="374" y="52"/>
                      </a:cubicBezTo>
                      <a:cubicBezTo>
                        <a:pt x="371" y="51"/>
                        <a:pt x="368" y="51"/>
                        <a:pt x="365" y="50"/>
                      </a:cubicBezTo>
                      <a:cubicBezTo>
                        <a:pt x="358" y="49"/>
                        <a:pt x="347" y="48"/>
                        <a:pt x="338" y="47"/>
                      </a:cubicBezTo>
                      <a:cubicBezTo>
                        <a:pt x="336" y="47"/>
                        <a:pt x="337" y="47"/>
                        <a:pt x="336" y="47"/>
                      </a:cubicBezTo>
                      <a:cubicBezTo>
                        <a:pt x="315" y="46"/>
                        <a:pt x="296" y="48"/>
                        <a:pt x="277" y="51"/>
                      </a:cubicBezTo>
                      <a:cubicBezTo>
                        <a:pt x="293" y="48"/>
                        <a:pt x="310" y="47"/>
                        <a:pt x="325" y="47"/>
                      </a:cubicBezTo>
                      <a:cubicBezTo>
                        <a:pt x="327" y="47"/>
                        <a:pt x="328" y="46"/>
                        <a:pt x="330" y="46"/>
                      </a:cubicBezTo>
                      <a:cubicBezTo>
                        <a:pt x="343" y="47"/>
                        <a:pt x="363" y="49"/>
                        <a:pt x="379" y="52"/>
                      </a:cubicBezTo>
                      <a:cubicBezTo>
                        <a:pt x="381" y="52"/>
                        <a:pt x="382" y="52"/>
                        <a:pt x="375" y="51"/>
                      </a:cubicBezTo>
                      <a:cubicBezTo>
                        <a:pt x="377" y="51"/>
                        <a:pt x="378" y="51"/>
                        <a:pt x="381" y="52"/>
                      </a:cubicBezTo>
                      <a:cubicBezTo>
                        <a:pt x="381" y="52"/>
                        <a:pt x="380" y="52"/>
                        <a:pt x="379" y="52"/>
                      </a:cubicBezTo>
                      <a:cubicBezTo>
                        <a:pt x="388" y="53"/>
                        <a:pt x="389" y="54"/>
                        <a:pt x="398" y="56"/>
                      </a:cubicBezTo>
                      <a:cubicBezTo>
                        <a:pt x="399" y="56"/>
                        <a:pt x="400" y="56"/>
                        <a:pt x="399" y="56"/>
                      </a:cubicBezTo>
                      <a:cubicBezTo>
                        <a:pt x="392" y="54"/>
                        <a:pt x="385" y="52"/>
                        <a:pt x="379" y="51"/>
                      </a:cubicBezTo>
                      <a:cubicBezTo>
                        <a:pt x="375" y="50"/>
                        <a:pt x="372" y="50"/>
                        <a:pt x="369" y="49"/>
                      </a:cubicBezTo>
                      <a:cubicBezTo>
                        <a:pt x="367" y="49"/>
                        <a:pt x="367" y="49"/>
                        <a:pt x="365" y="48"/>
                      </a:cubicBezTo>
                      <a:cubicBezTo>
                        <a:pt x="363" y="48"/>
                        <a:pt x="360" y="48"/>
                        <a:pt x="358" y="48"/>
                      </a:cubicBezTo>
                      <a:cubicBezTo>
                        <a:pt x="353" y="47"/>
                        <a:pt x="353" y="47"/>
                        <a:pt x="353" y="47"/>
                      </a:cubicBezTo>
                      <a:cubicBezTo>
                        <a:pt x="345" y="46"/>
                        <a:pt x="336" y="46"/>
                        <a:pt x="327" y="45"/>
                      </a:cubicBezTo>
                      <a:cubicBezTo>
                        <a:pt x="321" y="45"/>
                        <a:pt x="314" y="45"/>
                        <a:pt x="307" y="46"/>
                      </a:cubicBezTo>
                      <a:cubicBezTo>
                        <a:pt x="310" y="45"/>
                        <a:pt x="315" y="45"/>
                        <a:pt x="320" y="45"/>
                      </a:cubicBezTo>
                      <a:cubicBezTo>
                        <a:pt x="337" y="45"/>
                        <a:pt x="357" y="46"/>
                        <a:pt x="371" y="49"/>
                      </a:cubicBezTo>
                      <a:cubicBezTo>
                        <a:pt x="372" y="49"/>
                        <a:pt x="369" y="48"/>
                        <a:pt x="368" y="48"/>
                      </a:cubicBezTo>
                      <a:cubicBezTo>
                        <a:pt x="363" y="47"/>
                        <a:pt x="360" y="47"/>
                        <a:pt x="356" y="46"/>
                      </a:cubicBezTo>
                      <a:cubicBezTo>
                        <a:pt x="354" y="46"/>
                        <a:pt x="357" y="46"/>
                        <a:pt x="355" y="46"/>
                      </a:cubicBezTo>
                      <a:cubicBezTo>
                        <a:pt x="345" y="45"/>
                        <a:pt x="335" y="45"/>
                        <a:pt x="323" y="45"/>
                      </a:cubicBezTo>
                      <a:cubicBezTo>
                        <a:pt x="322" y="44"/>
                        <a:pt x="319" y="44"/>
                        <a:pt x="321" y="44"/>
                      </a:cubicBezTo>
                      <a:cubicBezTo>
                        <a:pt x="319" y="44"/>
                        <a:pt x="319" y="44"/>
                        <a:pt x="317" y="44"/>
                      </a:cubicBezTo>
                      <a:cubicBezTo>
                        <a:pt x="314" y="44"/>
                        <a:pt x="318" y="44"/>
                        <a:pt x="317" y="44"/>
                      </a:cubicBezTo>
                      <a:cubicBezTo>
                        <a:pt x="314" y="44"/>
                        <a:pt x="310" y="45"/>
                        <a:pt x="308" y="45"/>
                      </a:cubicBezTo>
                      <a:cubicBezTo>
                        <a:pt x="294" y="46"/>
                        <a:pt x="282" y="47"/>
                        <a:pt x="266" y="50"/>
                      </a:cubicBezTo>
                      <a:cubicBezTo>
                        <a:pt x="276" y="48"/>
                        <a:pt x="290" y="46"/>
                        <a:pt x="305" y="45"/>
                      </a:cubicBezTo>
                      <a:cubicBezTo>
                        <a:pt x="308" y="44"/>
                        <a:pt x="304" y="45"/>
                        <a:pt x="307" y="44"/>
                      </a:cubicBezTo>
                      <a:cubicBezTo>
                        <a:pt x="311" y="44"/>
                        <a:pt x="314" y="44"/>
                        <a:pt x="318" y="44"/>
                      </a:cubicBezTo>
                      <a:cubicBezTo>
                        <a:pt x="328" y="44"/>
                        <a:pt x="328" y="44"/>
                        <a:pt x="328" y="44"/>
                      </a:cubicBezTo>
                      <a:cubicBezTo>
                        <a:pt x="333" y="44"/>
                        <a:pt x="338" y="44"/>
                        <a:pt x="343" y="44"/>
                      </a:cubicBezTo>
                      <a:cubicBezTo>
                        <a:pt x="348" y="45"/>
                        <a:pt x="351" y="45"/>
                        <a:pt x="356" y="45"/>
                      </a:cubicBezTo>
                      <a:cubicBezTo>
                        <a:pt x="358" y="46"/>
                        <a:pt x="358" y="45"/>
                        <a:pt x="361" y="46"/>
                      </a:cubicBezTo>
                      <a:cubicBezTo>
                        <a:pt x="362" y="46"/>
                        <a:pt x="357" y="45"/>
                        <a:pt x="360" y="45"/>
                      </a:cubicBezTo>
                      <a:cubicBezTo>
                        <a:pt x="363" y="46"/>
                        <a:pt x="360" y="45"/>
                        <a:pt x="362" y="46"/>
                      </a:cubicBezTo>
                      <a:cubicBezTo>
                        <a:pt x="365" y="46"/>
                        <a:pt x="366" y="46"/>
                        <a:pt x="368" y="46"/>
                      </a:cubicBezTo>
                      <a:cubicBezTo>
                        <a:pt x="375" y="48"/>
                        <a:pt x="382" y="49"/>
                        <a:pt x="389" y="51"/>
                      </a:cubicBezTo>
                      <a:cubicBezTo>
                        <a:pt x="391" y="51"/>
                        <a:pt x="386" y="50"/>
                        <a:pt x="388" y="50"/>
                      </a:cubicBezTo>
                      <a:cubicBezTo>
                        <a:pt x="391" y="51"/>
                        <a:pt x="401" y="54"/>
                        <a:pt x="403" y="54"/>
                      </a:cubicBezTo>
                      <a:cubicBezTo>
                        <a:pt x="411" y="57"/>
                        <a:pt x="415" y="58"/>
                        <a:pt x="424" y="61"/>
                      </a:cubicBezTo>
                      <a:cubicBezTo>
                        <a:pt x="427" y="63"/>
                        <a:pt x="424" y="61"/>
                        <a:pt x="426" y="62"/>
                      </a:cubicBezTo>
                      <a:cubicBezTo>
                        <a:pt x="431" y="64"/>
                        <a:pt x="434" y="65"/>
                        <a:pt x="440" y="68"/>
                      </a:cubicBezTo>
                      <a:cubicBezTo>
                        <a:pt x="444" y="69"/>
                        <a:pt x="450" y="72"/>
                        <a:pt x="455" y="75"/>
                      </a:cubicBezTo>
                      <a:cubicBezTo>
                        <a:pt x="455" y="74"/>
                        <a:pt x="452" y="73"/>
                        <a:pt x="449" y="71"/>
                      </a:cubicBezTo>
                      <a:cubicBezTo>
                        <a:pt x="451" y="72"/>
                        <a:pt x="456" y="75"/>
                        <a:pt x="458" y="76"/>
                      </a:cubicBezTo>
                      <a:cubicBezTo>
                        <a:pt x="466" y="80"/>
                        <a:pt x="473" y="84"/>
                        <a:pt x="480" y="91"/>
                      </a:cubicBezTo>
                      <a:cubicBezTo>
                        <a:pt x="486" y="97"/>
                        <a:pt x="492" y="105"/>
                        <a:pt x="495" y="116"/>
                      </a:cubicBezTo>
                      <a:cubicBezTo>
                        <a:pt x="496" y="119"/>
                        <a:pt x="497" y="120"/>
                        <a:pt x="498" y="123"/>
                      </a:cubicBezTo>
                      <a:cubicBezTo>
                        <a:pt x="498" y="124"/>
                        <a:pt x="498" y="124"/>
                        <a:pt x="498" y="123"/>
                      </a:cubicBezTo>
                      <a:cubicBezTo>
                        <a:pt x="498" y="126"/>
                        <a:pt x="499" y="130"/>
                        <a:pt x="499" y="134"/>
                      </a:cubicBezTo>
                      <a:cubicBezTo>
                        <a:pt x="500" y="136"/>
                        <a:pt x="500" y="139"/>
                        <a:pt x="500" y="141"/>
                      </a:cubicBezTo>
                      <a:cubicBezTo>
                        <a:pt x="500" y="143"/>
                        <a:pt x="500" y="146"/>
                        <a:pt x="500" y="148"/>
                      </a:cubicBezTo>
                      <a:close/>
                      <a:moveTo>
                        <a:pt x="385" y="50"/>
                      </a:moveTo>
                      <a:cubicBezTo>
                        <a:pt x="380" y="49"/>
                        <a:pt x="378" y="49"/>
                        <a:pt x="371" y="47"/>
                      </a:cubicBezTo>
                      <a:cubicBezTo>
                        <a:pt x="369" y="47"/>
                        <a:pt x="367" y="47"/>
                        <a:pt x="364" y="46"/>
                      </a:cubicBezTo>
                      <a:cubicBezTo>
                        <a:pt x="363" y="47"/>
                        <a:pt x="354" y="45"/>
                        <a:pt x="354" y="46"/>
                      </a:cubicBezTo>
                      <a:cubicBezTo>
                        <a:pt x="359" y="46"/>
                        <a:pt x="362" y="47"/>
                        <a:pt x="365" y="47"/>
                      </a:cubicBezTo>
                      <a:cubicBezTo>
                        <a:pt x="367" y="47"/>
                        <a:pt x="364" y="47"/>
                        <a:pt x="366" y="47"/>
                      </a:cubicBezTo>
                      <a:cubicBezTo>
                        <a:pt x="370" y="48"/>
                        <a:pt x="380" y="49"/>
                        <a:pt x="386" y="51"/>
                      </a:cubicBezTo>
                      <a:cubicBezTo>
                        <a:pt x="386" y="51"/>
                        <a:pt x="384" y="50"/>
                        <a:pt x="385" y="50"/>
                      </a:cubicBezTo>
                      <a:close/>
                      <a:moveTo>
                        <a:pt x="387" y="51"/>
                      </a:moveTo>
                      <a:cubicBezTo>
                        <a:pt x="387" y="51"/>
                        <a:pt x="388" y="51"/>
                        <a:pt x="388" y="51"/>
                      </a:cubicBezTo>
                      <a:cubicBezTo>
                        <a:pt x="392" y="52"/>
                        <a:pt x="389" y="51"/>
                        <a:pt x="387" y="51"/>
                      </a:cubicBezTo>
                      <a:close/>
                      <a:moveTo>
                        <a:pt x="391" y="61"/>
                      </a:moveTo>
                      <a:cubicBezTo>
                        <a:pt x="391" y="61"/>
                        <a:pt x="391" y="61"/>
                        <a:pt x="391" y="61"/>
                      </a:cubicBezTo>
                      <a:cubicBezTo>
                        <a:pt x="391" y="61"/>
                        <a:pt x="391" y="61"/>
                        <a:pt x="391" y="61"/>
                      </a:cubicBezTo>
                      <a:close/>
                    </a:path>
                  </a:pathLst>
                </a:custGeom>
                <a:solidFill>
                  <a:srgbClr val="008000"/>
                </a:solidFill>
                <a:ln w="12700" cmpd="sng">
                  <a:solidFill>
                    <a:srgbClr val="008000"/>
                  </a:solidFill>
                </a:ln>
                <a:effectLst>
                  <a:outerShdw blurRad="50800" dist="254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" name="Freeform 501"/>
                <p:cNvSpPr>
                  <a:spLocks noEditPoints="1"/>
                </p:cNvSpPr>
                <p:nvPr/>
              </p:nvSpPr>
              <p:spPr bwMode="auto">
                <a:xfrm>
                  <a:off x="3095763" y="5595919"/>
                  <a:ext cx="442263" cy="380279"/>
                </a:xfrm>
                <a:custGeom>
                  <a:avLst/>
                  <a:gdLst>
                    <a:gd name="T0" fmla="*/ 450 w 500"/>
                    <a:gd name="T1" fmla="*/ 71 h 305"/>
                    <a:gd name="T2" fmla="*/ 422 w 500"/>
                    <a:gd name="T3" fmla="*/ 60 h 305"/>
                    <a:gd name="T4" fmla="*/ 366 w 500"/>
                    <a:gd name="T5" fmla="*/ 54 h 305"/>
                    <a:gd name="T6" fmla="*/ 299 w 500"/>
                    <a:gd name="T7" fmla="*/ 46 h 305"/>
                    <a:gd name="T8" fmla="*/ 265 w 500"/>
                    <a:gd name="T9" fmla="*/ 53 h 305"/>
                    <a:gd name="T10" fmla="*/ 264 w 500"/>
                    <a:gd name="T11" fmla="*/ 53 h 305"/>
                    <a:gd name="T12" fmla="*/ 265 w 500"/>
                    <a:gd name="T13" fmla="*/ 51 h 305"/>
                    <a:gd name="T14" fmla="*/ 265 w 500"/>
                    <a:gd name="T15" fmla="*/ 51 h 305"/>
                    <a:gd name="T16" fmla="*/ 264 w 500"/>
                    <a:gd name="T17" fmla="*/ 51 h 305"/>
                    <a:gd name="T18" fmla="*/ 265 w 500"/>
                    <a:gd name="T19" fmla="*/ 58 h 305"/>
                    <a:gd name="T20" fmla="*/ 263 w 500"/>
                    <a:gd name="T21" fmla="*/ 51 h 305"/>
                    <a:gd name="T22" fmla="*/ 262 w 500"/>
                    <a:gd name="T23" fmla="*/ 53 h 305"/>
                    <a:gd name="T24" fmla="*/ 262 w 500"/>
                    <a:gd name="T25" fmla="*/ 56 h 305"/>
                    <a:gd name="T26" fmla="*/ 262 w 500"/>
                    <a:gd name="T27" fmla="*/ 58 h 305"/>
                    <a:gd name="T28" fmla="*/ 339 w 500"/>
                    <a:gd name="T29" fmla="*/ 54 h 305"/>
                    <a:gd name="T30" fmla="*/ 264 w 500"/>
                    <a:gd name="T31" fmla="*/ 56 h 305"/>
                    <a:gd name="T32" fmla="*/ 263 w 500"/>
                    <a:gd name="T33" fmla="*/ 56 h 305"/>
                    <a:gd name="T34" fmla="*/ 260 w 500"/>
                    <a:gd name="T35" fmla="*/ 52 h 305"/>
                    <a:gd name="T36" fmla="*/ 263 w 500"/>
                    <a:gd name="T37" fmla="*/ 52 h 305"/>
                    <a:gd name="T38" fmla="*/ 494 w 500"/>
                    <a:gd name="T39" fmla="*/ 169 h 305"/>
                    <a:gd name="T40" fmla="*/ 465 w 500"/>
                    <a:gd name="T41" fmla="*/ 217 h 305"/>
                    <a:gd name="T42" fmla="*/ 167 w 500"/>
                    <a:gd name="T43" fmla="*/ 304 h 305"/>
                    <a:gd name="T44" fmla="*/ 2 w 500"/>
                    <a:gd name="T45" fmla="*/ 232 h 305"/>
                    <a:gd name="T46" fmla="*/ 61 w 500"/>
                    <a:gd name="T47" fmla="*/ 102 h 305"/>
                    <a:gd name="T48" fmla="*/ 180 w 500"/>
                    <a:gd name="T49" fmla="*/ 28 h 305"/>
                    <a:gd name="T50" fmla="*/ 304 w 500"/>
                    <a:gd name="T51" fmla="*/ 1 h 305"/>
                    <a:gd name="T52" fmla="*/ 398 w 500"/>
                    <a:gd name="T53" fmla="*/ 6 h 305"/>
                    <a:gd name="T54" fmla="*/ 416 w 500"/>
                    <a:gd name="T55" fmla="*/ 12 h 305"/>
                    <a:gd name="T56" fmla="*/ 424 w 500"/>
                    <a:gd name="T57" fmla="*/ 14 h 305"/>
                    <a:gd name="T58" fmla="*/ 431 w 500"/>
                    <a:gd name="T59" fmla="*/ 19 h 305"/>
                    <a:gd name="T60" fmla="*/ 431 w 500"/>
                    <a:gd name="T61" fmla="*/ 26 h 305"/>
                    <a:gd name="T62" fmla="*/ 423 w 500"/>
                    <a:gd name="T63" fmla="*/ 32 h 305"/>
                    <a:gd name="T64" fmla="*/ 416 w 500"/>
                    <a:gd name="T65" fmla="*/ 31 h 305"/>
                    <a:gd name="T66" fmla="*/ 411 w 500"/>
                    <a:gd name="T67" fmla="*/ 27 h 305"/>
                    <a:gd name="T68" fmla="*/ 383 w 500"/>
                    <a:gd name="T69" fmla="*/ 20 h 305"/>
                    <a:gd name="T70" fmla="*/ 196 w 500"/>
                    <a:gd name="T71" fmla="*/ 38 h 305"/>
                    <a:gd name="T72" fmla="*/ 59 w 500"/>
                    <a:gd name="T73" fmla="*/ 125 h 305"/>
                    <a:gd name="T74" fmla="*/ 51 w 500"/>
                    <a:gd name="T75" fmla="*/ 267 h 305"/>
                    <a:gd name="T76" fmla="*/ 251 w 500"/>
                    <a:gd name="T77" fmla="*/ 289 h 305"/>
                    <a:gd name="T78" fmla="*/ 456 w 500"/>
                    <a:gd name="T79" fmla="*/ 207 h 305"/>
                    <a:gd name="T80" fmla="*/ 487 w 500"/>
                    <a:gd name="T81" fmla="*/ 146 h 305"/>
                    <a:gd name="T82" fmla="*/ 462 w 500"/>
                    <a:gd name="T83" fmla="*/ 91 h 305"/>
                    <a:gd name="T84" fmla="*/ 402 w 500"/>
                    <a:gd name="T85" fmla="*/ 64 h 305"/>
                    <a:gd name="T86" fmla="*/ 367 w 500"/>
                    <a:gd name="T87" fmla="*/ 55 h 305"/>
                    <a:gd name="T88" fmla="*/ 262 w 500"/>
                    <a:gd name="T89" fmla="*/ 58 h 305"/>
                    <a:gd name="T90" fmla="*/ 330 w 500"/>
                    <a:gd name="T91" fmla="*/ 51 h 305"/>
                    <a:gd name="T92" fmla="*/ 418 w 500"/>
                    <a:gd name="T93" fmla="*/ 66 h 305"/>
                    <a:gd name="T94" fmla="*/ 338 w 500"/>
                    <a:gd name="T95" fmla="*/ 47 h 305"/>
                    <a:gd name="T96" fmla="*/ 375 w 500"/>
                    <a:gd name="T97" fmla="*/ 51 h 305"/>
                    <a:gd name="T98" fmla="*/ 369 w 500"/>
                    <a:gd name="T99" fmla="*/ 49 h 305"/>
                    <a:gd name="T100" fmla="*/ 320 w 500"/>
                    <a:gd name="T101" fmla="*/ 45 h 305"/>
                    <a:gd name="T102" fmla="*/ 321 w 500"/>
                    <a:gd name="T103" fmla="*/ 44 h 305"/>
                    <a:gd name="T104" fmla="*/ 307 w 500"/>
                    <a:gd name="T105" fmla="*/ 44 h 305"/>
                    <a:gd name="T106" fmla="*/ 360 w 500"/>
                    <a:gd name="T107" fmla="*/ 45 h 305"/>
                    <a:gd name="T108" fmla="*/ 424 w 500"/>
                    <a:gd name="T109" fmla="*/ 61 h 305"/>
                    <a:gd name="T110" fmla="*/ 480 w 500"/>
                    <a:gd name="T111" fmla="*/ 91 h 305"/>
                    <a:gd name="T112" fmla="*/ 500 w 500"/>
                    <a:gd name="T113" fmla="*/ 148 h 305"/>
                    <a:gd name="T114" fmla="*/ 366 w 500"/>
                    <a:gd name="T115" fmla="*/ 47 h 305"/>
                    <a:gd name="T116" fmla="*/ 391 w 500"/>
                    <a:gd name="T117" fmla="*/ 61 h 3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500" h="305">
                      <a:moveTo>
                        <a:pt x="484" y="124"/>
                      </a:moveTo>
                      <a:cubicBezTo>
                        <a:pt x="485" y="125"/>
                        <a:pt x="485" y="127"/>
                        <a:pt x="485" y="128"/>
                      </a:cubicBezTo>
                      <a:lnTo>
                        <a:pt x="484" y="124"/>
                      </a:lnTo>
                      <a:close/>
                      <a:moveTo>
                        <a:pt x="450" y="71"/>
                      </a:moveTo>
                      <a:cubicBezTo>
                        <a:pt x="449" y="70"/>
                        <a:pt x="448" y="69"/>
                        <a:pt x="445" y="68"/>
                      </a:cubicBezTo>
                      <a:cubicBezTo>
                        <a:pt x="445" y="68"/>
                        <a:pt x="449" y="70"/>
                        <a:pt x="450" y="71"/>
                      </a:cubicBezTo>
                      <a:close/>
                      <a:moveTo>
                        <a:pt x="438" y="65"/>
                      </a:moveTo>
                      <a:cubicBezTo>
                        <a:pt x="440" y="66"/>
                        <a:pt x="443" y="67"/>
                        <a:pt x="443" y="67"/>
                      </a:cubicBezTo>
                      <a:cubicBezTo>
                        <a:pt x="442" y="67"/>
                        <a:pt x="438" y="65"/>
                        <a:pt x="438" y="65"/>
                      </a:cubicBezTo>
                      <a:close/>
                      <a:moveTo>
                        <a:pt x="422" y="60"/>
                      </a:moveTo>
                      <a:cubicBezTo>
                        <a:pt x="420" y="60"/>
                        <a:pt x="417" y="58"/>
                        <a:pt x="417" y="58"/>
                      </a:cubicBezTo>
                      <a:cubicBezTo>
                        <a:pt x="418" y="59"/>
                        <a:pt x="421" y="60"/>
                        <a:pt x="422" y="60"/>
                      </a:cubicBezTo>
                      <a:close/>
                      <a:moveTo>
                        <a:pt x="413" y="55"/>
                      </a:moveTo>
                      <a:cubicBezTo>
                        <a:pt x="410" y="54"/>
                        <a:pt x="405" y="52"/>
                        <a:pt x="404" y="52"/>
                      </a:cubicBezTo>
                      <a:cubicBezTo>
                        <a:pt x="408" y="53"/>
                        <a:pt x="411" y="54"/>
                        <a:pt x="413" y="55"/>
                      </a:cubicBezTo>
                      <a:close/>
                      <a:moveTo>
                        <a:pt x="366" y="54"/>
                      </a:moveTo>
                      <a:cubicBezTo>
                        <a:pt x="370" y="55"/>
                        <a:pt x="379" y="56"/>
                        <a:pt x="384" y="57"/>
                      </a:cubicBezTo>
                      <a:cubicBezTo>
                        <a:pt x="379" y="56"/>
                        <a:pt x="372" y="55"/>
                        <a:pt x="366" y="54"/>
                      </a:cubicBezTo>
                      <a:close/>
                      <a:moveTo>
                        <a:pt x="366" y="49"/>
                      </a:moveTo>
                      <a:cubicBezTo>
                        <a:pt x="361" y="48"/>
                        <a:pt x="361" y="48"/>
                        <a:pt x="361" y="48"/>
                      </a:cubicBezTo>
                      <a:cubicBezTo>
                        <a:pt x="359" y="48"/>
                        <a:pt x="347" y="47"/>
                        <a:pt x="348" y="47"/>
                      </a:cubicBezTo>
                      <a:cubicBezTo>
                        <a:pt x="356" y="47"/>
                        <a:pt x="366" y="49"/>
                        <a:pt x="372" y="50"/>
                      </a:cubicBezTo>
                      <a:cubicBezTo>
                        <a:pt x="370" y="50"/>
                        <a:pt x="368" y="50"/>
                        <a:pt x="366" y="49"/>
                      </a:cubicBezTo>
                      <a:close/>
                      <a:moveTo>
                        <a:pt x="299" y="46"/>
                      </a:moveTo>
                      <a:cubicBezTo>
                        <a:pt x="296" y="46"/>
                        <a:pt x="296" y="46"/>
                        <a:pt x="296" y="46"/>
                      </a:cubicBezTo>
                      <a:cubicBezTo>
                        <a:pt x="296" y="47"/>
                        <a:pt x="296" y="47"/>
                        <a:pt x="297" y="47"/>
                      </a:cubicBezTo>
                      <a:cubicBezTo>
                        <a:pt x="299" y="46"/>
                        <a:pt x="299" y="46"/>
                        <a:pt x="299" y="46"/>
                      </a:cubicBezTo>
                      <a:close/>
                      <a:moveTo>
                        <a:pt x="264" y="53"/>
                      </a:moveTo>
                      <a:cubicBezTo>
                        <a:pt x="264" y="53"/>
                        <a:pt x="264" y="53"/>
                        <a:pt x="264" y="53"/>
                      </a:cubicBezTo>
                      <a:cubicBezTo>
                        <a:pt x="264" y="53"/>
                        <a:pt x="265" y="53"/>
                        <a:pt x="265" y="53"/>
                      </a:cubicBezTo>
                      <a:cubicBezTo>
                        <a:pt x="265" y="53"/>
                        <a:pt x="265" y="53"/>
                        <a:pt x="265" y="53"/>
                      </a:cubicBezTo>
                      <a:cubicBezTo>
                        <a:pt x="269" y="52"/>
                        <a:pt x="269" y="52"/>
                        <a:pt x="269" y="52"/>
                      </a:cubicBezTo>
                      <a:lnTo>
                        <a:pt x="264" y="53"/>
                      </a:lnTo>
                      <a:close/>
                      <a:moveTo>
                        <a:pt x="264" y="53"/>
                      </a:moveTo>
                      <a:cubicBezTo>
                        <a:pt x="264" y="53"/>
                        <a:pt x="264" y="53"/>
                        <a:pt x="264" y="53"/>
                      </a:cubicBezTo>
                      <a:cubicBezTo>
                        <a:pt x="264" y="53"/>
                        <a:pt x="264" y="53"/>
                        <a:pt x="264" y="53"/>
                      </a:cubicBezTo>
                      <a:cubicBezTo>
                        <a:pt x="263" y="53"/>
                        <a:pt x="264" y="53"/>
                        <a:pt x="264" y="53"/>
                      </a:cubicBezTo>
                      <a:close/>
                      <a:moveTo>
                        <a:pt x="264" y="53"/>
                      </a:moveTo>
                      <a:cubicBezTo>
                        <a:pt x="264" y="53"/>
                        <a:pt x="264" y="53"/>
                        <a:pt x="264" y="53"/>
                      </a:cubicBezTo>
                      <a:cubicBezTo>
                        <a:pt x="264" y="53"/>
                        <a:pt x="264" y="53"/>
                        <a:pt x="264" y="53"/>
                      </a:cubicBezTo>
                      <a:cubicBezTo>
                        <a:pt x="264" y="53"/>
                        <a:pt x="264" y="53"/>
                        <a:pt x="264" y="53"/>
                      </a:cubicBezTo>
                      <a:close/>
                      <a:moveTo>
                        <a:pt x="265" y="51"/>
                      </a:moveTo>
                      <a:cubicBezTo>
                        <a:pt x="264" y="51"/>
                        <a:pt x="264" y="51"/>
                        <a:pt x="264" y="51"/>
                      </a:cubicBezTo>
                      <a:cubicBezTo>
                        <a:pt x="264" y="51"/>
                        <a:pt x="264" y="51"/>
                        <a:pt x="264" y="51"/>
                      </a:cubicBezTo>
                      <a:cubicBezTo>
                        <a:pt x="264" y="51"/>
                        <a:pt x="264" y="51"/>
                        <a:pt x="265" y="51"/>
                      </a:cubicBezTo>
                      <a:cubicBezTo>
                        <a:pt x="265" y="51"/>
                        <a:pt x="265" y="51"/>
                        <a:pt x="265" y="51"/>
                      </a:cubicBezTo>
                      <a:cubicBezTo>
                        <a:pt x="265" y="51"/>
                        <a:pt x="265" y="51"/>
                        <a:pt x="265" y="50"/>
                      </a:cubicBezTo>
                      <a:cubicBezTo>
                        <a:pt x="265" y="51"/>
                        <a:pt x="265" y="51"/>
                        <a:pt x="265" y="51"/>
                      </a:cubicBezTo>
                      <a:close/>
                      <a:moveTo>
                        <a:pt x="265" y="57"/>
                      </a:moveTo>
                      <a:cubicBezTo>
                        <a:pt x="265" y="57"/>
                        <a:pt x="265" y="57"/>
                        <a:pt x="265" y="57"/>
                      </a:cubicBezTo>
                      <a:cubicBezTo>
                        <a:pt x="265" y="57"/>
                        <a:pt x="265" y="57"/>
                        <a:pt x="265" y="57"/>
                      </a:cubicBezTo>
                      <a:close/>
                      <a:moveTo>
                        <a:pt x="264" y="51"/>
                      </a:moveTo>
                      <a:cubicBezTo>
                        <a:pt x="264" y="51"/>
                        <a:pt x="264" y="52"/>
                        <a:pt x="264" y="52"/>
                      </a:cubicBezTo>
                      <a:cubicBezTo>
                        <a:pt x="264" y="52"/>
                        <a:pt x="264" y="52"/>
                        <a:pt x="264" y="51"/>
                      </a:cubicBezTo>
                      <a:close/>
                      <a:moveTo>
                        <a:pt x="264" y="51"/>
                      </a:moveTo>
                      <a:cubicBezTo>
                        <a:pt x="264" y="51"/>
                        <a:pt x="264" y="51"/>
                        <a:pt x="264" y="51"/>
                      </a:cubicBezTo>
                      <a:cubicBezTo>
                        <a:pt x="264" y="51"/>
                        <a:pt x="264" y="51"/>
                        <a:pt x="264" y="51"/>
                      </a:cubicBezTo>
                      <a:close/>
                      <a:moveTo>
                        <a:pt x="265" y="58"/>
                      </a:moveTo>
                      <a:cubicBezTo>
                        <a:pt x="265" y="58"/>
                        <a:pt x="265" y="58"/>
                        <a:pt x="265" y="58"/>
                      </a:cubicBezTo>
                      <a:cubicBezTo>
                        <a:pt x="265" y="58"/>
                        <a:pt x="265" y="58"/>
                        <a:pt x="265" y="58"/>
                      </a:cubicBezTo>
                      <a:close/>
                      <a:moveTo>
                        <a:pt x="265" y="57"/>
                      </a:moveTo>
                      <a:cubicBezTo>
                        <a:pt x="264" y="57"/>
                        <a:pt x="264" y="57"/>
                        <a:pt x="264" y="57"/>
                      </a:cubicBezTo>
                      <a:cubicBezTo>
                        <a:pt x="264" y="57"/>
                        <a:pt x="265" y="57"/>
                        <a:pt x="265" y="57"/>
                      </a:cubicBezTo>
                      <a:close/>
                      <a:moveTo>
                        <a:pt x="263" y="51"/>
                      </a:moveTo>
                      <a:cubicBezTo>
                        <a:pt x="263" y="51"/>
                        <a:pt x="263" y="51"/>
                        <a:pt x="263" y="51"/>
                      </a:cubicBezTo>
                      <a:cubicBezTo>
                        <a:pt x="263" y="51"/>
                        <a:pt x="263" y="51"/>
                        <a:pt x="263" y="51"/>
                      </a:cubicBezTo>
                      <a:close/>
                      <a:moveTo>
                        <a:pt x="263" y="54"/>
                      </a:moveTo>
                      <a:cubicBezTo>
                        <a:pt x="263" y="54"/>
                        <a:pt x="263" y="53"/>
                        <a:pt x="263" y="53"/>
                      </a:cubicBezTo>
                      <a:cubicBezTo>
                        <a:pt x="263" y="53"/>
                        <a:pt x="263" y="53"/>
                        <a:pt x="263" y="54"/>
                      </a:cubicBezTo>
                      <a:close/>
                      <a:moveTo>
                        <a:pt x="262" y="53"/>
                      </a:moveTo>
                      <a:cubicBezTo>
                        <a:pt x="263" y="53"/>
                        <a:pt x="263" y="53"/>
                        <a:pt x="263" y="53"/>
                      </a:cubicBezTo>
                      <a:cubicBezTo>
                        <a:pt x="263" y="53"/>
                        <a:pt x="262" y="53"/>
                        <a:pt x="262" y="53"/>
                      </a:cubicBezTo>
                      <a:close/>
                      <a:moveTo>
                        <a:pt x="262" y="53"/>
                      </a:moveTo>
                      <a:cubicBezTo>
                        <a:pt x="262" y="52"/>
                        <a:pt x="262" y="53"/>
                        <a:pt x="262" y="53"/>
                      </a:cubicBezTo>
                      <a:cubicBezTo>
                        <a:pt x="262" y="53"/>
                        <a:pt x="262" y="52"/>
                        <a:pt x="262" y="52"/>
                      </a:cubicBezTo>
                      <a:cubicBezTo>
                        <a:pt x="262" y="53"/>
                        <a:pt x="262" y="53"/>
                        <a:pt x="262" y="53"/>
                      </a:cubicBezTo>
                      <a:close/>
                      <a:moveTo>
                        <a:pt x="262" y="56"/>
                      </a:moveTo>
                      <a:cubicBezTo>
                        <a:pt x="263" y="56"/>
                        <a:pt x="262" y="56"/>
                        <a:pt x="262" y="56"/>
                      </a:cubicBezTo>
                      <a:close/>
                      <a:moveTo>
                        <a:pt x="261" y="58"/>
                      </a:moveTo>
                      <a:cubicBezTo>
                        <a:pt x="262" y="58"/>
                        <a:pt x="262" y="58"/>
                        <a:pt x="262" y="58"/>
                      </a:cubicBezTo>
                      <a:cubicBezTo>
                        <a:pt x="262" y="58"/>
                        <a:pt x="261" y="58"/>
                        <a:pt x="261" y="58"/>
                      </a:cubicBezTo>
                      <a:close/>
                      <a:moveTo>
                        <a:pt x="262" y="58"/>
                      </a:moveTo>
                      <a:cubicBezTo>
                        <a:pt x="262" y="58"/>
                        <a:pt x="262" y="58"/>
                        <a:pt x="262" y="58"/>
                      </a:cubicBezTo>
                      <a:cubicBezTo>
                        <a:pt x="262" y="59"/>
                        <a:pt x="262" y="59"/>
                        <a:pt x="262" y="58"/>
                      </a:cubicBezTo>
                      <a:close/>
                      <a:moveTo>
                        <a:pt x="262" y="61"/>
                      </a:moveTo>
                      <a:cubicBezTo>
                        <a:pt x="262" y="61"/>
                        <a:pt x="262" y="61"/>
                        <a:pt x="262" y="61"/>
                      </a:cubicBezTo>
                      <a:cubicBezTo>
                        <a:pt x="262" y="61"/>
                        <a:pt x="262" y="61"/>
                        <a:pt x="262" y="61"/>
                      </a:cubicBezTo>
                      <a:close/>
                      <a:moveTo>
                        <a:pt x="261" y="61"/>
                      </a:moveTo>
                      <a:cubicBezTo>
                        <a:pt x="260" y="61"/>
                        <a:pt x="260" y="61"/>
                        <a:pt x="261" y="61"/>
                      </a:cubicBezTo>
                      <a:close/>
                      <a:moveTo>
                        <a:pt x="339" y="54"/>
                      </a:moveTo>
                      <a:cubicBezTo>
                        <a:pt x="334" y="54"/>
                        <a:pt x="330" y="54"/>
                        <a:pt x="326" y="54"/>
                      </a:cubicBezTo>
                      <a:cubicBezTo>
                        <a:pt x="329" y="54"/>
                        <a:pt x="333" y="54"/>
                        <a:pt x="336" y="54"/>
                      </a:cubicBezTo>
                      <a:cubicBezTo>
                        <a:pt x="336" y="54"/>
                        <a:pt x="338" y="54"/>
                        <a:pt x="339" y="54"/>
                      </a:cubicBezTo>
                      <a:close/>
                      <a:moveTo>
                        <a:pt x="263" y="56"/>
                      </a:moveTo>
                      <a:cubicBezTo>
                        <a:pt x="264" y="56"/>
                        <a:pt x="264" y="56"/>
                        <a:pt x="264" y="56"/>
                      </a:cubicBezTo>
                      <a:cubicBezTo>
                        <a:pt x="264" y="56"/>
                        <a:pt x="264" y="56"/>
                        <a:pt x="264" y="56"/>
                      </a:cubicBezTo>
                      <a:cubicBezTo>
                        <a:pt x="264" y="56"/>
                        <a:pt x="265" y="56"/>
                        <a:pt x="265" y="56"/>
                      </a:cubicBezTo>
                      <a:cubicBezTo>
                        <a:pt x="265" y="56"/>
                        <a:pt x="265" y="56"/>
                        <a:pt x="265" y="56"/>
                      </a:cubicBezTo>
                      <a:cubicBezTo>
                        <a:pt x="265" y="56"/>
                        <a:pt x="265" y="56"/>
                        <a:pt x="265" y="56"/>
                      </a:cubicBezTo>
                      <a:cubicBezTo>
                        <a:pt x="265" y="56"/>
                        <a:pt x="265" y="56"/>
                        <a:pt x="265" y="56"/>
                      </a:cubicBezTo>
                      <a:cubicBezTo>
                        <a:pt x="265" y="56"/>
                        <a:pt x="265" y="56"/>
                        <a:pt x="265" y="55"/>
                      </a:cubicBezTo>
                      <a:cubicBezTo>
                        <a:pt x="265" y="56"/>
                        <a:pt x="264" y="56"/>
                        <a:pt x="263" y="56"/>
                      </a:cubicBezTo>
                      <a:close/>
                      <a:moveTo>
                        <a:pt x="264" y="52"/>
                      </a:moveTo>
                      <a:cubicBezTo>
                        <a:pt x="264" y="52"/>
                        <a:pt x="264" y="52"/>
                        <a:pt x="264" y="52"/>
                      </a:cubicBezTo>
                      <a:cubicBezTo>
                        <a:pt x="264" y="52"/>
                        <a:pt x="263" y="52"/>
                        <a:pt x="263" y="52"/>
                      </a:cubicBezTo>
                      <a:cubicBezTo>
                        <a:pt x="263" y="52"/>
                        <a:pt x="264" y="52"/>
                        <a:pt x="264" y="52"/>
                      </a:cubicBezTo>
                      <a:close/>
                      <a:moveTo>
                        <a:pt x="261" y="53"/>
                      </a:moveTo>
                      <a:cubicBezTo>
                        <a:pt x="261" y="52"/>
                        <a:pt x="261" y="52"/>
                        <a:pt x="260" y="52"/>
                      </a:cubicBezTo>
                      <a:cubicBezTo>
                        <a:pt x="260" y="53"/>
                        <a:pt x="259" y="53"/>
                        <a:pt x="259" y="53"/>
                      </a:cubicBezTo>
                      <a:cubicBezTo>
                        <a:pt x="259" y="53"/>
                        <a:pt x="260" y="53"/>
                        <a:pt x="260" y="53"/>
                      </a:cubicBezTo>
                      <a:cubicBezTo>
                        <a:pt x="260" y="53"/>
                        <a:pt x="260" y="53"/>
                        <a:pt x="260" y="53"/>
                      </a:cubicBezTo>
                      <a:cubicBezTo>
                        <a:pt x="261" y="53"/>
                        <a:pt x="261" y="53"/>
                        <a:pt x="262" y="52"/>
                      </a:cubicBezTo>
                      <a:cubicBezTo>
                        <a:pt x="262" y="52"/>
                        <a:pt x="262" y="52"/>
                        <a:pt x="262" y="52"/>
                      </a:cubicBezTo>
                      <a:cubicBezTo>
                        <a:pt x="262" y="52"/>
                        <a:pt x="263" y="52"/>
                        <a:pt x="263" y="52"/>
                      </a:cubicBezTo>
                      <a:cubicBezTo>
                        <a:pt x="262" y="52"/>
                        <a:pt x="262" y="52"/>
                        <a:pt x="261" y="53"/>
                      </a:cubicBezTo>
                      <a:close/>
                      <a:moveTo>
                        <a:pt x="262" y="59"/>
                      </a:moveTo>
                      <a:cubicBezTo>
                        <a:pt x="262" y="59"/>
                        <a:pt x="262" y="59"/>
                        <a:pt x="262" y="59"/>
                      </a:cubicBezTo>
                      <a:cubicBezTo>
                        <a:pt x="262" y="59"/>
                        <a:pt x="262" y="59"/>
                        <a:pt x="262" y="59"/>
                      </a:cubicBezTo>
                      <a:close/>
                      <a:moveTo>
                        <a:pt x="500" y="148"/>
                      </a:moveTo>
                      <a:cubicBezTo>
                        <a:pt x="498" y="158"/>
                        <a:pt x="496" y="166"/>
                        <a:pt x="494" y="169"/>
                      </a:cubicBezTo>
                      <a:cubicBezTo>
                        <a:pt x="493" y="172"/>
                        <a:pt x="495" y="168"/>
                        <a:pt x="494" y="170"/>
                      </a:cubicBezTo>
                      <a:cubicBezTo>
                        <a:pt x="493" y="174"/>
                        <a:pt x="490" y="181"/>
                        <a:pt x="488" y="184"/>
                      </a:cubicBezTo>
                      <a:cubicBezTo>
                        <a:pt x="486" y="189"/>
                        <a:pt x="483" y="194"/>
                        <a:pt x="480" y="199"/>
                      </a:cubicBezTo>
                      <a:cubicBezTo>
                        <a:pt x="478" y="202"/>
                        <a:pt x="477" y="204"/>
                        <a:pt x="475" y="206"/>
                      </a:cubicBezTo>
                      <a:cubicBezTo>
                        <a:pt x="470" y="212"/>
                        <a:pt x="470" y="212"/>
                        <a:pt x="470" y="212"/>
                      </a:cubicBezTo>
                      <a:cubicBezTo>
                        <a:pt x="469" y="214"/>
                        <a:pt x="466" y="216"/>
                        <a:pt x="465" y="217"/>
                      </a:cubicBezTo>
                      <a:cubicBezTo>
                        <a:pt x="462" y="221"/>
                        <a:pt x="456" y="228"/>
                        <a:pt x="452" y="232"/>
                      </a:cubicBezTo>
                      <a:cubicBezTo>
                        <a:pt x="438" y="245"/>
                        <a:pt x="422" y="256"/>
                        <a:pt x="405" y="264"/>
                      </a:cubicBezTo>
                      <a:cubicBezTo>
                        <a:pt x="387" y="272"/>
                        <a:pt x="369" y="278"/>
                        <a:pt x="351" y="284"/>
                      </a:cubicBezTo>
                      <a:cubicBezTo>
                        <a:pt x="314" y="295"/>
                        <a:pt x="277" y="301"/>
                        <a:pt x="239" y="304"/>
                      </a:cubicBezTo>
                      <a:cubicBezTo>
                        <a:pt x="221" y="305"/>
                        <a:pt x="200" y="305"/>
                        <a:pt x="183" y="305"/>
                      </a:cubicBezTo>
                      <a:cubicBezTo>
                        <a:pt x="177" y="304"/>
                        <a:pt x="172" y="304"/>
                        <a:pt x="167" y="304"/>
                      </a:cubicBezTo>
                      <a:cubicBezTo>
                        <a:pt x="155" y="303"/>
                        <a:pt x="142" y="302"/>
                        <a:pt x="129" y="301"/>
                      </a:cubicBezTo>
                      <a:cubicBezTo>
                        <a:pt x="116" y="299"/>
                        <a:pt x="103" y="298"/>
                        <a:pt x="93" y="296"/>
                      </a:cubicBezTo>
                      <a:cubicBezTo>
                        <a:pt x="77" y="292"/>
                        <a:pt x="61" y="288"/>
                        <a:pt x="45" y="280"/>
                      </a:cubicBezTo>
                      <a:cubicBezTo>
                        <a:pt x="38" y="277"/>
                        <a:pt x="32" y="273"/>
                        <a:pt x="27" y="269"/>
                      </a:cubicBezTo>
                      <a:cubicBezTo>
                        <a:pt x="24" y="268"/>
                        <a:pt x="22" y="266"/>
                        <a:pt x="20" y="264"/>
                      </a:cubicBezTo>
                      <a:cubicBezTo>
                        <a:pt x="11" y="256"/>
                        <a:pt x="4" y="244"/>
                        <a:pt x="2" y="232"/>
                      </a:cubicBezTo>
                      <a:cubicBezTo>
                        <a:pt x="1" y="225"/>
                        <a:pt x="0" y="219"/>
                        <a:pt x="0" y="213"/>
                      </a:cubicBezTo>
                      <a:cubicBezTo>
                        <a:pt x="0" y="203"/>
                        <a:pt x="2" y="191"/>
                        <a:pt x="6" y="180"/>
                      </a:cubicBezTo>
                      <a:cubicBezTo>
                        <a:pt x="10" y="169"/>
                        <a:pt x="16" y="158"/>
                        <a:pt x="22" y="148"/>
                      </a:cubicBezTo>
                      <a:cubicBezTo>
                        <a:pt x="25" y="143"/>
                        <a:pt x="29" y="139"/>
                        <a:pt x="32" y="134"/>
                      </a:cubicBezTo>
                      <a:cubicBezTo>
                        <a:pt x="34" y="132"/>
                        <a:pt x="36" y="130"/>
                        <a:pt x="38" y="127"/>
                      </a:cubicBezTo>
                      <a:cubicBezTo>
                        <a:pt x="44" y="119"/>
                        <a:pt x="54" y="109"/>
                        <a:pt x="61" y="102"/>
                      </a:cubicBezTo>
                      <a:cubicBezTo>
                        <a:pt x="65" y="98"/>
                        <a:pt x="69" y="95"/>
                        <a:pt x="74" y="91"/>
                      </a:cubicBezTo>
                      <a:cubicBezTo>
                        <a:pt x="83" y="83"/>
                        <a:pt x="92" y="76"/>
                        <a:pt x="100" y="70"/>
                      </a:cubicBezTo>
                      <a:cubicBezTo>
                        <a:pt x="111" y="62"/>
                        <a:pt x="128" y="52"/>
                        <a:pt x="143" y="45"/>
                      </a:cubicBezTo>
                      <a:cubicBezTo>
                        <a:pt x="144" y="44"/>
                        <a:pt x="144" y="44"/>
                        <a:pt x="144" y="44"/>
                      </a:cubicBezTo>
                      <a:cubicBezTo>
                        <a:pt x="155" y="39"/>
                        <a:pt x="166" y="33"/>
                        <a:pt x="177" y="29"/>
                      </a:cubicBezTo>
                      <a:cubicBezTo>
                        <a:pt x="179" y="29"/>
                        <a:pt x="179" y="29"/>
                        <a:pt x="180" y="28"/>
                      </a:cubicBezTo>
                      <a:cubicBezTo>
                        <a:pt x="194" y="23"/>
                        <a:pt x="194" y="23"/>
                        <a:pt x="194" y="23"/>
                      </a:cubicBezTo>
                      <a:cubicBezTo>
                        <a:pt x="215" y="16"/>
                        <a:pt x="231" y="12"/>
                        <a:pt x="249" y="9"/>
                      </a:cubicBezTo>
                      <a:cubicBezTo>
                        <a:pt x="259" y="6"/>
                        <a:pt x="271" y="5"/>
                        <a:pt x="281" y="3"/>
                      </a:cubicBezTo>
                      <a:cubicBezTo>
                        <a:pt x="284" y="3"/>
                        <a:pt x="287" y="2"/>
                        <a:pt x="290" y="2"/>
                      </a:cubicBezTo>
                      <a:cubicBezTo>
                        <a:pt x="293" y="2"/>
                        <a:pt x="295" y="2"/>
                        <a:pt x="297" y="1"/>
                      </a:cubicBezTo>
                      <a:cubicBezTo>
                        <a:pt x="304" y="1"/>
                        <a:pt x="304" y="1"/>
                        <a:pt x="304" y="1"/>
                      </a:cubicBezTo>
                      <a:cubicBezTo>
                        <a:pt x="307" y="1"/>
                        <a:pt x="311" y="0"/>
                        <a:pt x="314" y="0"/>
                      </a:cubicBezTo>
                      <a:cubicBezTo>
                        <a:pt x="318" y="0"/>
                        <a:pt x="321" y="0"/>
                        <a:pt x="324" y="0"/>
                      </a:cubicBezTo>
                      <a:cubicBezTo>
                        <a:pt x="327" y="0"/>
                        <a:pt x="331" y="0"/>
                        <a:pt x="334" y="0"/>
                      </a:cubicBezTo>
                      <a:cubicBezTo>
                        <a:pt x="343" y="0"/>
                        <a:pt x="351" y="0"/>
                        <a:pt x="361" y="1"/>
                      </a:cubicBezTo>
                      <a:cubicBezTo>
                        <a:pt x="368" y="2"/>
                        <a:pt x="376" y="2"/>
                        <a:pt x="384" y="4"/>
                      </a:cubicBezTo>
                      <a:cubicBezTo>
                        <a:pt x="389" y="4"/>
                        <a:pt x="394" y="5"/>
                        <a:pt x="398" y="6"/>
                      </a:cubicBezTo>
                      <a:cubicBezTo>
                        <a:pt x="400" y="7"/>
                        <a:pt x="403" y="8"/>
                        <a:pt x="405" y="8"/>
                      </a:cubicBezTo>
                      <a:cubicBezTo>
                        <a:pt x="408" y="9"/>
                        <a:pt x="410" y="10"/>
                        <a:pt x="413" y="11"/>
                      </a:cubicBezTo>
                      <a:cubicBezTo>
                        <a:pt x="415" y="11"/>
                        <a:pt x="415" y="11"/>
                        <a:pt x="415" y="11"/>
                      </a:cubicBezTo>
                      <a:cubicBezTo>
                        <a:pt x="415" y="11"/>
                        <a:pt x="415" y="11"/>
                        <a:pt x="415" y="11"/>
                      </a:cubicBezTo>
                      <a:cubicBezTo>
                        <a:pt x="415" y="11"/>
                        <a:pt x="415" y="11"/>
                        <a:pt x="415" y="11"/>
                      </a:cubicBezTo>
                      <a:cubicBezTo>
                        <a:pt x="416" y="11"/>
                        <a:pt x="416" y="11"/>
                        <a:pt x="416" y="12"/>
                      </a:cubicBezTo>
                      <a:cubicBezTo>
                        <a:pt x="417" y="12"/>
                        <a:pt x="419" y="13"/>
                        <a:pt x="420" y="12"/>
                      </a:cubicBezTo>
                      <a:cubicBezTo>
                        <a:pt x="420" y="12"/>
                        <a:pt x="420" y="12"/>
                        <a:pt x="420" y="12"/>
                      </a:cubicBezTo>
                      <a:cubicBezTo>
                        <a:pt x="421" y="12"/>
                        <a:pt x="421" y="12"/>
                        <a:pt x="421" y="12"/>
                      </a:cubicBezTo>
                      <a:cubicBezTo>
                        <a:pt x="421" y="13"/>
                        <a:pt x="422" y="13"/>
                        <a:pt x="423" y="13"/>
                      </a:cubicBezTo>
                      <a:cubicBezTo>
                        <a:pt x="423" y="13"/>
                        <a:pt x="423" y="13"/>
                        <a:pt x="423" y="13"/>
                      </a:cubicBezTo>
                      <a:cubicBezTo>
                        <a:pt x="424" y="13"/>
                        <a:pt x="424" y="14"/>
                        <a:pt x="424" y="14"/>
                      </a:cubicBezTo>
                      <a:cubicBezTo>
                        <a:pt x="425" y="14"/>
                        <a:pt x="425" y="14"/>
                        <a:pt x="425" y="14"/>
                      </a:cubicBezTo>
                      <a:cubicBezTo>
                        <a:pt x="426" y="14"/>
                        <a:pt x="426" y="14"/>
                        <a:pt x="426" y="15"/>
                      </a:cubicBezTo>
                      <a:cubicBezTo>
                        <a:pt x="426" y="15"/>
                        <a:pt x="426" y="15"/>
                        <a:pt x="426" y="15"/>
                      </a:cubicBezTo>
                      <a:cubicBezTo>
                        <a:pt x="426" y="15"/>
                        <a:pt x="427" y="16"/>
                        <a:pt x="428" y="16"/>
                      </a:cubicBezTo>
                      <a:cubicBezTo>
                        <a:pt x="428" y="17"/>
                        <a:pt x="429" y="17"/>
                        <a:pt x="429" y="17"/>
                      </a:cubicBezTo>
                      <a:cubicBezTo>
                        <a:pt x="430" y="17"/>
                        <a:pt x="430" y="19"/>
                        <a:pt x="431" y="19"/>
                      </a:cubicBezTo>
                      <a:cubicBezTo>
                        <a:pt x="430" y="20"/>
                        <a:pt x="431" y="20"/>
                        <a:pt x="431" y="20"/>
                      </a:cubicBezTo>
                      <a:cubicBezTo>
                        <a:pt x="431" y="20"/>
                        <a:pt x="431" y="21"/>
                        <a:pt x="431" y="21"/>
                      </a:cubicBezTo>
                      <a:cubicBezTo>
                        <a:pt x="431" y="21"/>
                        <a:pt x="431" y="22"/>
                        <a:pt x="431" y="22"/>
                      </a:cubicBezTo>
                      <a:cubicBezTo>
                        <a:pt x="431" y="22"/>
                        <a:pt x="431" y="23"/>
                        <a:pt x="431" y="23"/>
                      </a:cubicBezTo>
                      <a:cubicBezTo>
                        <a:pt x="431" y="23"/>
                        <a:pt x="432" y="24"/>
                        <a:pt x="432" y="24"/>
                      </a:cubicBezTo>
                      <a:cubicBezTo>
                        <a:pt x="432" y="25"/>
                        <a:pt x="431" y="25"/>
                        <a:pt x="431" y="26"/>
                      </a:cubicBezTo>
                      <a:cubicBezTo>
                        <a:pt x="431" y="27"/>
                        <a:pt x="430" y="28"/>
                        <a:pt x="430" y="29"/>
                      </a:cubicBezTo>
                      <a:cubicBezTo>
                        <a:pt x="430" y="29"/>
                        <a:pt x="430" y="29"/>
                        <a:pt x="430" y="29"/>
                      </a:cubicBezTo>
                      <a:cubicBezTo>
                        <a:pt x="429" y="29"/>
                        <a:pt x="429" y="30"/>
                        <a:pt x="428" y="30"/>
                      </a:cubicBezTo>
                      <a:cubicBezTo>
                        <a:pt x="428" y="30"/>
                        <a:pt x="428" y="30"/>
                        <a:pt x="428" y="31"/>
                      </a:cubicBezTo>
                      <a:cubicBezTo>
                        <a:pt x="427" y="31"/>
                        <a:pt x="427" y="31"/>
                        <a:pt x="427" y="31"/>
                      </a:cubicBezTo>
                      <a:cubicBezTo>
                        <a:pt x="426" y="31"/>
                        <a:pt x="424" y="32"/>
                        <a:pt x="423" y="32"/>
                      </a:cubicBezTo>
                      <a:cubicBezTo>
                        <a:pt x="423" y="32"/>
                        <a:pt x="423" y="32"/>
                        <a:pt x="423" y="32"/>
                      </a:cubicBezTo>
                      <a:cubicBezTo>
                        <a:pt x="422" y="32"/>
                        <a:pt x="422" y="32"/>
                        <a:pt x="421" y="32"/>
                      </a:cubicBezTo>
                      <a:cubicBezTo>
                        <a:pt x="421" y="33"/>
                        <a:pt x="420" y="32"/>
                        <a:pt x="420" y="32"/>
                      </a:cubicBezTo>
                      <a:cubicBezTo>
                        <a:pt x="420" y="32"/>
                        <a:pt x="419" y="32"/>
                        <a:pt x="419" y="32"/>
                      </a:cubicBezTo>
                      <a:cubicBezTo>
                        <a:pt x="419" y="32"/>
                        <a:pt x="418" y="32"/>
                        <a:pt x="418" y="32"/>
                      </a:cubicBezTo>
                      <a:cubicBezTo>
                        <a:pt x="417" y="32"/>
                        <a:pt x="417" y="31"/>
                        <a:pt x="416" y="31"/>
                      </a:cubicBezTo>
                      <a:cubicBezTo>
                        <a:pt x="416" y="31"/>
                        <a:pt x="416" y="31"/>
                        <a:pt x="416" y="31"/>
                      </a:cubicBezTo>
                      <a:cubicBezTo>
                        <a:pt x="415" y="31"/>
                        <a:pt x="415" y="30"/>
                        <a:pt x="415" y="30"/>
                      </a:cubicBezTo>
                      <a:cubicBezTo>
                        <a:pt x="415" y="30"/>
                        <a:pt x="415" y="30"/>
                        <a:pt x="414" y="30"/>
                      </a:cubicBezTo>
                      <a:cubicBezTo>
                        <a:pt x="414" y="29"/>
                        <a:pt x="415" y="29"/>
                        <a:pt x="414" y="29"/>
                      </a:cubicBezTo>
                      <a:cubicBezTo>
                        <a:pt x="414" y="28"/>
                        <a:pt x="413" y="30"/>
                        <a:pt x="413" y="29"/>
                      </a:cubicBezTo>
                      <a:cubicBezTo>
                        <a:pt x="413" y="28"/>
                        <a:pt x="412" y="28"/>
                        <a:pt x="411" y="27"/>
                      </a:cubicBezTo>
                      <a:cubicBezTo>
                        <a:pt x="410" y="27"/>
                        <a:pt x="410" y="27"/>
                        <a:pt x="410" y="27"/>
                      </a:cubicBezTo>
                      <a:cubicBezTo>
                        <a:pt x="410" y="27"/>
                        <a:pt x="410" y="27"/>
                        <a:pt x="410" y="27"/>
                      </a:cubicBezTo>
                      <a:cubicBezTo>
                        <a:pt x="410" y="27"/>
                        <a:pt x="410" y="27"/>
                        <a:pt x="410" y="27"/>
                      </a:cubicBezTo>
                      <a:cubicBezTo>
                        <a:pt x="408" y="26"/>
                        <a:pt x="408" y="26"/>
                        <a:pt x="408" y="26"/>
                      </a:cubicBezTo>
                      <a:cubicBezTo>
                        <a:pt x="407" y="26"/>
                        <a:pt x="407" y="26"/>
                        <a:pt x="407" y="26"/>
                      </a:cubicBezTo>
                      <a:cubicBezTo>
                        <a:pt x="399" y="23"/>
                        <a:pt x="390" y="21"/>
                        <a:pt x="383" y="20"/>
                      </a:cubicBezTo>
                      <a:cubicBezTo>
                        <a:pt x="376" y="19"/>
                        <a:pt x="370" y="18"/>
                        <a:pt x="363" y="17"/>
                      </a:cubicBezTo>
                      <a:cubicBezTo>
                        <a:pt x="342" y="15"/>
                        <a:pt x="321" y="16"/>
                        <a:pt x="300" y="17"/>
                      </a:cubicBezTo>
                      <a:cubicBezTo>
                        <a:pt x="288" y="18"/>
                        <a:pt x="273" y="20"/>
                        <a:pt x="262" y="22"/>
                      </a:cubicBezTo>
                      <a:cubicBezTo>
                        <a:pt x="249" y="24"/>
                        <a:pt x="236" y="27"/>
                        <a:pt x="224" y="30"/>
                      </a:cubicBezTo>
                      <a:cubicBezTo>
                        <a:pt x="217" y="32"/>
                        <a:pt x="210" y="34"/>
                        <a:pt x="203" y="36"/>
                      </a:cubicBezTo>
                      <a:cubicBezTo>
                        <a:pt x="196" y="38"/>
                        <a:pt x="196" y="38"/>
                        <a:pt x="196" y="38"/>
                      </a:cubicBezTo>
                      <a:cubicBezTo>
                        <a:pt x="190" y="41"/>
                        <a:pt x="183" y="43"/>
                        <a:pt x="176" y="46"/>
                      </a:cubicBezTo>
                      <a:cubicBezTo>
                        <a:pt x="170" y="49"/>
                        <a:pt x="164" y="51"/>
                        <a:pt x="157" y="54"/>
                      </a:cubicBezTo>
                      <a:cubicBezTo>
                        <a:pt x="148" y="58"/>
                        <a:pt x="138" y="64"/>
                        <a:pt x="127" y="70"/>
                      </a:cubicBezTo>
                      <a:cubicBezTo>
                        <a:pt x="117" y="77"/>
                        <a:pt x="106" y="84"/>
                        <a:pt x="96" y="92"/>
                      </a:cubicBezTo>
                      <a:cubicBezTo>
                        <a:pt x="93" y="94"/>
                        <a:pt x="93" y="94"/>
                        <a:pt x="93" y="94"/>
                      </a:cubicBezTo>
                      <a:cubicBezTo>
                        <a:pt x="80" y="104"/>
                        <a:pt x="69" y="115"/>
                        <a:pt x="59" y="125"/>
                      </a:cubicBezTo>
                      <a:cubicBezTo>
                        <a:pt x="47" y="138"/>
                        <a:pt x="34" y="155"/>
                        <a:pt x="26" y="171"/>
                      </a:cubicBezTo>
                      <a:cubicBezTo>
                        <a:pt x="19" y="186"/>
                        <a:pt x="14" y="201"/>
                        <a:pt x="14" y="217"/>
                      </a:cubicBezTo>
                      <a:cubicBezTo>
                        <a:pt x="15" y="222"/>
                        <a:pt x="15" y="229"/>
                        <a:pt x="17" y="234"/>
                      </a:cubicBezTo>
                      <a:cubicBezTo>
                        <a:pt x="19" y="239"/>
                        <a:pt x="22" y="244"/>
                        <a:pt x="26" y="249"/>
                      </a:cubicBezTo>
                      <a:cubicBezTo>
                        <a:pt x="28" y="252"/>
                        <a:pt x="31" y="255"/>
                        <a:pt x="35" y="258"/>
                      </a:cubicBezTo>
                      <a:cubicBezTo>
                        <a:pt x="40" y="261"/>
                        <a:pt x="45" y="264"/>
                        <a:pt x="51" y="267"/>
                      </a:cubicBezTo>
                      <a:cubicBezTo>
                        <a:pt x="61" y="272"/>
                        <a:pt x="72" y="276"/>
                        <a:pt x="84" y="279"/>
                      </a:cubicBezTo>
                      <a:cubicBezTo>
                        <a:pt x="95" y="282"/>
                        <a:pt x="106" y="284"/>
                        <a:pt x="117" y="285"/>
                      </a:cubicBezTo>
                      <a:cubicBezTo>
                        <a:pt x="121" y="286"/>
                        <a:pt x="125" y="286"/>
                        <a:pt x="129" y="287"/>
                      </a:cubicBezTo>
                      <a:cubicBezTo>
                        <a:pt x="131" y="287"/>
                        <a:pt x="134" y="287"/>
                        <a:pt x="137" y="287"/>
                      </a:cubicBezTo>
                      <a:cubicBezTo>
                        <a:pt x="150" y="289"/>
                        <a:pt x="168" y="290"/>
                        <a:pt x="184" y="291"/>
                      </a:cubicBezTo>
                      <a:cubicBezTo>
                        <a:pt x="206" y="291"/>
                        <a:pt x="227" y="291"/>
                        <a:pt x="251" y="289"/>
                      </a:cubicBezTo>
                      <a:cubicBezTo>
                        <a:pt x="268" y="287"/>
                        <a:pt x="287" y="285"/>
                        <a:pt x="306" y="281"/>
                      </a:cubicBezTo>
                      <a:cubicBezTo>
                        <a:pt x="331" y="276"/>
                        <a:pt x="357" y="268"/>
                        <a:pt x="381" y="259"/>
                      </a:cubicBezTo>
                      <a:cubicBezTo>
                        <a:pt x="395" y="254"/>
                        <a:pt x="407" y="248"/>
                        <a:pt x="419" y="241"/>
                      </a:cubicBezTo>
                      <a:cubicBezTo>
                        <a:pt x="430" y="233"/>
                        <a:pt x="440" y="224"/>
                        <a:pt x="449" y="215"/>
                      </a:cubicBezTo>
                      <a:cubicBezTo>
                        <a:pt x="450" y="214"/>
                        <a:pt x="451" y="213"/>
                        <a:pt x="453" y="211"/>
                      </a:cubicBezTo>
                      <a:cubicBezTo>
                        <a:pt x="455" y="209"/>
                        <a:pt x="454" y="210"/>
                        <a:pt x="456" y="207"/>
                      </a:cubicBezTo>
                      <a:cubicBezTo>
                        <a:pt x="458" y="205"/>
                        <a:pt x="457" y="207"/>
                        <a:pt x="458" y="205"/>
                      </a:cubicBezTo>
                      <a:cubicBezTo>
                        <a:pt x="464" y="198"/>
                        <a:pt x="464" y="198"/>
                        <a:pt x="464" y="198"/>
                      </a:cubicBezTo>
                      <a:cubicBezTo>
                        <a:pt x="465" y="197"/>
                        <a:pt x="466" y="196"/>
                        <a:pt x="467" y="195"/>
                      </a:cubicBezTo>
                      <a:cubicBezTo>
                        <a:pt x="467" y="194"/>
                        <a:pt x="468" y="193"/>
                        <a:pt x="469" y="192"/>
                      </a:cubicBezTo>
                      <a:cubicBezTo>
                        <a:pt x="472" y="187"/>
                        <a:pt x="475" y="182"/>
                        <a:pt x="477" y="177"/>
                      </a:cubicBezTo>
                      <a:cubicBezTo>
                        <a:pt x="482" y="167"/>
                        <a:pt x="486" y="156"/>
                        <a:pt x="487" y="146"/>
                      </a:cubicBezTo>
                      <a:cubicBezTo>
                        <a:pt x="487" y="143"/>
                        <a:pt x="487" y="146"/>
                        <a:pt x="488" y="144"/>
                      </a:cubicBezTo>
                      <a:cubicBezTo>
                        <a:pt x="488" y="142"/>
                        <a:pt x="488" y="141"/>
                        <a:pt x="487" y="139"/>
                      </a:cubicBezTo>
                      <a:cubicBezTo>
                        <a:pt x="487" y="137"/>
                        <a:pt x="487" y="136"/>
                        <a:pt x="487" y="134"/>
                      </a:cubicBezTo>
                      <a:cubicBezTo>
                        <a:pt x="487" y="130"/>
                        <a:pt x="486" y="126"/>
                        <a:pt x="485" y="123"/>
                      </a:cubicBezTo>
                      <a:cubicBezTo>
                        <a:pt x="483" y="115"/>
                        <a:pt x="480" y="108"/>
                        <a:pt x="475" y="103"/>
                      </a:cubicBezTo>
                      <a:cubicBezTo>
                        <a:pt x="472" y="98"/>
                        <a:pt x="467" y="94"/>
                        <a:pt x="462" y="91"/>
                      </a:cubicBezTo>
                      <a:cubicBezTo>
                        <a:pt x="460" y="90"/>
                        <a:pt x="461" y="90"/>
                        <a:pt x="460" y="90"/>
                      </a:cubicBezTo>
                      <a:cubicBezTo>
                        <a:pt x="458" y="89"/>
                        <a:pt x="459" y="89"/>
                        <a:pt x="458" y="88"/>
                      </a:cubicBezTo>
                      <a:cubicBezTo>
                        <a:pt x="456" y="87"/>
                        <a:pt x="456" y="87"/>
                        <a:pt x="456" y="87"/>
                      </a:cubicBezTo>
                      <a:cubicBezTo>
                        <a:pt x="453" y="86"/>
                        <a:pt x="453" y="86"/>
                        <a:pt x="453" y="86"/>
                      </a:cubicBezTo>
                      <a:cubicBezTo>
                        <a:pt x="439" y="78"/>
                        <a:pt x="424" y="72"/>
                        <a:pt x="409" y="67"/>
                      </a:cubicBezTo>
                      <a:cubicBezTo>
                        <a:pt x="406" y="66"/>
                        <a:pt x="406" y="66"/>
                        <a:pt x="402" y="64"/>
                      </a:cubicBezTo>
                      <a:cubicBezTo>
                        <a:pt x="398" y="63"/>
                        <a:pt x="399" y="63"/>
                        <a:pt x="396" y="63"/>
                      </a:cubicBezTo>
                      <a:cubicBezTo>
                        <a:pt x="395" y="63"/>
                        <a:pt x="392" y="61"/>
                        <a:pt x="391" y="61"/>
                      </a:cubicBezTo>
                      <a:cubicBezTo>
                        <a:pt x="390" y="61"/>
                        <a:pt x="391" y="61"/>
                        <a:pt x="391" y="61"/>
                      </a:cubicBezTo>
                      <a:cubicBezTo>
                        <a:pt x="388" y="60"/>
                        <a:pt x="378" y="58"/>
                        <a:pt x="373" y="57"/>
                      </a:cubicBezTo>
                      <a:cubicBezTo>
                        <a:pt x="366" y="56"/>
                        <a:pt x="358" y="54"/>
                        <a:pt x="350" y="53"/>
                      </a:cubicBezTo>
                      <a:cubicBezTo>
                        <a:pt x="358" y="54"/>
                        <a:pt x="365" y="55"/>
                        <a:pt x="367" y="55"/>
                      </a:cubicBezTo>
                      <a:cubicBezTo>
                        <a:pt x="359" y="53"/>
                        <a:pt x="344" y="52"/>
                        <a:pt x="336" y="51"/>
                      </a:cubicBezTo>
                      <a:cubicBezTo>
                        <a:pt x="318" y="50"/>
                        <a:pt x="294" y="52"/>
                        <a:pt x="273" y="56"/>
                      </a:cubicBezTo>
                      <a:cubicBezTo>
                        <a:pt x="272" y="56"/>
                        <a:pt x="271" y="56"/>
                        <a:pt x="271" y="56"/>
                      </a:cubicBezTo>
                      <a:cubicBezTo>
                        <a:pt x="265" y="57"/>
                        <a:pt x="265" y="57"/>
                        <a:pt x="265" y="57"/>
                      </a:cubicBezTo>
                      <a:cubicBezTo>
                        <a:pt x="264" y="58"/>
                        <a:pt x="264" y="58"/>
                        <a:pt x="264" y="58"/>
                      </a:cubicBezTo>
                      <a:cubicBezTo>
                        <a:pt x="264" y="58"/>
                        <a:pt x="263" y="58"/>
                        <a:pt x="262" y="58"/>
                      </a:cubicBezTo>
                      <a:cubicBezTo>
                        <a:pt x="264" y="58"/>
                        <a:pt x="264" y="58"/>
                        <a:pt x="264" y="58"/>
                      </a:cubicBezTo>
                      <a:cubicBezTo>
                        <a:pt x="265" y="57"/>
                        <a:pt x="265" y="57"/>
                        <a:pt x="265" y="57"/>
                      </a:cubicBezTo>
                      <a:cubicBezTo>
                        <a:pt x="266" y="57"/>
                        <a:pt x="266" y="57"/>
                        <a:pt x="266" y="57"/>
                      </a:cubicBezTo>
                      <a:cubicBezTo>
                        <a:pt x="266" y="57"/>
                        <a:pt x="266" y="57"/>
                        <a:pt x="266" y="57"/>
                      </a:cubicBezTo>
                      <a:cubicBezTo>
                        <a:pt x="267" y="57"/>
                        <a:pt x="267" y="57"/>
                        <a:pt x="267" y="57"/>
                      </a:cubicBezTo>
                      <a:cubicBezTo>
                        <a:pt x="288" y="53"/>
                        <a:pt x="309" y="50"/>
                        <a:pt x="330" y="51"/>
                      </a:cubicBezTo>
                      <a:cubicBezTo>
                        <a:pt x="335" y="51"/>
                        <a:pt x="343" y="51"/>
                        <a:pt x="352" y="52"/>
                      </a:cubicBezTo>
                      <a:cubicBezTo>
                        <a:pt x="362" y="53"/>
                        <a:pt x="371" y="55"/>
                        <a:pt x="378" y="57"/>
                      </a:cubicBezTo>
                      <a:cubicBezTo>
                        <a:pt x="387" y="58"/>
                        <a:pt x="391" y="59"/>
                        <a:pt x="387" y="58"/>
                      </a:cubicBezTo>
                      <a:cubicBezTo>
                        <a:pt x="376" y="55"/>
                        <a:pt x="367" y="53"/>
                        <a:pt x="356" y="52"/>
                      </a:cubicBezTo>
                      <a:cubicBezTo>
                        <a:pt x="354" y="51"/>
                        <a:pt x="352" y="51"/>
                        <a:pt x="355" y="51"/>
                      </a:cubicBezTo>
                      <a:cubicBezTo>
                        <a:pt x="377" y="53"/>
                        <a:pt x="401" y="60"/>
                        <a:pt x="418" y="66"/>
                      </a:cubicBezTo>
                      <a:cubicBezTo>
                        <a:pt x="428" y="70"/>
                        <a:pt x="428" y="70"/>
                        <a:pt x="428" y="70"/>
                      </a:cubicBezTo>
                      <a:cubicBezTo>
                        <a:pt x="430" y="70"/>
                        <a:pt x="431" y="71"/>
                        <a:pt x="432" y="71"/>
                      </a:cubicBezTo>
                      <a:cubicBezTo>
                        <a:pt x="432" y="71"/>
                        <a:pt x="430" y="70"/>
                        <a:pt x="430" y="70"/>
                      </a:cubicBezTo>
                      <a:cubicBezTo>
                        <a:pt x="411" y="62"/>
                        <a:pt x="395" y="56"/>
                        <a:pt x="374" y="52"/>
                      </a:cubicBezTo>
                      <a:cubicBezTo>
                        <a:pt x="371" y="51"/>
                        <a:pt x="368" y="51"/>
                        <a:pt x="365" y="50"/>
                      </a:cubicBezTo>
                      <a:cubicBezTo>
                        <a:pt x="358" y="49"/>
                        <a:pt x="347" y="48"/>
                        <a:pt x="338" y="47"/>
                      </a:cubicBezTo>
                      <a:cubicBezTo>
                        <a:pt x="336" y="47"/>
                        <a:pt x="337" y="47"/>
                        <a:pt x="336" y="47"/>
                      </a:cubicBezTo>
                      <a:cubicBezTo>
                        <a:pt x="315" y="46"/>
                        <a:pt x="296" y="48"/>
                        <a:pt x="277" y="51"/>
                      </a:cubicBezTo>
                      <a:cubicBezTo>
                        <a:pt x="293" y="48"/>
                        <a:pt x="310" y="47"/>
                        <a:pt x="325" y="47"/>
                      </a:cubicBezTo>
                      <a:cubicBezTo>
                        <a:pt x="327" y="47"/>
                        <a:pt x="328" y="46"/>
                        <a:pt x="330" y="46"/>
                      </a:cubicBezTo>
                      <a:cubicBezTo>
                        <a:pt x="343" y="47"/>
                        <a:pt x="363" y="49"/>
                        <a:pt x="379" y="52"/>
                      </a:cubicBezTo>
                      <a:cubicBezTo>
                        <a:pt x="381" y="52"/>
                        <a:pt x="382" y="52"/>
                        <a:pt x="375" y="51"/>
                      </a:cubicBezTo>
                      <a:cubicBezTo>
                        <a:pt x="377" y="51"/>
                        <a:pt x="378" y="51"/>
                        <a:pt x="381" y="52"/>
                      </a:cubicBezTo>
                      <a:cubicBezTo>
                        <a:pt x="381" y="52"/>
                        <a:pt x="380" y="52"/>
                        <a:pt x="379" y="52"/>
                      </a:cubicBezTo>
                      <a:cubicBezTo>
                        <a:pt x="388" y="53"/>
                        <a:pt x="389" y="54"/>
                        <a:pt x="398" y="56"/>
                      </a:cubicBezTo>
                      <a:cubicBezTo>
                        <a:pt x="399" y="56"/>
                        <a:pt x="400" y="56"/>
                        <a:pt x="399" y="56"/>
                      </a:cubicBezTo>
                      <a:cubicBezTo>
                        <a:pt x="392" y="54"/>
                        <a:pt x="385" y="52"/>
                        <a:pt x="379" y="51"/>
                      </a:cubicBezTo>
                      <a:cubicBezTo>
                        <a:pt x="375" y="50"/>
                        <a:pt x="372" y="50"/>
                        <a:pt x="369" y="49"/>
                      </a:cubicBezTo>
                      <a:cubicBezTo>
                        <a:pt x="367" y="49"/>
                        <a:pt x="367" y="49"/>
                        <a:pt x="365" y="48"/>
                      </a:cubicBezTo>
                      <a:cubicBezTo>
                        <a:pt x="363" y="48"/>
                        <a:pt x="360" y="48"/>
                        <a:pt x="358" y="48"/>
                      </a:cubicBezTo>
                      <a:cubicBezTo>
                        <a:pt x="353" y="47"/>
                        <a:pt x="353" y="47"/>
                        <a:pt x="353" y="47"/>
                      </a:cubicBezTo>
                      <a:cubicBezTo>
                        <a:pt x="345" y="46"/>
                        <a:pt x="336" y="46"/>
                        <a:pt x="327" y="45"/>
                      </a:cubicBezTo>
                      <a:cubicBezTo>
                        <a:pt x="321" y="45"/>
                        <a:pt x="314" y="45"/>
                        <a:pt x="307" y="46"/>
                      </a:cubicBezTo>
                      <a:cubicBezTo>
                        <a:pt x="310" y="45"/>
                        <a:pt x="315" y="45"/>
                        <a:pt x="320" y="45"/>
                      </a:cubicBezTo>
                      <a:cubicBezTo>
                        <a:pt x="337" y="45"/>
                        <a:pt x="357" y="46"/>
                        <a:pt x="371" y="49"/>
                      </a:cubicBezTo>
                      <a:cubicBezTo>
                        <a:pt x="372" y="49"/>
                        <a:pt x="369" y="48"/>
                        <a:pt x="368" y="48"/>
                      </a:cubicBezTo>
                      <a:cubicBezTo>
                        <a:pt x="363" y="47"/>
                        <a:pt x="360" y="47"/>
                        <a:pt x="356" y="46"/>
                      </a:cubicBezTo>
                      <a:cubicBezTo>
                        <a:pt x="354" y="46"/>
                        <a:pt x="357" y="46"/>
                        <a:pt x="355" y="46"/>
                      </a:cubicBezTo>
                      <a:cubicBezTo>
                        <a:pt x="345" y="45"/>
                        <a:pt x="335" y="45"/>
                        <a:pt x="323" y="45"/>
                      </a:cubicBezTo>
                      <a:cubicBezTo>
                        <a:pt x="322" y="44"/>
                        <a:pt x="319" y="44"/>
                        <a:pt x="321" y="44"/>
                      </a:cubicBezTo>
                      <a:cubicBezTo>
                        <a:pt x="319" y="44"/>
                        <a:pt x="319" y="44"/>
                        <a:pt x="317" y="44"/>
                      </a:cubicBezTo>
                      <a:cubicBezTo>
                        <a:pt x="314" y="44"/>
                        <a:pt x="318" y="44"/>
                        <a:pt x="317" y="44"/>
                      </a:cubicBezTo>
                      <a:cubicBezTo>
                        <a:pt x="314" y="44"/>
                        <a:pt x="310" y="45"/>
                        <a:pt x="308" y="45"/>
                      </a:cubicBezTo>
                      <a:cubicBezTo>
                        <a:pt x="294" y="46"/>
                        <a:pt x="282" y="47"/>
                        <a:pt x="266" y="50"/>
                      </a:cubicBezTo>
                      <a:cubicBezTo>
                        <a:pt x="276" y="48"/>
                        <a:pt x="290" y="46"/>
                        <a:pt x="305" y="45"/>
                      </a:cubicBezTo>
                      <a:cubicBezTo>
                        <a:pt x="308" y="44"/>
                        <a:pt x="304" y="45"/>
                        <a:pt x="307" y="44"/>
                      </a:cubicBezTo>
                      <a:cubicBezTo>
                        <a:pt x="311" y="44"/>
                        <a:pt x="314" y="44"/>
                        <a:pt x="318" y="44"/>
                      </a:cubicBezTo>
                      <a:cubicBezTo>
                        <a:pt x="328" y="44"/>
                        <a:pt x="328" y="44"/>
                        <a:pt x="328" y="44"/>
                      </a:cubicBezTo>
                      <a:cubicBezTo>
                        <a:pt x="333" y="44"/>
                        <a:pt x="338" y="44"/>
                        <a:pt x="343" y="44"/>
                      </a:cubicBezTo>
                      <a:cubicBezTo>
                        <a:pt x="348" y="45"/>
                        <a:pt x="351" y="45"/>
                        <a:pt x="356" y="45"/>
                      </a:cubicBezTo>
                      <a:cubicBezTo>
                        <a:pt x="358" y="46"/>
                        <a:pt x="358" y="45"/>
                        <a:pt x="361" y="46"/>
                      </a:cubicBezTo>
                      <a:cubicBezTo>
                        <a:pt x="362" y="46"/>
                        <a:pt x="357" y="45"/>
                        <a:pt x="360" y="45"/>
                      </a:cubicBezTo>
                      <a:cubicBezTo>
                        <a:pt x="363" y="46"/>
                        <a:pt x="360" y="45"/>
                        <a:pt x="362" y="46"/>
                      </a:cubicBezTo>
                      <a:cubicBezTo>
                        <a:pt x="365" y="46"/>
                        <a:pt x="366" y="46"/>
                        <a:pt x="368" y="46"/>
                      </a:cubicBezTo>
                      <a:cubicBezTo>
                        <a:pt x="375" y="48"/>
                        <a:pt x="382" y="49"/>
                        <a:pt x="389" y="51"/>
                      </a:cubicBezTo>
                      <a:cubicBezTo>
                        <a:pt x="391" y="51"/>
                        <a:pt x="386" y="50"/>
                        <a:pt x="388" y="50"/>
                      </a:cubicBezTo>
                      <a:cubicBezTo>
                        <a:pt x="391" y="51"/>
                        <a:pt x="401" y="54"/>
                        <a:pt x="403" y="54"/>
                      </a:cubicBezTo>
                      <a:cubicBezTo>
                        <a:pt x="411" y="57"/>
                        <a:pt x="415" y="58"/>
                        <a:pt x="424" y="61"/>
                      </a:cubicBezTo>
                      <a:cubicBezTo>
                        <a:pt x="427" y="63"/>
                        <a:pt x="424" y="61"/>
                        <a:pt x="426" y="62"/>
                      </a:cubicBezTo>
                      <a:cubicBezTo>
                        <a:pt x="431" y="64"/>
                        <a:pt x="434" y="65"/>
                        <a:pt x="440" y="68"/>
                      </a:cubicBezTo>
                      <a:cubicBezTo>
                        <a:pt x="444" y="69"/>
                        <a:pt x="450" y="72"/>
                        <a:pt x="455" y="75"/>
                      </a:cubicBezTo>
                      <a:cubicBezTo>
                        <a:pt x="455" y="74"/>
                        <a:pt x="452" y="73"/>
                        <a:pt x="449" y="71"/>
                      </a:cubicBezTo>
                      <a:cubicBezTo>
                        <a:pt x="451" y="72"/>
                        <a:pt x="456" y="75"/>
                        <a:pt x="458" y="76"/>
                      </a:cubicBezTo>
                      <a:cubicBezTo>
                        <a:pt x="466" y="80"/>
                        <a:pt x="473" y="84"/>
                        <a:pt x="480" y="91"/>
                      </a:cubicBezTo>
                      <a:cubicBezTo>
                        <a:pt x="486" y="97"/>
                        <a:pt x="492" y="105"/>
                        <a:pt x="495" y="116"/>
                      </a:cubicBezTo>
                      <a:cubicBezTo>
                        <a:pt x="496" y="119"/>
                        <a:pt x="497" y="120"/>
                        <a:pt x="498" y="123"/>
                      </a:cubicBezTo>
                      <a:cubicBezTo>
                        <a:pt x="498" y="124"/>
                        <a:pt x="498" y="124"/>
                        <a:pt x="498" y="123"/>
                      </a:cubicBezTo>
                      <a:cubicBezTo>
                        <a:pt x="498" y="126"/>
                        <a:pt x="499" y="130"/>
                        <a:pt x="499" y="134"/>
                      </a:cubicBezTo>
                      <a:cubicBezTo>
                        <a:pt x="500" y="136"/>
                        <a:pt x="500" y="139"/>
                        <a:pt x="500" y="141"/>
                      </a:cubicBezTo>
                      <a:cubicBezTo>
                        <a:pt x="500" y="143"/>
                        <a:pt x="500" y="146"/>
                        <a:pt x="500" y="148"/>
                      </a:cubicBezTo>
                      <a:close/>
                      <a:moveTo>
                        <a:pt x="385" y="50"/>
                      </a:moveTo>
                      <a:cubicBezTo>
                        <a:pt x="380" y="49"/>
                        <a:pt x="378" y="49"/>
                        <a:pt x="371" y="47"/>
                      </a:cubicBezTo>
                      <a:cubicBezTo>
                        <a:pt x="369" y="47"/>
                        <a:pt x="367" y="47"/>
                        <a:pt x="364" y="46"/>
                      </a:cubicBezTo>
                      <a:cubicBezTo>
                        <a:pt x="363" y="47"/>
                        <a:pt x="354" y="45"/>
                        <a:pt x="354" y="46"/>
                      </a:cubicBezTo>
                      <a:cubicBezTo>
                        <a:pt x="359" y="46"/>
                        <a:pt x="362" y="47"/>
                        <a:pt x="365" y="47"/>
                      </a:cubicBezTo>
                      <a:cubicBezTo>
                        <a:pt x="367" y="47"/>
                        <a:pt x="364" y="47"/>
                        <a:pt x="366" y="47"/>
                      </a:cubicBezTo>
                      <a:cubicBezTo>
                        <a:pt x="370" y="48"/>
                        <a:pt x="380" y="49"/>
                        <a:pt x="386" y="51"/>
                      </a:cubicBezTo>
                      <a:cubicBezTo>
                        <a:pt x="386" y="51"/>
                        <a:pt x="384" y="50"/>
                        <a:pt x="385" y="50"/>
                      </a:cubicBezTo>
                      <a:close/>
                      <a:moveTo>
                        <a:pt x="387" y="51"/>
                      </a:moveTo>
                      <a:cubicBezTo>
                        <a:pt x="387" y="51"/>
                        <a:pt x="388" y="51"/>
                        <a:pt x="388" y="51"/>
                      </a:cubicBezTo>
                      <a:cubicBezTo>
                        <a:pt x="392" y="52"/>
                        <a:pt x="389" y="51"/>
                        <a:pt x="387" y="51"/>
                      </a:cubicBezTo>
                      <a:close/>
                      <a:moveTo>
                        <a:pt x="391" y="61"/>
                      </a:moveTo>
                      <a:cubicBezTo>
                        <a:pt x="391" y="61"/>
                        <a:pt x="391" y="61"/>
                        <a:pt x="391" y="61"/>
                      </a:cubicBezTo>
                      <a:cubicBezTo>
                        <a:pt x="391" y="61"/>
                        <a:pt x="391" y="61"/>
                        <a:pt x="391" y="61"/>
                      </a:cubicBezTo>
                      <a:close/>
                    </a:path>
                  </a:pathLst>
                </a:custGeom>
                <a:solidFill>
                  <a:srgbClr val="008000"/>
                </a:solidFill>
                <a:ln w="12700" cmpd="sng">
                  <a:solidFill>
                    <a:srgbClr val="008000"/>
                  </a:solidFill>
                </a:ln>
                <a:effectLst>
                  <a:outerShdw blurRad="50800" dist="254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6" name="Gruppo 5"/>
              <p:cNvGrpSpPr/>
              <p:nvPr/>
            </p:nvGrpSpPr>
            <p:grpSpPr>
              <a:xfrm>
                <a:off x="3431956" y="3169660"/>
                <a:ext cx="1918650" cy="2633091"/>
                <a:chOff x="3431956" y="3169660"/>
                <a:chExt cx="1918650" cy="2633091"/>
              </a:xfrm>
            </p:grpSpPr>
            <p:sp>
              <p:nvSpPr>
                <p:cNvPr id="18" name="Freeform 17"/>
                <p:cNvSpPr>
                  <a:spLocks noChangeAspect="1"/>
                </p:cNvSpPr>
                <p:nvPr/>
              </p:nvSpPr>
              <p:spPr bwMode="auto">
                <a:xfrm>
                  <a:off x="3431956" y="3169660"/>
                  <a:ext cx="1918649" cy="413665"/>
                </a:xfrm>
                <a:custGeom>
                  <a:avLst/>
                  <a:gdLst>
                    <a:gd name="T0" fmla="*/ 912 w 917"/>
                    <a:gd name="T1" fmla="*/ 163 h 215"/>
                    <a:gd name="T2" fmla="*/ 860 w 917"/>
                    <a:gd name="T3" fmla="*/ 32 h 215"/>
                    <a:gd name="T4" fmla="*/ 827 w 917"/>
                    <a:gd name="T5" fmla="*/ 3 h 215"/>
                    <a:gd name="T6" fmla="*/ 805 w 917"/>
                    <a:gd name="T7" fmla="*/ 15 h 215"/>
                    <a:gd name="T8" fmla="*/ 836 w 917"/>
                    <a:gd name="T9" fmla="*/ 109 h 215"/>
                    <a:gd name="T10" fmla="*/ 828 w 917"/>
                    <a:gd name="T11" fmla="*/ 104 h 215"/>
                    <a:gd name="T12" fmla="*/ 678 w 917"/>
                    <a:gd name="T13" fmla="*/ 54 h 215"/>
                    <a:gd name="T14" fmla="*/ 448 w 917"/>
                    <a:gd name="T15" fmla="*/ 14 h 215"/>
                    <a:gd name="T16" fmla="*/ 207 w 917"/>
                    <a:gd name="T17" fmla="*/ 13 h 215"/>
                    <a:gd name="T18" fmla="*/ 22 w 917"/>
                    <a:gd name="T19" fmla="*/ 80 h 215"/>
                    <a:gd name="T20" fmla="*/ 19 w 917"/>
                    <a:gd name="T21" fmla="*/ 82 h 215"/>
                    <a:gd name="T22" fmla="*/ 66 w 917"/>
                    <a:gd name="T23" fmla="*/ 123 h 215"/>
                    <a:gd name="T24" fmla="*/ 240 w 917"/>
                    <a:gd name="T25" fmla="*/ 58 h 215"/>
                    <a:gd name="T26" fmla="*/ 468 w 917"/>
                    <a:gd name="T27" fmla="*/ 57 h 215"/>
                    <a:gd name="T28" fmla="*/ 685 w 917"/>
                    <a:gd name="T29" fmla="*/ 94 h 215"/>
                    <a:gd name="T30" fmla="*/ 770 w 917"/>
                    <a:gd name="T31" fmla="*/ 118 h 215"/>
                    <a:gd name="T32" fmla="*/ 825 w 917"/>
                    <a:gd name="T33" fmla="*/ 139 h 215"/>
                    <a:gd name="T34" fmla="*/ 838 w 917"/>
                    <a:gd name="T35" fmla="*/ 143 h 215"/>
                    <a:gd name="T36" fmla="*/ 743 w 917"/>
                    <a:gd name="T37" fmla="*/ 169 h 215"/>
                    <a:gd name="T38" fmla="*/ 751 w 917"/>
                    <a:gd name="T39" fmla="*/ 198 h 215"/>
                    <a:gd name="T40" fmla="*/ 790 w 917"/>
                    <a:gd name="T41" fmla="*/ 210 h 215"/>
                    <a:gd name="T42" fmla="*/ 905 w 917"/>
                    <a:gd name="T43" fmla="*/ 182 h 215"/>
                    <a:gd name="T44" fmla="*/ 912 w 917"/>
                    <a:gd name="T45" fmla="*/ 163 h 2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917" h="215">
                      <a:moveTo>
                        <a:pt x="912" y="163"/>
                      </a:moveTo>
                      <a:cubicBezTo>
                        <a:pt x="887" y="123"/>
                        <a:pt x="870" y="78"/>
                        <a:pt x="860" y="32"/>
                      </a:cubicBezTo>
                      <a:cubicBezTo>
                        <a:pt x="857" y="18"/>
                        <a:pt x="840" y="7"/>
                        <a:pt x="827" y="3"/>
                      </a:cubicBezTo>
                      <a:cubicBezTo>
                        <a:pt x="817" y="0"/>
                        <a:pt x="802" y="1"/>
                        <a:pt x="805" y="15"/>
                      </a:cubicBezTo>
                      <a:cubicBezTo>
                        <a:pt x="812" y="47"/>
                        <a:pt x="823" y="79"/>
                        <a:pt x="836" y="109"/>
                      </a:cubicBezTo>
                      <a:cubicBezTo>
                        <a:pt x="833" y="107"/>
                        <a:pt x="831" y="105"/>
                        <a:pt x="828" y="104"/>
                      </a:cubicBezTo>
                      <a:cubicBezTo>
                        <a:pt x="781" y="80"/>
                        <a:pt x="729" y="66"/>
                        <a:pt x="678" y="54"/>
                      </a:cubicBezTo>
                      <a:cubicBezTo>
                        <a:pt x="602" y="35"/>
                        <a:pt x="526" y="22"/>
                        <a:pt x="448" y="14"/>
                      </a:cubicBezTo>
                      <a:cubicBezTo>
                        <a:pt x="369" y="5"/>
                        <a:pt x="287" y="3"/>
                        <a:pt x="207" y="13"/>
                      </a:cubicBezTo>
                      <a:cubicBezTo>
                        <a:pt x="143" y="21"/>
                        <a:pt x="74" y="38"/>
                        <a:pt x="22" y="80"/>
                      </a:cubicBezTo>
                      <a:cubicBezTo>
                        <a:pt x="21" y="80"/>
                        <a:pt x="20" y="81"/>
                        <a:pt x="19" y="82"/>
                      </a:cubicBezTo>
                      <a:cubicBezTo>
                        <a:pt x="0" y="98"/>
                        <a:pt x="50" y="137"/>
                        <a:pt x="66" y="123"/>
                      </a:cubicBezTo>
                      <a:cubicBezTo>
                        <a:pt x="114" y="82"/>
                        <a:pt x="178" y="66"/>
                        <a:pt x="240" y="58"/>
                      </a:cubicBezTo>
                      <a:cubicBezTo>
                        <a:pt x="315" y="47"/>
                        <a:pt x="392" y="50"/>
                        <a:pt x="468" y="57"/>
                      </a:cubicBezTo>
                      <a:cubicBezTo>
                        <a:pt x="541" y="64"/>
                        <a:pt x="614" y="77"/>
                        <a:pt x="685" y="94"/>
                      </a:cubicBezTo>
                      <a:cubicBezTo>
                        <a:pt x="714" y="101"/>
                        <a:pt x="742" y="109"/>
                        <a:pt x="770" y="118"/>
                      </a:cubicBezTo>
                      <a:cubicBezTo>
                        <a:pt x="795" y="126"/>
                        <a:pt x="806" y="129"/>
                        <a:pt x="825" y="139"/>
                      </a:cubicBezTo>
                      <a:cubicBezTo>
                        <a:pt x="828" y="140"/>
                        <a:pt x="833" y="142"/>
                        <a:pt x="838" y="143"/>
                      </a:cubicBezTo>
                      <a:cubicBezTo>
                        <a:pt x="806" y="150"/>
                        <a:pt x="774" y="159"/>
                        <a:pt x="743" y="169"/>
                      </a:cubicBezTo>
                      <a:cubicBezTo>
                        <a:pt x="730" y="173"/>
                        <a:pt x="746" y="194"/>
                        <a:pt x="751" y="198"/>
                      </a:cubicBezTo>
                      <a:cubicBezTo>
                        <a:pt x="761" y="207"/>
                        <a:pt x="776" y="215"/>
                        <a:pt x="790" y="210"/>
                      </a:cubicBezTo>
                      <a:cubicBezTo>
                        <a:pt x="827" y="198"/>
                        <a:pt x="866" y="189"/>
                        <a:pt x="905" y="182"/>
                      </a:cubicBezTo>
                      <a:cubicBezTo>
                        <a:pt x="915" y="180"/>
                        <a:pt x="917" y="171"/>
                        <a:pt x="912" y="163"/>
                      </a:cubicBezTo>
                      <a:close/>
                    </a:path>
                  </a:pathLst>
                </a:custGeom>
                <a:solidFill>
                  <a:srgbClr val="008000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Freeform 17"/>
                <p:cNvSpPr>
                  <a:spLocks noChangeAspect="1"/>
                </p:cNvSpPr>
                <p:nvPr/>
              </p:nvSpPr>
              <p:spPr bwMode="auto">
                <a:xfrm>
                  <a:off x="3431957" y="5389086"/>
                  <a:ext cx="1918649" cy="413665"/>
                </a:xfrm>
                <a:custGeom>
                  <a:avLst/>
                  <a:gdLst>
                    <a:gd name="T0" fmla="*/ 912 w 917"/>
                    <a:gd name="T1" fmla="*/ 163 h 215"/>
                    <a:gd name="T2" fmla="*/ 860 w 917"/>
                    <a:gd name="T3" fmla="*/ 32 h 215"/>
                    <a:gd name="T4" fmla="*/ 827 w 917"/>
                    <a:gd name="T5" fmla="*/ 3 h 215"/>
                    <a:gd name="T6" fmla="*/ 805 w 917"/>
                    <a:gd name="T7" fmla="*/ 15 h 215"/>
                    <a:gd name="T8" fmla="*/ 836 w 917"/>
                    <a:gd name="T9" fmla="*/ 109 h 215"/>
                    <a:gd name="T10" fmla="*/ 828 w 917"/>
                    <a:gd name="T11" fmla="*/ 104 h 215"/>
                    <a:gd name="T12" fmla="*/ 678 w 917"/>
                    <a:gd name="T13" fmla="*/ 54 h 215"/>
                    <a:gd name="T14" fmla="*/ 448 w 917"/>
                    <a:gd name="T15" fmla="*/ 14 h 215"/>
                    <a:gd name="T16" fmla="*/ 207 w 917"/>
                    <a:gd name="T17" fmla="*/ 13 h 215"/>
                    <a:gd name="T18" fmla="*/ 22 w 917"/>
                    <a:gd name="T19" fmla="*/ 80 h 215"/>
                    <a:gd name="T20" fmla="*/ 19 w 917"/>
                    <a:gd name="T21" fmla="*/ 82 h 215"/>
                    <a:gd name="T22" fmla="*/ 66 w 917"/>
                    <a:gd name="T23" fmla="*/ 123 h 215"/>
                    <a:gd name="T24" fmla="*/ 240 w 917"/>
                    <a:gd name="T25" fmla="*/ 58 h 215"/>
                    <a:gd name="T26" fmla="*/ 468 w 917"/>
                    <a:gd name="T27" fmla="*/ 57 h 215"/>
                    <a:gd name="T28" fmla="*/ 685 w 917"/>
                    <a:gd name="T29" fmla="*/ 94 h 215"/>
                    <a:gd name="T30" fmla="*/ 770 w 917"/>
                    <a:gd name="T31" fmla="*/ 118 h 215"/>
                    <a:gd name="T32" fmla="*/ 825 w 917"/>
                    <a:gd name="T33" fmla="*/ 139 h 215"/>
                    <a:gd name="T34" fmla="*/ 838 w 917"/>
                    <a:gd name="T35" fmla="*/ 143 h 215"/>
                    <a:gd name="T36" fmla="*/ 743 w 917"/>
                    <a:gd name="T37" fmla="*/ 169 h 215"/>
                    <a:gd name="T38" fmla="*/ 751 w 917"/>
                    <a:gd name="T39" fmla="*/ 198 h 215"/>
                    <a:gd name="T40" fmla="*/ 790 w 917"/>
                    <a:gd name="T41" fmla="*/ 210 h 215"/>
                    <a:gd name="T42" fmla="*/ 905 w 917"/>
                    <a:gd name="T43" fmla="*/ 182 h 215"/>
                    <a:gd name="T44" fmla="*/ 912 w 917"/>
                    <a:gd name="T45" fmla="*/ 163 h 2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917" h="215">
                      <a:moveTo>
                        <a:pt x="912" y="163"/>
                      </a:moveTo>
                      <a:cubicBezTo>
                        <a:pt x="887" y="123"/>
                        <a:pt x="870" y="78"/>
                        <a:pt x="860" y="32"/>
                      </a:cubicBezTo>
                      <a:cubicBezTo>
                        <a:pt x="857" y="18"/>
                        <a:pt x="840" y="7"/>
                        <a:pt x="827" y="3"/>
                      </a:cubicBezTo>
                      <a:cubicBezTo>
                        <a:pt x="817" y="0"/>
                        <a:pt x="802" y="1"/>
                        <a:pt x="805" y="15"/>
                      </a:cubicBezTo>
                      <a:cubicBezTo>
                        <a:pt x="812" y="47"/>
                        <a:pt x="823" y="79"/>
                        <a:pt x="836" y="109"/>
                      </a:cubicBezTo>
                      <a:cubicBezTo>
                        <a:pt x="833" y="107"/>
                        <a:pt x="831" y="105"/>
                        <a:pt x="828" y="104"/>
                      </a:cubicBezTo>
                      <a:cubicBezTo>
                        <a:pt x="781" y="80"/>
                        <a:pt x="729" y="66"/>
                        <a:pt x="678" y="54"/>
                      </a:cubicBezTo>
                      <a:cubicBezTo>
                        <a:pt x="602" y="35"/>
                        <a:pt x="526" y="22"/>
                        <a:pt x="448" y="14"/>
                      </a:cubicBezTo>
                      <a:cubicBezTo>
                        <a:pt x="369" y="5"/>
                        <a:pt x="287" y="3"/>
                        <a:pt x="207" y="13"/>
                      </a:cubicBezTo>
                      <a:cubicBezTo>
                        <a:pt x="143" y="21"/>
                        <a:pt x="74" y="38"/>
                        <a:pt x="22" y="80"/>
                      </a:cubicBezTo>
                      <a:cubicBezTo>
                        <a:pt x="21" y="80"/>
                        <a:pt x="20" y="81"/>
                        <a:pt x="19" y="82"/>
                      </a:cubicBezTo>
                      <a:cubicBezTo>
                        <a:pt x="0" y="98"/>
                        <a:pt x="50" y="137"/>
                        <a:pt x="66" y="123"/>
                      </a:cubicBezTo>
                      <a:cubicBezTo>
                        <a:pt x="114" y="82"/>
                        <a:pt x="178" y="66"/>
                        <a:pt x="240" y="58"/>
                      </a:cubicBezTo>
                      <a:cubicBezTo>
                        <a:pt x="315" y="47"/>
                        <a:pt x="392" y="50"/>
                        <a:pt x="468" y="57"/>
                      </a:cubicBezTo>
                      <a:cubicBezTo>
                        <a:pt x="541" y="64"/>
                        <a:pt x="614" y="77"/>
                        <a:pt x="685" y="94"/>
                      </a:cubicBezTo>
                      <a:cubicBezTo>
                        <a:pt x="714" y="101"/>
                        <a:pt x="742" y="109"/>
                        <a:pt x="770" y="118"/>
                      </a:cubicBezTo>
                      <a:cubicBezTo>
                        <a:pt x="795" y="126"/>
                        <a:pt x="806" y="129"/>
                        <a:pt x="825" y="139"/>
                      </a:cubicBezTo>
                      <a:cubicBezTo>
                        <a:pt x="828" y="140"/>
                        <a:pt x="833" y="142"/>
                        <a:pt x="838" y="143"/>
                      </a:cubicBezTo>
                      <a:cubicBezTo>
                        <a:pt x="806" y="150"/>
                        <a:pt x="774" y="159"/>
                        <a:pt x="743" y="169"/>
                      </a:cubicBezTo>
                      <a:cubicBezTo>
                        <a:pt x="730" y="173"/>
                        <a:pt x="746" y="194"/>
                        <a:pt x="751" y="198"/>
                      </a:cubicBezTo>
                      <a:cubicBezTo>
                        <a:pt x="761" y="207"/>
                        <a:pt x="776" y="215"/>
                        <a:pt x="790" y="210"/>
                      </a:cubicBezTo>
                      <a:cubicBezTo>
                        <a:pt x="827" y="198"/>
                        <a:pt x="866" y="189"/>
                        <a:pt x="905" y="182"/>
                      </a:cubicBezTo>
                      <a:cubicBezTo>
                        <a:pt x="915" y="180"/>
                        <a:pt x="917" y="171"/>
                        <a:pt x="912" y="163"/>
                      </a:cubicBezTo>
                      <a:close/>
                    </a:path>
                  </a:pathLst>
                </a:custGeom>
                <a:solidFill>
                  <a:srgbClr val="008000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8" name="Rettangolo arrotondato 27"/>
          <p:cNvSpPr/>
          <p:nvPr/>
        </p:nvSpPr>
        <p:spPr>
          <a:xfrm>
            <a:off x="4801992" y="4092129"/>
            <a:ext cx="2540187" cy="1188878"/>
          </a:xfrm>
          <a:prstGeom prst="roundRect">
            <a:avLst/>
          </a:prstGeom>
          <a:solidFill>
            <a:srgbClr val="008000"/>
          </a:solidFill>
          <a:ln w="28575" cmpd="sng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smtClean="0"/>
              <a:t>MAKE THE BEST</a:t>
            </a:r>
          </a:p>
          <a:p>
            <a:pPr algn="ctr"/>
            <a:r>
              <a:rPr lang="it-IT" b="1" dirty="0" smtClean="0"/>
              <a:t>OF EACH CONTOUR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389363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8" y="531788"/>
            <a:ext cx="395447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6000" b="1" baseline="30000" dirty="0" smtClean="0">
                <a:latin typeface="Candara"/>
                <a:cs typeface="Candara"/>
              </a:rPr>
              <a:t>How do we do it?</a:t>
            </a:r>
            <a:endParaRPr lang="it-IT" sz="6000" dirty="0">
              <a:latin typeface="Candara"/>
              <a:cs typeface="Candara"/>
            </a:endParaRPr>
          </a:p>
        </p:txBody>
      </p:sp>
      <p:cxnSp>
        <p:nvCxnSpPr>
          <p:cNvPr id="5" name="Connettore 1 4"/>
          <p:cNvCxnSpPr/>
          <p:nvPr/>
        </p:nvCxnSpPr>
        <p:spPr>
          <a:xfrm>
            <a:off x="259298" y="1239674"/>
            <a:ext cx="8563860" cy="0"/>
          </a:xfrm>
          <a:prstGeom prst="line">
            <a:avLst/>
          </a:prstGeom>
          <a:ln w="1905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/>
          <p:cNvSpPr txBox="1"/>
          <p:nvPr/>
        </p:nvSpPr>
        <p:spPr>
          <a:xfrm>
            <a:off x="259298" y="1388746"/>
            <a:ext cx="8563860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ct val="60000"/>
              <a:buFont typeface="Lucida Grande"/>
              <a:buChar char="▶"/>
            </a:pPr>
            <a:r>
              <a:rPr lang="it-IT" sz="2500" dirty="0" err="1" smtClean="0">
                <a:latin typeface="Candara"/>
                <a:cs typeface="Candara"/>
              </a:rPr>
              <a:t>Discard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r>
              <a:rPr lang="it-IT" sz="2500" dirty="0" err="1" smtClean="0">
                <a:latin typeface="Candara"/>
                <a:cs typeface="Candara"/>
              </a:rPr>
              <a:t>points</a:t>
            </a:r>
            <a:r>
              <a:rPr lang="it-IT" sz="2500" dirty="0" smtClean="0">
                <a:latin typeface="Candara"/>
                <a:cs typeface="Candara"/>
              </a:rPr>
              <a:t> on </a:t>
            </a:r>
            <a:r>
              <a:rPr lang="it-IT" sz="2500" dirty="0" err="1" smtClean="0">
                <a:latin typeface="Candara"/>
                <a:cs typeface="Candara"/>
              </a:rPr>
              <a:t>occluded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r>
              <a:rPr lang="it-IT" sz="2500" dirty="0" err="1" smtClean="0">
                <a:latin typeface="Candara"/>
                <a:cs typeface="Candara"/>
              </a:rPr>
              <a:t>areas</a:t>
            </a:r>
            <a:endParaRPr lang="it-IT" sz="2500" dirty="0" smtClean="0">
              <a:latin typeface="Candara"/>
              <a:cs typeface="Candara"/>
            </a:endParaRPr>
          </a:p>
          <a:p>
            <a:pPr marL="457200" indent="-457200">
              <a:buSzPct val="60000"/>
              <a:buFont typeface="Lucida Grande"/>
              <a:buChar char="▶"/>
            </a:pPr>
            <a:endParaRPr lang="it-IT" sz="2200" dirty="0">
              <a:latin typeface="Candara"/>
              <a:ea typeface="Adobe 고딕 Std B"/>
              <a:cs typeface="Candara"/>
            </a:endParaRPr>
          </a:p>
        </p:txBody>
      </p:sp>
      <p:pic>
        <p:nvPicPr>
          <p:cNvPr id="6" name="Immagine 5" descr="nasty_w_occlusions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244" y="2136804"/>
            <a:ext cx="2233434" cy="4565986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4822770" y="2911745"/>
            <a:ext cx="3571763" cy="1956546"/>
            <a:chOff x="4822770" y="2911745"/>
            <a:chExt cx="3571763" cy="1956546"/>
          </a:xfrm>
        </p:grpSpPr>
        <p:cxnSp>
          <p:nvCxnSpPr>
            <p:cNvPr id="7" name="Connettore 1 11"/>
            <p:cNvCxnSpPr/>
            <p:nvPr/>
          </p:nvCxnSpPr>
          <p:spPr>
            <a:xfrm flipV="1">
              <a:off x="4822770" y="3665903"/>
              <a:ext cx="1020066" cy="1202388"/>
            </a:xfrm>
            <a:prstGeom prst="lin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asellaDiTesto 13"/>
            <p:cNvSpPr txBox="1"/>
            <p:nvPr/>
          </p:nvSpPr>
          <p:spPr>
            <a:xfrm>
              <a:off x="5581694" y="2911745"/>
              <a:ext cx="281283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buSzPct val="60000"/>
              </a:pPr>
              <a:r>
                <a:rPr lang="it-IT" sz="2000" b="1" dirty="0" smtClean="0">
                  <a:latin typeface="Candara"/>
                  <a:ea typeface="Adobe 고딕 Std B"/>
                  <a:cs typeface="Candara"/>
                </a:rPr>
                <a:t>MEDIAL PATHS</a:t>
              </a:r>
            </a:p>
            <a:p>
              <a:pPr algn="ctr">
                <a:buSzPct val="60000"/>
              </a:pPr>
              <a:r>
                <a:rPr lang="it-IT" sz="2000" b="1" dirty="0" smtClean="0">
                  <a:latin typeface="Candara"/>
                  <a:ea typeface="Adobe 고딕 Std B"/>
                  <a:cs typeface="Candara"/>
                </a:rPr>
                <a:t>OUTSIDE OF OCCLUDED</a:t>
              </a:r>
            </a:p>
            <a:p>
              <a:pPr algn="ctr">
                <a:buSzPct val="60000"/>
              </a:pPr>
              <a:r>
                <a:rPr lang="it-IT" sz="2000" b="1" dirty="0" smtClean="0">
                  <a:latin typeface="Candara"/>
                  <a:ea typeface="Adobe 고딕 Std B"/>
                  <a:cs typeface="Candara"/>
                </a:rPr>
                <a:t>AREAS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35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8" y="531788"/>
            <a:ext cx="3954478" cy="72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6000" b="1" baseline="30000" dirty="0" smtClean="0">
                <a:latin typeface="Candara"/>
                <a:cs typeface="Candara"/>
              </a:rPr>
              <a:t>How do we do it?</a:t>
            </a:r>
            <a:endParaRPr lang="it-IT" sz="6000" dirty="0">
              <a:latin typeface="Candara"/>
              <a:cs typeface="Candara"/>
            </a:endParaRPr>
          </a:p>
        </p:txBody>
      </p:sp>
      <p:cxnSp>
        <p:nvCxnSpPr>
          <p:cNvPr id="5" name="Connettore 1 4"/>
          <p:cNvCxnSpPr/>
          <p:nvPr/>
        </p:nvCxnSpPr>
        <p:spPr>
          <a:xfrm>
            <a:off x="259298" y="1239674"/>
            <a:ext cx="8563860" cy="0"/>
          </a:xfrm>
          <a:prstGeom prst="line">
            <a:avLst/>
          </a:prstGeom>
          <a:ln w="1905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/>
          <p:cNvSpPr txBox="1"/>
          <p:nvPr/>
        </p:nvSpPr>
        <p:spPr>
          <a:xfrm>
            <a:off x="259298" y="1388746"/>
            <a:ext cx="8563860" cy="1533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ct val="60000"/>
              <a:buFont typeface="Lucida Grande"/>
              <a:buChar char="▶"/>
            </a:pPr>
            <a:r>
              <a:rPr lang="it-IT" sz="2500" dirty="0" err="1" smtClean="0">
                <a:latin typeface="Candara"/>
                <a:cs typeface="Candara"/>
              </a:rPr>
              <a:t>Discard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r>
              <a:rPr lang="it-IT" sz="2500" dirty="0" err="1" smtClean="0">
                <a:latin typeface="Candara"/>
                <a:cs typeface="Candara"/>
              </a:rPr>
              <a:t>points</a:t>
            </a:r>
            <a:r>
              <a:rPr lang="it-IT" sz="2500" dirty="0" smtClean="0">
                <a:latin typeface="Candara"/>
                <a:cs typeface="Candara"/>
              </a:rPr>
              <a:t> on </a:t>
            </a:r>
            <a:r>
              <a:rPr lang="it-IT" sz="2500" dirty="0" err="1" smtClean="0">
                <a:latin typeface="Candara"/>
                <a:cs typeface="Candara"/>
              </a:rPr>
              <a:t>occluded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r>
              <a:rPr lang="it-IT" sz="2500" dirty="0" err="1" smtClean="0">
                <a:latin typeface="Candara"/>
                <a:cs typeface="Candara"/>
              </a:rPr>
              <a:t>areas</a:t>
            </a:r>
            <a:endParaRPr lang="it-IT" sz="2500" dirty="0" smtClean="0">
              <a:latin typeface="Candara"/>
              <a:cs typeface="Candara"/>
            </a:endParaRPr>
          </a:p>
          <a:p>
            <a:pPr marL="457200" indent="-457200">
              <a:lnSpc>
                <a:spcPct val="150000"/>
              </a:lnSpc>
              <a:buSzPct val="60000"/>
              <a:buFont typeface="Lucida Grande"/>
              <a:buChar char="▶"/>
            </a:pPr>
            <a:r>
              <a:rPr lang="it-IT" sz="2500" b="1" dirty="0" err="1" smtClean="0">
                <a:latin typeface="Candara"/>
                <a:cs typeface="Candara"/>
              </a:rPr>
              <a:t>Understand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r>
              <a:rPr lang="it-IT" sz="2500" dirty="0" err="1" smtClean="0">
                <a:latin typeface="Candara"/>
                <a:cs typeface="Candara"/>
              </a:rPr>
              <a:t>how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r>
              <a:rPr lang="it-IT" sz="2500" dirty="0" err="1" smtClean="0">
                <a:latin typeface="Candara"/>
                <a:cs typeface="Candara"/>
              </a:rPr>
              <a:t>occlusions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r>
              <a:rPr lang="it-IT" sz="2500" dirty="0" err="1" smtClean="0">
                <a:latin typeface="Candara"/>
                <a:cs typeface="Candara"/>
              </a:rPr>
              <a:t>affect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r>
              <a:rPr lang="it-IT" sz="2500" dirty="0" err="1" smtClean="0">
                <a:latin typeface="Candara"/>
                <a:cs typeface="Candara"/>
              </a:rPr>
              <a:t>medial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r>
              <a:rPr lang="it-IT" sz="2500" dirty="0" err="1" smtClean="0">
                <a:latin typeface="Candara"/>
                <a:cs typeface="Candara"/>
              </a:rPr>
              <a:t>axis</a:t>
            </a:r>
            <a:endParaRPr lang="it-IT" sz="2500" dirty="0" smtClean="0">
              <a:latin typeface="Candara"/>
              <a:cs typeface="Candara"/>
            </a:endParaRPr>
          </a:p>
          <a:p>
            <a:pPr marL="457200" indent="-457200">
              <a:buSzPct val="60000"/>
              <a:buFont typeface="Lucida Grande"/>
              <a:buChar char="▶"/>
            </a:pPr>
            <a:endParaRPr lang="it-IT" sz="2200" dirty="0">
              <a:latin typeface="Candara"/>
              <a:ea typeface="Adobe 고딕 Std B"/>
              <a:cs typeface="Candara"/>
            </a:endParaRPr>
          </a:p>
        </p:txBody>
      </p:sp>
      <p:sp>
        <p:nvSpPr>
          <p:cNvPr id="7" name="Ovale 6"/>
          <p:cNvSpPr>
            <a:spLocks noChangeAspect="1"/>
          </p:cNvSpPr>
          <p:nvPr/>
        </p:nvSpPr>
        <p:spPr>
          <a:xfrm>
            <a:off x="2053406" y="3986896"/>
            <a:ext cx="892972" cy="892972"/>
          </a:xfrm>
          <a:prstGeom prst="ellipse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3" name="Gruppo 2"/>
          <p:cNvGrpSpPr/>
          <p:nvPr/>
        </p:nvGrpSpPr>
        <p:grpSpPr>
          <a:xfrm>
            <a:off x="2313215" y="4371789"/>
            <a:ext cx="195741" cy="272058"/>
            <a:chOff x="2313215" y="4371789"/>
            <a:chExt cx="195741" cy="272058"/>
          </a:xfrm>
        </p:grpSpPr>
        <p:sp>
          <p:nvSpPr>
            <p:cNvPr id="8" name="Ovale 7"/>
            <p:cNvSpPr>
              <a:spLocks noChangeAspect="1"/>
            </p:cNvSpPr>
            <p:nvPr/>
          </p:nvSpPr>
          <p:spPr>
            <a:xfrm>
              <a:off x="2445172" y="4371789"/>
              <a:ext cx="63784" cy="63784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1" name="Immagin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13215" y="4484390"/>
              <a:ext cx="132880" cy="159457"/>
            </a:xfrm>
            <a:prstGeom prst="rect">
              <a:avLst/>
            </a:prstGeom>
          </p:spPr>
        </p:pic>
      </p:grpSp>
      <p:grpSp>
        <p:nvGrpSpPr>
          <p:cNvPr id="11" name="Gruppo 10"/>
          <p:cNvGrpSpPr/>
          <p:nvPr/>
        </p:nvGrpSpPr>
        <p:grpSpPr>
          <a:xfrm>
            <a:off x="2038354" y="5564532"/>
            <a:ext cx="4612180" cy="704701"/>
            <a:chOff x="2038354" y="5564532"/>
            <a:chExt cx="4612180" cy="704701"/>
          </a:xfrm>
        </p:grpSpPr>
        <p:pic>
          <p:nvPicPr>
            <p:cNvPr id="31" name="Immagine 3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38354" y="5776054"/>
              <a:ext cx="979870" cy="248323"/>
            </a:xfrm>
            <a:prstGeom prst="rect">
              <a:avLst/>
            </a:prstGeom>
          </p:spPr>
        </p:pic>
        <p:pic>
          <p:nvPicPr>
            <p:cNvPr id="32" name="Immagine 3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41131" y="5564532"/>
              <a:ext cx="1409403" cy="704701"/>
            </a:xfrm>
            <a:prstGeom prst="rect">
              <a:avLst/>
            </a:prstGeom>
          </p:spPr>
        </p:pic>
        <p:pic>
          <p:nvPicPr>
            <p:cNvPr id="33" name="Immagine 3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71404" y="5860139"/>
              <a:ext cx="242372" cy="100988"/>
            </a:xfrm>
            <a:prstGeom prst="rect">
              <a:avLst/>
            </a:prstGeom>
          </p:spPr>
        </p:pic>
      </p:grpSp>
      <p:grpSp>
        <p:nvGrpSpPr>
          <p:cNvPr id="12" name="Gruppo 11"/>
          <p:cNvGrpSpPr/>
          <p:nvPr/>
        </p:nvGrpSpPr>
        <p:grpSpPr>
          <a:xfrm>
            <a:off x="3990188" y="2719849"/>
            <a:ext cx="3581033" cy="2902158"/>
            <a:chOff x="3990188" y="2719849"/>
            <a:chExt cx="3581033" cy="2902158"/>
          </a:xfrm>
        </p:grpSpPr>
        <p:grpSp>
          <p:nvGrpSpPr>
            <p:cNvPr id="10" name="Gruppo 9"/>
            <p:cNvGrpSpPr/>
            <p:nvPr/>
          </p:nvGrpSpPr>
          <p:grpSpPr>
            <a:xfrm>
              <a:off x="4262931" y="2719849"/>
              <a:ext cx="3308290" cy="2902158"/>
              <a:chOff x="4262931" y="2719849"/>
              <a:chExt cx="3308290" cy="2902158"/>
            </a:xfrm>
          </p:grpSpPr>
          <p:grpSp>
            <p:nvGrpSpPr>
              <p:cNvPr id="9" name="Gruppo 8"/>
              <p:cNvGrpSpPr/>
              <p:nvPr/>
            </p:nvGrpSpPr>
            <p:grpSpPr>
              <a:xfrm>
                <a:off x="4262931" y="2719849"/>
                <a:ext cx="3308290" cy="2902158"/>
                <a:chOff x="4262931" y="2719849"/>
                <a:chExt cx="3308290" cy="2902158"/>
              </a:xfrm>
            </p:grpSpPr>
            <p:pic>
              <p:nvPicPr>
                <p:cNvPr id="13" name="Immagine 12" descr="ddl2.pdf"/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262931" y="2719849"/>
                  <a:ext cx="3308290" cy="2902158"/>
                </a:xfrm>
                <a:prstGeom prst="rect">
                  <a:avLst/>
                </a:prstGeom>
              </p:spPr>
            </p:pic>
            <p:pic>
              <p:nvPicPr>
                <p:cNvPr id="26" name="Immagine 25"/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280947" y="4725157"/>
                  <a:ext cx="258123" cy="223241"/>
                </a:xfrm>
                <a:prstGeom prst="rect">
                  <a:avLst/>
                </a:prstGeom>
              </p:spPr>
            </p:pic>
            <p:pic>
              <p:nvPicPr>
                <p:cNvPr id="27" name="Immagine 26"/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304637" y="3022596"/>
                  <a:ext cx="265099" cy="223241"/>
                </a:xfrm>
                <a:prstGeom prst="rect">
                  <a:avLst/>
                </a:prstGeom>
              </p:spPr>
            </p:pic>
            <p:pic>
              <p:nvPicPr>
                <p:cNvPr id="28" name="Immagine 27"/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99146" y="4725157"/>
                  <a:ext cx="272075" cy="223241"/>
                </a:xfrm>
                <a:prstGeom prst="rect">
                  <a:avLst/>
                </a:prstGeom>
              </p:spPr>
            </p:pic>
          </p:grpSp>
          <p:sp>
            <p:nvSpPr>
              <p:cNvPr id="17" name="Ovale 16"/>
              <p:cNvSpPr>
                <a:spLocks noChangeAspect="1"/>
              </p:cNvSpPr>
              <p:nvPr/>
            </p:nvSpPr>
            <p:spPr>
              <a:xfrm>
                <a:off x="5378440" y="4789390"/>
                <a:ext cx="63784" cy="6378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9" name="Ovale 18"/>
              <p:cNvSpPr>
                <a:spLocks noChangeAspect="1"/>
              </p:cNvSpPr>
              <p:nvPr/>
            </p:nvSpPr>
            <p:spPr>
              <a:xfrm>
                <a:off x="5875783" y="3918112"/>
                <a:ext cx="63784" cy="6378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20" name="Ovale 19"/>
              <p:cNvSpPr>
                <a:spLocks noChangeAspect="1"/>
              </p:cNvSpPr>
              <p:nvPr/>
            </p:nvSpPr>
            <p:spPr>
              <a:xfrm>
                <a:off x="6390430" y="4789390"/>
                <a:ext cx="63784" cy="6378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pic>
            <p:nvPicPr>
              <p:cNvPr id="22" name="Immagine 2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97533" y="3984111"/>
                <a:ext cx="132880" cy="159457"/>
              </a:xfrm>
              <a:prstGeom prst="rect">
                <a:avLst/>
              </a:prstGeom>
            </p:spPr>
          </p:pic>
          <p:pic>
            <p:nvPicPr>
              <p:cNvPr id="23" name="Immagine 2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16347" y="4866577"/>
                <a:ext cx="132880" cy="159457"/>
              </a:xfrm>
              <a:prstGeom prst="rect">
                <a:avLst/>
              </a:prstGeom>
            </p:spPr>
          </p:pic>
          <p:pic>
            <p:nvPicPr>
              <p:cNvPr id="24" name="Immagine 2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87949" y="4866577"/>
                <a:ext cx="132880" cy="159457"/>
              </a:xfrm>
              <a:prstGeom prst="rect">
                <a:avLst/>
              </a:prstGeom>
            </p:spPr>
          </p:pic>
        </p:grpSp>
        <p:pic>
          <p:nvPicPr>
            <p:cNvPr id="34" name="Immagine 33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990188" y="4259375"/>
              <a:ext cx="371274" cy="225015"/>
            </a:xfrm>
            <a:prstGeom prst="rect">
              <a:avLst/>
            </a:prstGeom>
          </p:spPr>
        </p:pic>
      </p:grpSp>
      <p:grpSp>
        <p:nvGrpSpPr>
          <p:cNvPr id="15" name="Group 14"/>
          <p:cNvGrpSpPr/>
          <p:nvPr/>
        </p:nvGrpSpPr>
        <p:grpSpPr>
          <a:xfrm>
            <a:off x="13037" y="2719849"/>
            <a:ext cx="4280865" cy="4086832"/>
            <a:chOff x="13037" y="2719849"/>
            <a:chExt cx="4280865" cy="4086832"/>
          </a:xfrm>
        </p:grpSpPr>
        <p:grpSp>
          <p:nvGrpSpPr>
            <p:cNvPr id="6" name="Gruppo 5"/>
            <p:cNvGrpSpPr/>
            <p:nvPr/>
          </p:nvGrpSpPr>
          <p:grpSpPr>
            <a:xfrm>
              <a:off x="867535" y="2719849"/>
              <a:ext cx="3308290" cy="2902158"/>
              <a:chOff x="867535" y="2719849"/>
              <a:chExt cx="3308290" cy="2902158"/>
            </a:xfrm>
          </p:grpSpPr>
          <p:pic>
            <p:nvPicPr>
              <p:cNvPr id="14" name="Immagine 13" descr="ddl.pdf"/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67535" y="2719849"/>
                <a:ext cx="3308290" cy="2902158"/>
              </a:xfrm>
              <a:prstGeom prst="rect">
                <a:avLst/>
              </a:prstGeom>
            </p:spPr>
          </p:pic>
          <p:pic>
            <p:nvPicPr>
              <p:cNvPr id="25" name="Immagine 24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92982" y="4448557"/>
                <a:ext cx="170088" cy="191348"/>
              </a:xfrm>
              <a:prstGeom prst="rect">
                <a:avLst/>
              </a:prstGeom>
            </p:spPr>
          </p:pic>
        </p:grpSp>
        <p:sp>
          <p:nvSpPr>
            <p:cNvPr id="36" name="CasellaDiTesto 35"/>
            <p:cNvSpPr txBox="1"/>
            <p:nvPr/>
          </p:nvSpPr>
          <p:spPr>
            <a:xfrm>
              <a:off x="13037" y="6498904"/>
              <a:ext cx="42808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SzPct val="60000"/>
              </a:pPr>
              <a:r>
                <a:rPr lang="it-IT" sz="1400" b="1" dirty="0" smtClean="0">
                  <a:latin typeface="Candara"/>
                  <a:ea typeface="Adobe 고딕 Std B"/>
                  <a:cs typeface="Candara"/>
                </a:rPr>
                <a:t>DOMAIN DECOMPOSITION LEMMA - [</a:t>
              </a:r>
              <a:r>
                <a:rPr lang="it-IT" sz="1400" b="1" dirty="0" err="1" smtClean="0">
                  <a:latin typeface="Candara"/>
                  <a:ea typeface="Adobe 고딕 Std B"/>
                  <a:cs typeface="Candara"/>
                </a:rPr>
                <a:t>Choi</a:t>
              </a:r>
              <a:r>
                <a:rPr lang="it-IT" sz="1400" b="1" dirty="0" smtClean="0">
                  <a:latin typeface="Candara"/>
                  <a:ea typeface="Adobe 고딕 Std B"/>
                  <a:cs typeface="Candara"/>
                </a:rPr>
                <a:t> et. </a:t>
              </a:r>
              <a:r>
                <a:rPr lang="it-IT" sz="1400" b="1" dirty="0">
                  <a:latin typeface="Candara"/>
                  <a:ea typeface="Adobe 고딕 Std B"/>
                  <a:cs typeface="Candara"/>
                </a:rPr>
                <a:t>a</a:t>
              </a:r>
              <a:r>
                <a:rPr lang="it-IT" sz="1400" b="1" dirty="0" smtClean="0">
                  <a:latin typeface="Candara"/>
                  <a:ea typeface="Adobe 고딕 Std B"/>
                  <a:cs typeface="Candara"/>
                </a:rPr>
                <a:t>l, 1997]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860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8" y="531788"/>
            <a:ext cx="3954478" cy="72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6000" b="1" baseline="30000" dirty="0" smtClean="0">
                <a:latin typeface="Candara"/>
                <a:cs typeface="Candara"/>
              </a:rPr>
              <a:t>How do we do it?</a:t>
            </a:r>
            <a:endParaRPr lang="it-IT" sz="6000" dirty="0">
              <a:latin typeface="Candara"/>
              <a:cs typeface="Candara"/>
            </a:endParaRPr>
          </a:p>
        </p:txBody>
      </p:sp>
      <p:cxnSp>
        <p:nvCxnSpPr>
          <p:cNvPr id="5" name="Connettore 1 4"/>
          <p:cNvCxnSpPr/>
          <p:nvPr/>
        </p:nvCxnSpPr>
        <p:spPr>
          <a:xfrm>
            <a:off x="259298" y="1239674"/>
            <a:ext cx="8563860" cy="0"/>
          </a:xfrm>
          <a:prstGeom prst="line">
            <a:avLst/>
          </a:prstGeom>
          <a:ln w="1905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/>
          <p:cNvSpPr txBox="1"/>
          <p:nvPr/>
        </p:nvSpPr>
        <p:spPr>
          <a:xfrm>
            <a:off x="259298" y="1388746"/>
            <a:ext cx="8563860" cy="1533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ct val="60000"/>
              <a:buFont typeface="Lucida Grande"/>
              <a:buChar char="▶"/>
            </a:pPr>
            <a:r>
              <a:rPr lang="it-IT" sz="2500" dirty="0" err="1" smtClean="0">
                <a:latin typeface="Candara"/>
                <a:cs typeface="Candara"/>
              </a:rPr>
              <a:t>Discard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r>
              <a:rPr lang="it-IT" sz="2500" dirty="0" err="1" smtClean="0">
                <a:latin typeface="Candara"/>
                <a:cs typeface="Candara"/>
              </a:rPr>
              <a:t>points</a:t>
            </a:r>
            <a:r>
              <a:rPr lang="it-IT" sz="2500" dirty="0" smtClean="0">
                <a:latin typeface="Candara"/>
                <a:cs typeface="Candara"/>
              </a:rPr>
              <a:t> on </a:t>
            </a:r>
            <a:r>
              <a:rPr lang="it-IT" sz="2500" dirty="0" err="1" smtClean="0">
                <a:latin typeface="Candara"/>
                <a:cs typeface="Candara"/>
              </a:rPr>
              <a:t>occluded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r>
              <a:rPr lang="it-IT" sz="2500" dirty="0" err="1" smtClean="0">
                <a:latin typeface="Candara"/>
                <a:cs typeface="Candara"/>
              </a:rPr>
              <a:t>areas</a:t>
            </a:r>
            <a:endParaRPr lang="it-IT" sz="2500" dirty="0" smtClean="0">
              <a:latin typeface="Candara"/>
              <a:cs typeface="Candara"/>
            </a:endParaRPr>
          </a:p>
          <a:p>
            <a:pPr marL="457200" indent="-457200">
              <a:lnSpc>
                <a:spcPct val="150000"/>
              </a:lnSpc>
              <a:buSzPct val="60000"/>
              <a:buFont typeface="Lucida Grande"/>
              <a:buChar char="▶"/>
            </a:pPr>
            <a:r>
              <a:rPr lang="it-IT" sz="2500" b="1" dirty="0" err="1" smtClean="0">
                <a:latin typeface="Candara"/>
                <a:cs typeface="Candara"/>
              </a:rPr>
              <a:t>Understand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r>
              <a:rPr lang="it-IT" sz="2500" dirty="0" err="1" smtClean="0">
                <a:latin typeface="Candara"/>
                <a:cs typeface="Candara"/>
              </a:rPr>
              <a:t>how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r>
              <a:rPr lang="it-IT" sz="2500" dirty="0" err="1" smtClean="0">
                <a:latin typeface="Candara"/>
                <a:cs typeface="Candara"/>
              </a:rPr>
              <a:t>occlusions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r>
              <a:rPr lang="it-IT" sz="2500" dirty="0" err="1" smtClean="0">
                <a:latin typeface="Candara"/>
                <a:cs typeface="Candara"/>
              </a:rPr>
              <a:t>affect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r>
              <a:rPr lang="it-IT" sz="2500" dirty="0" err="1" smtClean="0">
                <a:latin typeface="Candara"/>
                <a:cs typeface="Candara"/>
              </a:rPr>
              <a:t>medial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r>
              <a:rPr lang="it-IT" sz="2500" dirty="0" err="1" smtClean="0">
                <a:latin typeface="Candara"/>
                <a:cs typeface="Candara"/>
              </a:rPr>
              <a:t>axis</a:t>
            </a:r>
            <a:endParaRPr lang="it-IT" sz="2500" dirty="0" smtClean="0">
              <a:latin typeface="Candara"/>
              <a:cs typeface="Candara"/>
            </a:endParaRPr>
          </a:p>
          <a:p>
            <a:pPr marL="457200" indent="-457200">
              <a:buSzPct val="60000"/>
              <a:buFont typeface="Lucida Grande"/>
              <a:buChar char="▶"/>
            </a:pPr>
            <a:endParaRPr lang="it-IT" sz="2200" dirty="0">
              <a:latin typeface="Candara"/>
              <a:ea typeface="Adobe 고딕 Std B"/>
              <a:cs typeface="Candara"/>
            </a:endParaRPr>
          </a:p>
        </p:txBody>
      </p:sp>
      <p:pic>
        <p:nvPicPr>
          <p:cNvPr id="14" name="Immagine 13" descr="ddl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35" y="2719849"/>
            <a:ext cx="3308290" cy="2902158"/>
          </a:xfrm>
          <a:prstGeom prst="rect">
            <a:avLst/>
          </a:prstGeom>
        </p:spPr>
      </p:pic>
      <p:sp>
        <p:nvSpPr>
          <p:cNvPr id="7" name="Ovale 6"/>
          <p:cNvSpPr>
            <a:spLocks noChangeAspect="1"/>
          </p:cNvSpPr>
          <p:nvPr/>
        </p:nvSpPr>
        <p:spPr>
          <a:xfrm>
            <a:off x="2053406" y="3986896"/>
            <a:ext cx="892972" cy="892972"/>
          </a:xfrm>
          <a:prstGeom prst="ellipse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" name="Immagine 12" descr="ddl2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931" y="2719849"/>
            <a:ext cx="3308290" cy="2902158"/>
          </a:xfrm>
          <a:prstGeom prst="rect">
            <a:avLst/>
          </a:prstGeom>
        </p:spPr>
      </p:pic>
      <p:sp>
        <p:nvSpPr>
          <p:cNvPr id="17" name="Ovale 16"/>
          <p:cNvSpPr>
            <a:spLocks noChangeAspect="1"/>
          </p:cNvSpPr>
          <p:nvPr/>
        </p:nvSpPr>
        <p:spPr>
          <a:xfrm>
            <a:off x="5378440" y="4789390"/>
            <a:ext cx="63784" cy="63784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Ovale 18"/>
          <p:cNvSpPr>
            <a:spLocks noChangeAspect="1"/>
          </p:cNvSpPr>
          <p:nvPr/>
        </p:nvSpPr>
        <p:spPr>
          <a:xfrm>
            <a:off x="5875783" y="3918112"/>
            <a:ext cx="63784" cy="63784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Ovale 19"/>
          <p:cNvSpPr>
            <a:spLocks noChangeAspect="1"/>
          </p:cNvSpPr>
          <p:nvPr/>
        </p:nvSpPr>
        <p:spPr>
          <a:xfrm>
            <a:off x="6390430" y="4789390"/>
            <a:ext cx="63784" cy="63784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2" name="Immagin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7533" y="3984111"/>
            <a:ext cx="132880" cy="159457"/>
          </a:xfrm>
          <a:prstGeom prst="rect">
            <a:avLst/>
          </a:prstGeom>
        </p:spPr>
      </p:pic>
      <p:pic>
        <p:nvPicPr>
          <p:cNvPr id="23" name="Immagin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347" y="4866577"/>
            <a:ext cx="132880" cy="159457"/>
          </a:xfrm>
          <a:prstGeom prst="rect">
            <a:avLst/>
          </a:prstGeom>
        </p:spPr>
      </p:pic>
      <p:pic>
        <p:nvPicPr>
          <p:cNvPr id="24" name="Immagin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949" y="4866577"/>
            <a:ext cx="132880" cy="159457"/>
          </a:xfrm>
          <a:prstGeom prst="rect">
            <a:avLst/>
          </a:prstGeom>
        </p:spPr>
      </p:pic>
      <p:pic>
        <p:nvPicPr>
          <p:cNvPr id="25" name="Immagin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2982" y="4448557"/>
            <a:ext cx="170088" cy="191348"/>
          </a:xfrm>
          <a:prstGeom prst="rect">
            <a:avLst/>
          </a:prstGeom>
        </p:spPr>
      </p:pic>
      <p:pic>
        <p:nvPicPr>
          <p:cNvPr id="26" name="Immagine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0947" y="4725157"/>
            <a:ext cx="258123" cy="223241"/>
          </a:xfrm>
          <a:prstGeom prst="rect">
            <a:avLst/>
          </a:prstGeom>
        </p:spPr>
      </p:pic>
      <p:pic>
        <p:nvPicPr>
          <p:cNvPr id="27" name="Immagine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4637" y="3022596"/>
            <a:ext cx="265099" cy="223241"/>
          </a:xfrm>
          <a:prstGeom prst="rect">
            <a:avLst/>
          </a:prstGeom>
        </p:spPr>
      </p:pic>
      <p:pic>
        <p:nvPicPr>
          <p:cNvPr id="28" name="Immagine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9146" y="4725157"/>
            <a:ext cx="272075" cy="223241"/>
          </a:xfrm>
          <a:prstGeom prst="rect">
            <a:avLst/>
          </a:prstGeom>
        </p:spPr>
      </p:pic>
      <p:pic>
        <p:nvPicPr>
          <p:cNvPr id="31" name="Immagine 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38354" y="5776054"/>
            <a:ext cx="979870" cy="248323"/>
          </a:xfrm>
          <a:prstGeom prst="rect">
            <a:avLst/>
          </a:prstGeom>
        </p:spPr>
      </p:pic>
      <p:pic>
        <p:nvPicPr>
          <p:cNvPr id="32" name="Immagine 3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41131" y="5564532"/>
            <a:ext cx="1409403" cy="704701"/>
          </a:xfrm>
          <a:prstGeom prst="rect">
            <a:avLst/>
          </a:prstGeom>
        </p:spPr>
      </p:pic>
      <p:pic>
        <p:nvPicPr>
          <p:cNvPr id="33" name="Immagine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71404" y="5860139"/>
            <a:ext cx="242372" cy="100988"/>
          </a:xfrm>
          <a:prstGeom prst="rect">
            <a:avLst/>
          </a:prstGeom>
        </p:spPr>
      </p:pic>
      <p:pic>
        <p:nvPicPr>
          <p:cNvPr id="34" name="Immagine 3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90188" y="4259375"/>
            <a:ext cx="371274" cy="225015"/>
          </a:xfrm>
          <a:prstGeom prst="rect">
            <a:avLst/>
          </a:prstGeom>
        </p:spPr>
      </p:pic>
      <p:sp>
        <p:nvSpPr>
          <p:cNvPr id="36" name="CasellaDiTesto 35"/>
          <p:cNvSpPr txBox="1"/>
          <p:nvPr/>
        </p:nvSpPr>
        <p:spPr>
          <a:xfrm>
            <a:off x="13037" y="6498904"/>
            <a:ext cx="42808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SzPct val="60000"/>
            </a:pPr>
            <a:r>
              <a:rPr lang="it-IT" sz="1400" b="1" dirty="0" smtClean="0">
                <a:latin typeface="Candara"/>
                <a:ea typeface="Adobe 고딕 Std B"/>
                <a:cs typeface="Candara"/>
              </a:rPr>
              <a:t>DOMAIN DECOMPOSITION LEMMA - [</a:t>
            </a:r>
            <a:r>
              <a:rPr lang="it-IT" sz="1400" b="1" dirty="0" err="1" smtClean="0">
                <a:latin typeface="Candara"/>
                <a:ea typeface="Adobe 고딕 Std B"/>
                <a:cs typeface="Candara"/>
              </a:rPr>
              <a:t>Choi</a:t>
            </a:r>
            <a:r>
              <a:rPr lang="it-IT" sz="1400" b="1" dirty="0" smtClean="0">
                <a:latin typeface="Candara"/>
                <a:ea typeface="Adobe 고딕 Std B"/>
                <a:cs typeface="Candara"/>
              </a:rPr>
              <a:t> et. </a:t>
            </a:r>
            <a:r>
              <a:rPr lang="it-IT" sz="1400" b="1" dirty="0">
                <a:latin typeface="Candara"/>
                <a:ea typeface="Adobe 고딕 Std B"/>
                <a:cs typeface="Candara"/>
              </a:rPr>
              <a:t>a</a:t>
            </a:r>
            <a:r>
              <a:rPr lang="it-IT" sz="1400" b="1" dirty="0" smtClean="0">
                <a:latin typeface="Candara"/>
                <a:ea typeface="Adobe 고딕 Std B"/>
                <a:cs typeface="Candara"/>
              </a:rPr>
              <a:t>l, 1997]</a:t>
            </a:r>
          </a:p>
        </p:txBody>
      </p:sp>
      <p:grpSp>
        <p:nvGrpSpPr>
          <p:cNvPr id="3" name="Gruppo 2"/>
          <p:cNvGrpSpPr/>
          <p:nvPr/>
        </p:nvGrpSpPr>
        <p:grpSpPr>
          <a:xfrm>
            <a:off x="1519940" y="3340407"/>
            <a:ext cx="1990659" cy="1727931"/>
            <a:chOff x="1519940" y="3340407"/>
            <a:chExt cx="1990659" cy="1727931"/>
          </a:xfrm>
        </p:grpSpPr>
        <p:sp>
          <p:nvSpPr>
            <p:cNvPr id="40" name="Figura a mano libera 39"/>
            <p:cNvSpPr/>
            <p:nvPr/>
          </p:nvSpPr>
          <p:spPr>
            <a:xfrm rot="14509318">
              <a:off x="1579844" y="4597635"/>
              <a:ext cx="410799" cy="530607"/>
            </a:xfrm>
            <a:custGeom>
              <a:avLst/>
              <a:gdLst>
                <a:gd name="connsiteX0" fmla="*/ 432735 w 973759"/>
                <a:gd name="connsiteY0" fmla="*/ 972718 h 972718"/>
                <a:gd name="connsiteX1" fmla="*/ 716479 w 973759"/>
                <a:gd name="connsiteY1" fmla="*/ 918678 h 972718"/>
                <a:gd name="connsiteX2" fmla="*/ 148990 w 973759"/>
                <a:gd name="connsiteY2" fmla="*/ 770068 h 972718"/>
                <a:gd name="connsiteX3" fmla="*/ 973200 w 973759"/>
                <a:gd name="connsiteY3" fmla="*/ 689008 h 972718"/>
                <a:gd name="connsiteX4" fmla="*/ 362 w 973759"/>
                <a:gd name="connsiteY4" fmla="*/ 553908 h 972718"/>
                <a:gd name="connsiteX5" fmla="*/ 851596 w 973759"/>
                <a:gd name="connsiteY5" fmla="*/ 405299 h 972718"/>
                <a:gd name="connsiteX6" fmla="*/ 216549 w 973759"/>
                <a:gd name="connsiteY6" fmla="*/ 256689 h 972718"/>
                <a:gd name="connsiteX7" fmla="*/ 702968 w 973759"/>
                <a:gd name="connsiteY7" fmla="*/ 162119 h 972718"/>
                <a:gd name="connsiteX8" fmla="*/ 486781 w 973759"/>
                <a:gd name="connsiteY8" fmla="*/ 0 h 972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73759" h="972718">
                  <a:moveTo>
                    <a:pt x="432735" y="972718"/>
                  </a:moveTo>
                  <a:cubicBezTo>
                    <a:pt x="598252" y="962585"/>
                    <a:pt x="763770" y="952453"/>
                    <a:pt x="716479" y="918678"/>
                  </a:cubicBezTo>
                  <a:cubicBezTo>
                    <a:pt x="669188" y="884903"/>
                    <a:pt x="106203" y="808346"/>
                    <a:pt x="148990" y="770068"/>
                  </a:cubicBezTo>
                  <a:cubicBezTo>
                    <a:pt x="191777" y="731790"/>
                    <a:pt x="997971" y="725035"/>
                    <a:pt x="973200" y="689008"/>
                  </a:cubicBezTo>
                  <a:cubicBezTo>
                    <a:pt x="948429" y="652981"/>
                    <a:pt x="20629" y="601193"/>
                    <a:pt x="362" y="553908"/>
                  </a:cubicBezTo>
                  <a:cubicBezTo>
                    <a:pt x="-19905" y="506623"/>
                    <a:pt x="815565" y="454835"/>
                    <a:pt x="851596" y="405299"/>
                  </a:cubicBezTo>
                  <a:cubicBezTo>
                    <a:pt x="887627" y="355763"/>
                    <a:pt x="241320" y="297219"/>
                    <a:pt x="216549" y="256689"/>
                  </a:cubicBezTo>
                  <a:cubicBezTo>
                    <a:pt x="191778" y="216159"/>
                    <a:pt x="657929" y="204900"/>
                    <a:pt x="702968" y="162119"/>
                  </a:cubicBezTo>
                  <a:cubicBezTo>
                    <a:pt x="748007" y="119338"/>
                    <a:pt x="486781" y="0"/>
                    <a:pt x="486781" y="0"/>
                  </a:cubicBezTo>
                </a:path>
              </a:pathLst>
            </a:custGeom>
            <a:ln w="57150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1" name="Figura a mano libera 40"/>
            <p:cNvSpPr/>
            <p:nvPr/>
          </p:nvSpPr>
          <p:spPr>
            <a:xfrm>
              <a:off x="2303556" y="3340407"/>
              <a:ext cx="410799" cy="530607"/>
            </a:xfrm>
            <a:custGeom>
              <a:avLst/>
              <a:gdLst>
                <a:gd name="connsiteX0" fmla="*/ 432735 w 973759"/>
                <a:gd name="connsiteY0" fmla="*/ 972718 h 972718"/>
                <a:gd name="connsiteX1" fmla="*/ 716479 w 973759"/>
                <a:gd name="connsiteY1" fmla="*/ 918678 h 972718"/>
                <a:gd name="connsiteX2" fmla="*/ 148990 w 973759"/>
                <a:gd name="connsiteY2" fmla="*/ 770068 h 972718"/>
                <a:gd name="connsiteX3" fmla="*/ 973200 w 973759"/>
                <a:gd name="connsiteY3" fmla="*/ 689008 h 972718"/>
                <a:gd name="connsiteX4" fmla="*/ 362 w 973759"/>
                <a:gd name="connsiteY4" fmla="*/ 553908 h 972718"/>
                <a:gd name="connsiteX5" fmla="*/ 851596 w 973759"/>
                <a:gd name="connsiteY5" fmla="*/ 405299 h 972718"/>
                <a:gd name="connsiteX6" fmla="*/ 216549 w 973759"/>
                <a:gd name="connsiteY6" fmla="*/ 256689 h 972718"/>
                <a:gd name="connsiteX7" fmla="*/ 702968 w 973759"/>
                <a:gd name="connsiteY7" fmla="*/ 162119 h 972718"/>
                <a:gd name="connsiteX8" fmla="*/ 486781 w 973759"/>
                <a:gd name="connsiteY8" fmla="*/ 0 h 972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73759" h="972718">
                  <a:moveTo>
                    <a:pt x="432735" y="972718"/>
                  </a:moveTo>
                  <a:cubicBezTo>
                    <a:pt x="598252" y="962585"/>
                    <a:pt x="763770" y="952453"/>
                    <a:pt x="716479" y="918678"/>
                  </a:cubicBezTo>
                  <a:cubicBezTo>
                    <a:pt x="669188" y="884903"/>
                    <a:pt x="106203" y="808346"/>
                    <a:pt x="148990" y="770068"/>
                  </a:cubicBezTo>
                  <a:cubicBezTo>
                    <a:pt x="191777" y="731790"/>
                    <a:pt x="997971" y="725035"/>
                    <a:pt x="973200" y="689008"/>
                  </a:cubicBezTo>
                  <a:cubicBezTo>
                    <a:pt x="948429" y="652981"/>
                    <a:pt x="20629" y="601193"/>
                    <a:pt x="362" y="553908"/>
                  </a:cubicBezTo>
                  <a:cubicBezTo>
                    <a:pt x="-19905" y="506623"/>
                    <a:pt x="815565" y="454835"/>
                    <a:pt x="851596" y="405299"/>
                  </a:cubicBezTo>
                  <a:cubicBezTo>
                    <a:pt x="887627" y="355763"/>
                    <a:pt x="241320" y="297219"/>
                    <a:pt x="216549" y="256689"/>
                  </a:cubicBezTo>
                  <a:cubicBezTo>
                    <a:pt x="191778" y="216159"/>
                    <a:pt x="657929" y="204900"/>
                    <a:pt x="702968" y="162119"/>
                  </a:cubicBezTo>
                  <a:cubicBezTo>
                    <a:pt x="748007" y="119338"/>
                    <a:pt x="486781" y="0"/>
                    <a:pt x="486781" y="0"/>
                  </a:cubicBezTo>
                </a:path>
              </a:pathLst>
            </a:custGeom>
            <a:ln w="57150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2" name="Figura a mano libera 41"/>
            <p:cNvSpPr/>
            <p:nvPr/>
          </p:nvSpPr>
          <p:spPr>
            <a:xfrm rot="7254235">
              <a:off x="3039896" y="4595800"/>
              <a:ext cx="410799" cy="530607"/>
            </a:xfrm>
            <a:custGeom>
              <a:avLst/>
              <a:gdLst>
                <a:gd name="connsiteX0" fmla="*/ 432735 w 973759"/>
                <a:gd name="connsiteY0" fmla="*/ 972718 h 972718"/>
                <a:gd name="connsiteX1" fmla="*/ 716479 w 973759"/>
                <a:gd name="connsiteY1" fmla="*/ 918678 h 972718"/>
                <a:gd name="connsiteX2" fmla="*/ 148990 w 973759"/>
                <a:gd name="connsiteY2" fmla="*/ 770068 h 972718"/>
                <a:gd name="connsiteX3" fmla="*/ 973200 w 973759"/>
                <a:gd name="connsiteY3" fmla="*/ 689008 h 972718"/>
                <a:gd name="connsiteX4" fmla="*/ 362 w 973759"/>
                <a:gd name="connsiteY4" fmla="*/ 553908 h 972718"/>
                <a:gd name="connsiteX5" fmla="*/ 851596 w 973759"/>
                <a:gd name="connsiteY5" fmla="*/ 405299 h 972718"/>
                <a:gd name="connsiteX6" fmla="*/ 216549 w 973759"/>
                <a:gd name="connsiteY6" fmla="*/ 256689 h 972718"/>
                <a:gd name="connsiteX7" fmla="*/ 702968 w 973759"/>
                <a:gd name="connsiteY7" fmla="*/ 162119 h 972718"/>
                <a:gd name="connsiteX8" fmla="*/ 486781 w 973759"/>
                <a:gd name="connsiteY8" fmla="*/ 0 h 972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73759" h="972718">
                  <a:moveTo>
                    <a:pt x="432735" y="972718"/>
                  </a:moveTo>
                  <a:cubicBezTo>
                    <a:pt x="598252" y="962585"/>
                    <a:pt x="763770" y="952453"/>
                    <a:pt x="716479" y="918678"/>
                  </a:cubicBezTo>
                  <a:cubicBezTo>
                    <a:pt x="669188" y="884903"/>
                    <a:pt x="106203" y="808346"/>
                    <a:pt x="148990" y="770068"/>
                  </a:cubicBezTo>
                  <a:cubicBezTo>
                    <a:pt x="191777" y="731790"/>
                    <a:pt x="997971" y="725035"/>
                    <a:pt x="973200" y="689008"/>
                  </a:cubicBezTo>
                  <a:cubicBezTo>
                    <a:pt x="948429" y="652981"/>
                    <a:pt x="20629" y="601193"/>
                    <a:pt x="362" y="553908"/>
                  </a:cubicBezTo>
                  <a:cubicBezTo>
                    <a:pt x="-19905" y="506623"/>
                    <a:pt x="815565" y="454835"/>
                    <a:pt x="851596" y="405299"/>
                  </a:cubicBezTo>
                  <a:cubicBezTo>
                    <a:pt x="887627" y="355763"/>
                    <a:pt x="241320" y="297219"/>
                    <a:pt x="216549" y="256689"/>
                  </a:cubicBezTo>
                  <a:cubicBezTo>
                    <a:pt x="191778" y="216159"/>
                    <a:pt x="657929" y="204900"/>
                    <a:pt x="702968" y="162119"/>
                  </a:cubicBezTo>
                  <a:cubicBezTo>
                    <a:pt x="748007" y="119338"/>
                    <a:pt x="486781" y="0"/>
                    <a:pt x="486781" y="0"/>
                  </a:cubicBezTo>
                </a:path>
              </a:pathLst>
            </a:custGeom>
            <a:ln w="57150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29" name="Figura a mano libera 28"/>
          <p:cNvSpPr/>
          <p:nvPr/>
        </p:nvSpPr>
        <p:spPr>
          <a:xfrm>
            <a:off x="2093519" y="4040909"/>
            <a:ext cx="808240" cy="792788"/>
          </a:xfrm>
          <a:custGeom>
            <a:avLst/>
            <a:gdLst>
              <a:gd name="connsiteX0" fmla="*/ 377208 w 808240"/>
              <a:gd name="connsiteY0" fmla="*/ 792788 h 792788"/>
              <a:gd name="connsiteX1" fmla="*/ 608117 w 808240"/>
              <a:gd name="connsiteY1" fmla="*/ 738909 h 792788"/>
              <a:gd name="connsiteX2" fmla="*/ 177087 w 808240"/>
              <a:gd name="connsiteY2" fmla="*/ 708121 h 792788"/>
              <a:gd name="connsiteX3" fmla="*/ 731269 w 808240"/>
              <a:gd name="connsiteY3" fmla="*/ 646545 h 792788"/>
              <a:gd name="connsiteX4" fmla="*/ 7754 w 808240"/>
              <a:gd name="connsiteY4" fmla="*/ 561879 h 792788"/>
              <a:gd name="connsiteX5" fmla="*/ 808239 w 808240"/>
              <a:gd name="connsiteY5" fmla="*/ 484909 h 792788"/>
              <a:gd name="connsiteX6" fmla="*/ 57 w 808240"/>
              <a:gd name="connsiteY6" fmla="*/ 384849 h 792788"/>
              <a:gd name="connsiteX7" fmla="*/ 762057 w 808240"/>
              <a:gd name="connsiteY7" fmla="*/ 284788 h 792788"/>
              <a:gd name="connsiteX8" fmla="*/ 46239 w 808240"/>
              <a:gd name="connsiteY8" fmla="*/ 215515 h 792788"/>
              <a:gd name="connsiteX9" fmla="*/ 692784 w 808240"/>
              <a:gd name="connsiteY9" fmla="*/ 123152 h 792788"/>
              <a:gd name="connsiteX10" fmla="*/ 146299 w 808240"/>
              <a:gd name="connsiteY10" fmla="*/ 84667 h 792788"/>
              <a:gd name="connsiteX11" fmla="*/ 407996 w 808240"/>
              <a:gd name="connsiteY11" fmla="*/ 0 h 792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08240" h="792788">
                <a:moveTo>
                  <a:pt x="377208" y="792788"/>
                </a:moveTo>
                <a:cubicBezTo>
                  <a:pt x="509339" y="772904"/>
                  <a:pt x="641470" y="753020"/>
                  <a:pt x="608117" y="738909"/>
                </a:cubicBezTo>
                <a:cubicBezTo>
                  <a:pt x="574764" y="724798"/>
                  <a:pt x="156562" y="723515"/>
                  <a:pt x="177087" y="708121"/>
                </a:cubicBezTo>
                <a:cubicBezTo>
                  <a:pt x="197612" y="692727"/>
                  <a:pt x="759491" y="670919"/>
                  <a:pt x="731269" y="646545"/>
                </a:cubicBezTo>
                <a:cubicBezTo>
                  <a:pt x="703047" y="622171"/>
                  <a:pt x="-5074" y="588818"/>
                  <a:pt x="7754" y="561879"/>
                </a:cubicBezTo>
                <a:cubicBezTo>
                  <a:pt x="20582" y="534940"/>
                  <a:pt x="809522" y="514414"/>
                  <a:pt x="808239" y="484909"/>
                </a:cubicBezTo>
                <a:cubicBezTo>
                  <a:pt x="806956" y="455404"/>
                  <a:pt x="7754" y="418202"/>
                  <a:pt x="57" y="384849"/>
                </a:cubicBezTo>
                <a:cubicBezTo>
                  <a:pt x="-7640" y="351495"/>
                  <a:pt x="754360" y="313010"/>
                  <a:pt x="762057" y="284788"/>
                </a:cubicBezTo>
                <a:cubicBezTo>
                  <a:pt x="769754" y="256566"/>
                  <a:pt x="57784" y="242454"/>
                  <a:pt x="46239" y="215515"/>
                </a:cubicBezTo>
                <a:cubicBezTo>
                  <a:pt x="34694" y="188576"/>
                  <a:pt x="676107" y="144960"/>
                  <a:pt x="692784" y="123152"/>
                </a:cubicBezTo>
                <a:cubicBezTo>
                  <a:pt x="709461" y="101344"/>
                  <a:pt x="193764" y="105192"/>
                  <a:pt x="146299" y="84667"/>
                </a:cubicBezTo>
                <a:cubicBezTo>
                  <a:pt x="98834" y="64142"/>
                  <a:pt x="407996" y="0"/>
                  <a:pt x="407996" y="0"/>
                </a:cubicBezTo>
              </a:path>
            </a:pathLst>
          </a:custGeom>
          <a:ln w="57150" cmpd="sng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184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magine 33" descr="ddl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6129" y="2034686"/>
            <a:ext cx="5904418" cy="5148000"/>
          </a:xfrm>
          <a:prstGeom prst="rect">
            <a:avLst/>
          </a:prstGeom>
        </p:spPr>
      </p:pic>
      <p:grpSp>
        <p:nvGrpSpPr>
          <p:cNvPr id="24" name="Gruppo 23"/>
          <p:cNvGrpSpPr/>
          <p:nvPr/>
        </p:nvGrpSpPr>
        <p:grpSpPr>
          <a:xfrm>
            <a:off x="5710885" y="3398033"/>
            <a:ext cx="2560871" cy="2476305"/>
            <a:chOff x="5710885" y="3398033"/>
            <a:chExt cx="2560871" cy="2476305"/>
          </a:xfrm>
        </p:grpSpPr>
        <p:sp>
          <p:nvSpPr>
            <p:cNvPr id="35" name="Ovale 34"/>
            <p:cNvSpPr>
              <a:spLocks noChangeAspect="1"/>
            </p:cNvSpPr>
            <p:nvPr/>
          </p:nvSpPr>
          <p:spPr>
            <a:xfrm>
              <a:off x="5710885" y="4254338"/>
              <a:ext cx="1620000" cy="162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6" name="Immagine 4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97464" y="3398033"/>
              <a:ext cx="774292" cy="397900"/>
            </a:xfrm>
            <a:prstGeom prst="rect">
              <a:avLst/>
            </a:prstGeom>
          </p:spPr>
        </p:pic>
        <p:cxnSp>
          <p:nvCxnSpPr>
            <p:cNvPr id="47" name="Connettore 1 46"/>
            <p:cNvCxnSpPr/>
            <p:nvPr/>
          </p:nvCxnSpPr>
          <p:spPr>
            <a:xfrm flipH="1">
              <a:off x="7300221" y="3823243"/>
              <a:ext cx="341566" cy="753452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ttangolo 3"/>
          <p:cNvSpPr/>
          <p:nvPr/>
        </p:nvSpPr>
        <p:spPr>
          <a:xfrm>
            <a:off x="259298" y="531788"/>
            <a:ext cx="362761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6000" b="1" baseline="30000" dirty="0" smtClean="0">
                <a:latin typeface="Candara"/>
                <a:cs typeface="Candara"/>
              </a:rPr>
              <a:t>The actual filter</a:t>
            </a:r>
            <a:endParaRPr lang="it-IT" sz="6000" dirty="0">
              <a:latin typeface="Candara"/>
              <a:cs typeface="Candara"/>
            </a:endParaRPr>
          </a:p>
        </p:txBody>
      </p:sp>
      <p:cxnSp>
        <p:nvCxnSpPr>
          <p:cNvPr id="5" name="Connettore 1 4"/>
          <p:cNvCxnSpPr/>
          <p:nvPr/>
        </p:nvCxnSpPr>
        <p:spPr>
          <a:xfrm>
            <a:off x="259298" y="1239674"/>
            <a:ext cx="8563860" cy="0"/>
          </a:xfrm>
          <a:prstGeom prst="line">
            <a:avLst/>
          </a:prstGeom>
          <a:ln w="1905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ttangolo 17"/>
          <p:cNvSpPr/>
          <p:nvPr/>
        </p:nvSpPr>
        <p:spPr>
          <a:xfrm>
            <a:off x="1574269" y="4100003"/>
            <a:ext cx="96892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ct val="60000"/>
            </a:pPr>
            <a:r>
              <a:rPr lang="it-IT" sz="3000" b="1" dirty="0" smtClean="0">
                <a:latin typeface="Candara"/>
                <a:ea typeface="Adobe 고딕 Std B"/>
                <a:cs typeface="Candara"/>
              </a:rPr>
              <a:t>END</a:t>
            </a:r>
            <a:endParaRPr lang="it-IT" sz="3000" dirty="0">
              <a:latin typeface="Candara"/>
              <a:ea typeface="Adobe 고딕 Std B"/>
              <a:cs typeface="Candara"/>
            </a:endParaRPr>
          </a:p>
        </p:txBody>
      </p:sp>
      <p:sp>
        <p:nvSpPr>
          <p:cNvPr id="19" name="Rettangolo 18"/>
          <p:cNvSpPr/>
          <p:nvPr/>
        </p:nvSpPr>
        <p:spPr>
          <a:xfrm>
            <a:off x="984744" y="4529402"/>
            <a:ext cx="96892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ct val="60000"/>
            </a:pPr>
            <a:r>
              <a:rPr lang="it-IT" sz="3000" b="1" dirty="0" smtClean="0">
                <a:latin typeface="Candara"/>
                <a:ea typeface="Adobe 고딕 Std B"/>
                <a:cs typeface="Candara"/>
              </a:rPr>
              <a:t>END</a:t>
            </a:r>
            <a:endParaRPr lang="it-IT" sz="3000" dirty="0">
              <a:latin typeface="Candara"/>
              <a:ea typeface="Adobe 고딕 Std B"/>
              <a:cs typeface="Candara"/>
            </a:endParaRPr>
          </a:p>
        </p:txBody>
      </p:sp>
      <p:sp>
        <p:nvSpPr>
          <p:cNvPr id="20" name="Rettangolo 19"/>
          <p:cNvSpPr/>
          <p:nvPr/>
        </p:nvSpPr>
        <p:spPr>
          <a:xfrm>
            <a:off x="382578" y="4951132"/>
            <a:ext cx="96892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ct val="60000"/>
            </a:pPr>
            <a:r>
              <a:rPr lang="it-IT" sz="3000" b="1" dirty="0" smtClean="0">
                <a:latin typeface="Candara"/>
                <a:ea typeface="Adobe 고딕 Std B"/>
                <a:cs typeface="Candara"/>
              </a:rPr>
              <a:t>END</a:t>
            </a:r>
            <a:endParaRPr lang="it-IT" sz="3000" dirty="0">
              <a:latin typeface="Candara"/>
              <a:ea typeface="Adobe 고딕 Std B"/>
              <a:cs typeface="Candara"/>
            </a:endParaRPr>
          </a:p>
        </p:txBody>
      </p:sp>
      <p:grpSp>
        <p:nvGrpSpPr>
          <p:cNvPr id="2" name="Gruppo 1"/>
          <p:cNvGrpSpPr/>
          <p:nvPr/>
        </p:nvGrpSpPr>
        <p:grpSpPr>
          <a:xfrm>
            <a:off x="2120679" y="3422813"/>
            <a:ext cx="1638466" cy="562345"/>
            <a:chOff x="2120679" y="3422813"/>
            <a:chExt cx="1638466" cy="562345"/>
          </a:xfrm>
        </p:grpSpPr>
        <p:sp>
          <p:nvSpPr>
            <p:cNvPr id="10" name="Rettangolo 9"/>
            <p:cNvSpPr/>
            <p:nvPr/>
          </p:nvSpPr>
          <p:spPr>
            <a:xfrm>
              <a:off x="2120679" y="3422813"/>
              <a:ext cx="1351978" cy="5539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it-IT" sz="3000" dirty="0" err="1" smtClean="0">
                  <a:latin typeface="Candara"/>
                  <a:ea typeface="Adobe 고딕 Std B"/>
                  <a:cs typeface="Candara"/>
                </a:rPr>
                <a:t>discard</a:t>
              </a:r>
              <a:endParaRPr lang="it-IT" sz="3000" dirty="0"/>
            </a:p>
          </p:txBody>
        </p:sp>
        <p:pic>
          <p:nvPicPr>
            <p:cNvPr id="27" name="Immagine 2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59145" y="3625158"/>
              <a:ext cx="300000" cy="360000"/>
            </a:xfrm>
            <a:prstGeom prst="rect">
              <a:avLst/>
            </a:prstGeom>
          </p:spPr>
        </p:pic>
      </p:grpSp>
      <p:grpSp>
        <p:nvGrpSpPr>
          <p:cNvPr id="14" name="Gruppo 13"/>
          <p:cNvGrpSpPr/>
          <p:nvPr/>
        </p:nvGrpSpPr>
        <p:grpSpPr>
          <a:xfrm>
            <a:off x="1574269" y="2787755"/>
            <a:ext cx="4564267" cy="1216076"/>
            <a:chOff x="1574269" y="2787755"/>
            <a:chExt cx="4564267" cy="1216076"/>
          </a:xfrm>
        </p:grpSpPr>
        <p:cxnSp>
          <p:nvCxnSpPr>
            <p:cNvPr id="15" name="Connettore 1 14"/>
            <p:cNvCxnSpPr/>
            <p:nvPr/>
          </p:nvCxnSpPr>
          <p:spPr>
            <a:xfrm>
              <a:off x="1837404" y="3449833"/>
              <a:ext cx="0" cy="55399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uppo 5"/>
            <p:cNvGrpSpPr/>
            <p:nvPr/>
          </p:nvGrpSpPr>
          <p:grpSpPr>
            <a:xfrm>
              <a:off x="1574269" y="2787755"/>
              <a:ext cx="4564267" cy="554695"/>
              <a:chOff x="1574269" y="2787755"/>
              <a:chExt cx="4564267" cy="554695"/>
            </a:xfrm>
          </p:grpSpPr>
          <p:sp>
            <p:nvSpPr>
              <p:cNvPr id="9" name="Rettangolo 8"/>
              <p:cNvSpPr/>
              <p:nvPr/>
            </p:nvSpPr>
            <p:spPr>
              <a:xfrm>
                <a:off x="1574269" y="2787755"/>
                <a:ext cx="4564267" cy="553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SzPct val="60000"/>
                </a:pPr>
                <a:r>
                  <a:rPr lang="it-IT" sz="3000" b="1" dirty="0" smtClean="0">
                    <a:latin typeface="Candara"/>
                    <a:ea typeface="Adobe 고딕 Std B"/>
                    <a:cs typeface="Candara"/>
                  </a:rPr>
                  <a:t>IF</a:t>
                </a:r>
                <a:r>
                  <a:rPr lang="it-IT" sz="3000" dirty="0" smtClean="0">
                    <a:latin typeface="Candara"/>
                    <a:ea typeface="Adobe 고딕 Std B"/>
                    <a:cs typeface="Candara"/>
                  </a:rPr>
                  <a:t>      </a:t>
                </a:r>
                <a:r>
                  <a:rPr lang="it-IT" sz="3000" dirty="0" err="1">
                    <a:latin typeface="Candara"/>
                    <a:ea typeface="Adobe 고딕 Std B"/>
                    <a:cs typeface="Candara"/>
                  </a:rPr>
                  <a:t>is</a:t>
                </a:r>
                <a:r>
                  <a:rPr lang="it-IT" sz="3000" dirty="0">
                    <a:latin typeface="Candara"/>
                    <a:ea typeface="Adobe 고딕 Std B"/>
                    <a:cs typeface="Candara"/>
                  </a:rPr>
                  <a:t> </a:t>
                </a:r>
                <a:r>
                  <a:rPr lang="it-IT" sz="3000" dirty="0" err="1" smtClean="0">
                    <a:latin typeface="Candara"/>
                    <a:ea typeface="Adobe 고딕 Std B"/>
                    <a:cs typeface="Candara"/>
                  </a:rPr>
                  <a:t>occluded</a:t>
                </a:r>
                <a:r>
                  <a:rPr lang="it-IT" sz="3000" dirty="0" smtClean="0">
                    <a:latin typeface="Candara"/>
                    <a:ea typeface="Adobe 고딕 Std B"/>
                    <a:cs typeface="Candara"/>
                  </a:rPr>
                  <a:t> </a:t>
                </a:r>
                <a:r>
                  <a:rPr lang="it-IT" sz="3000" b="1" dirty="0" smtClean="0">
                    <a:latin typeface="Candara"/>
                    <a:ea typeface="Adobe 고딕 Std B"/>
                    <a:cs typeface="Candara"/>
                  </a:rPr>
                  <a:t>THEN</a:t>
                </a:r>
                <a:endParaRPr lang="it-IT" sz="3000" dirty="0">
                  <a:latin typeface="Candara"/>
                  <a:ea typeface="Adobe 고딕 Std B"/>
                  <a:cs typeface="Candara"/>
                </a:endParaRPr>
              </a:p>
            </p:txBody>
          </p:sp>
          <p:pic>
            <p:nvPicPr>
              <p:cNvPr id="28" name="Immagine 27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07167" y="2982450"/>
                <a:ext cx="225000" cy="360000"/>
              </a:xfrm>
              <a:prstGeom prst="rect">
                <a:avLst/>
              </a:prstGeom>
            </p:spPr>
          </p:pic>
        </p:grpSp>
      </p:grpSp>
      <p:grpSp>
        <p:nvGrpSpPr>
          <p:cNvPr id="22" name="Gruppo 21"/>
          <p:cNvGrpSpPr/>
          <p:nvPr/>
        </p:nvGrpSpPr>
        <p:grpSpPr>
          <a:xfrm>
            <a:off x="6193338" y="4955917"/>
            <a:ext cx="342905" cy="476600"/>
            <a:chOff x="6193338" y="4955917"/>
            <a:chExt cx="342905" cy="476600"/>
          </a:xfrm>
        </p:grpSpPr>
        <p:sp>
          <p:nvSpPr>
            <p:cNvPr id="36" name="Ovale 35"/>
            <p:cNvSpPr>
              <a:spLocks noChangeAspect="1"/>
            </p:cNvSpPr>
            <p:nvPr/>
          </p:nvSpPr>
          <p:spPr>
            <a:xfrm>
              <a:off x="6424504" y="4955917"/>
              <a:ext cx="111739" cy="111739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7" name="Immagine 3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93338" y="5153175"/>
              <a:ext cx="232783" cy="279342"/>
            </a:xfrm>
            <a:prstGeom prst="rect">
              <a:avLst/>
            </a:prstGeom>
          </p:spPr>
        </p:pic>
      </p:grpSp>
      <p:pic>
        <p:nvPicPr>
          <p:cNvPr id="38" name="Immagine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1245" y="5090401"/>
            <a:ext cx="297966" cy="335209"/>
          </a:xfrm>
          <a:prstGeom prst="rect">
            <a:avLst/>
          </a:prstGeom>
        </p:spPr>
      </p:pic>
      <p:grpSp>
        <p:nvGrpSpPr>
          <p:cNvPr id="17" name="Gruppo 16"/>
          <p:cNvGrpSpPr/>
          <p:nvPr/>
        </p:nvGrpSpPr>
        <p:grpSpPr>
          <a:xfrm>
            <a:off x="382578" y="1524224"/>
            <a:ext cx="5296562" cy="3426908"/>
            <a:chOff x="382578" y="1524224"/>
            <a:chExt cx="5296562" cy="3426908"/>
          </a:xfrm>
        </p:grpSpPr>
        <p:grpSp>
          <p:nvGrpSpPr>
            <p:cNvPr id="7" name="Gruppo 6"/>
            <p:cNvGrpSpPr/>
            <p:nvPr/>
          </p:nvGrpSpPr>
          <p:grpSpPr>
            <a:xfrm>
              <a:off x="382578" y="1524224"/>
              <a:ext cx="5296562" cy="3426908"/>
              <a:chOff x="382578" y="1524224"/>
              <a:chExt cx="5296562" cy="3426908"/>
            </a:xfrm>
          </p:grpSpPr>
          <p:sp>
            <p:nvSpPr>
              <p:cNvPr id="3" name="CasellaDiTesto 2"/>
              <p:cNvSpPr txBox="1"/>
              <p:nvPr/>
            </p:nvSpPr>
            <p:spPr>
              <a:xfrm>
                <a:off x="382578" y="1524224"/>
                <a:ext cx="5296562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SzPct val="60000"/>
                </a:pPr>
                <a:r>
                  <a:rPr lang="it-IT" sz="3000" b="1" i="1" dirty="0" smtClean="0">
                    <a:latin typeface="Candara"/>
                    <a:ea typeface="Adobe 고딕 Std B"/>
                    <a:cs typeface="Candara"/>
                  </a:rPr>
                  <a:t>FOR EACH </a:t>
                </a:r>
                <a:r>
                  <a:rPr lang="it-IT" sz="3000" dirty="0" err="1" smtClean="0">
                    <a:latin typeface="Candara"/>
                    <a:ea typeface="Adobe 고딕 Std B"/>
                    <a:cs typeface="Candara"/>
                  </a:rPr>
                  <a:t>medial</a:t>
                </a:r>
                <a:r>
                  <a:rPr lang="it-IT" sz="3000" dirty="0" smtClean="0">
                    <a:latin typeface="Candara"/>
                    <a:ea typeface="Adobe 고딕 Std B"/>
                    <a:cs typeface="Candara"/>
                  </a:rPr>
                  <a:t> </a:t>
                </a:r>
                <a:r>
                  <a:rPr lang="it-IT" sz="3000" dirty="0" err="1" smtClean="0">
                    <a:latin typeface="Candara"/>
                    <a:ea typeface="Adobe 고딕 Std B"/>
                    <a:cs typeface="Candara"/>
                  </a:rPr>
                  <a:t>point</a:t>
                </a:r>
                <a:r>
                  <a:rPr lang="it-IT" sz="3000" dirty="0" smtClean="0">
                    <a:latin typeface="Candara"/>
                    <a:ea typeface="Adobe 고딕 Std B"/>
                    <a:cs typeface="Candara"/>
                  </a:rPr>
                  <a:t> </a:t>
                </a:r>
              </a:p>
            </p:txBody>
          </p:sp>
          <p:cxnSp>
            <p:nvCxnSpPr>
              <p:cNvPr id="12" name="Connettore 1 11"/>
              <p:cNvCxnSpPr/>
              <p:nvPr/>
            </p:nvCxnSpPr>
            <p:spPr>
              <a:xfrm>
                <a:off x="698654" y="2159282"/>
                <a:ext cx="0" cy="27918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0" name="Immagine 3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251684" y="1610222"/>
              <a:ext cx="1248000" cy="468000"/>
            </a:xfrm>
            <a:prstGeom prst="rect">
              <a:avLst/>
            </a:prstGeom>
          </p:spPr>
        </p:pic>
      </p:grpSp>
      <p:grpSp>
        <p:nvGrpSpPr>
          <p:cNvPr id="43" name="Gruppo 42"/>
          <p:cNvGrpSpPr/>
          <p:nvPr/>
        </p:nvGrpSpPr>
        <p:grpSpPr>
          <a:xfrm>
            <a:off x="6813970" y="4618502"/>
            <a:ext cx="296348" cy="343869"/>
            <a:chOff x="7269838" y="4895262"/>
            <a:chExt cx="296348" cy="343869"/>
          </a:xfrm>
        </p:grpSpPr>
        <p:sp>
          <p:nvSpPr>
            <p:cNvPr id="41" name="Ovale 40"/>
            <p:cNvSpPr>
              <a:spLocks noChangeAspect="1"/>
            </p:cNvSpPr>
            <p:nvPr/>
          </p:nvSpPr>
          <p:spPr>
            <a:xfrm>
              <a:off x="7269838" y="4895262"/>
              <a:ext cx="111739" cy="111739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2" name="Immagine 4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86187" y="4951132"/>
              <a:ext cx="179999" cy="287999"/>
            </a:xfrm>
            <a:prstGeom prst="rect">
              <a:avLst/>
            </a:prstGeom>
          </p:spPr>
        </p:pic>
      </p:grpSp>
      <p:grpSp>
        <p:nvGrpSpPr>
          <p:cNvPr id="21" name="Gruppo 20"/>
          <p:cNvGrpSpPr/>
          <p:nvPr/>
        </p:nvGrpSpPr>
        <p:grpSpPr>
          <a:xfrm>
            <a:off x="975004" y="2159282"/>
            <a:ext cx="6501183" cy="2370120"/>
            <a:chOff x="975004" y="2159282"/>
            <a:chExt cx="6501183" cy="2370120"/>
          </a:xfrm>
        </p:grpSpPr>
        <p:grpSp>
          <p:nvGrpSpPr>
            <p:cNvPr id="11" name="Gruppo 10"/>
            <p:cNvGrpSpPr/>
            <p:nvPr/>
          </p:nvGrpSpPr>
          <p:grpSpPr>
            <a:xfrm>
              <a:off x="975004" y="2159282"/>
              <a:ext cx="6501183" cy="2370120"/>
              <a:chOff x="975004" y="2159282"/>
              <a:chExt cx="6501183" cy="2370120"/>
            </a:xfrm>
          </p:grpSpPr>
          <p:sp>
            <p:nvSpPr>
              <p:cNvPr id="8" name="Rettangolo 7"/>
              <p:cNvSpPr/>
              <p:nvPr/>
            </p:nvSpPr>
            <p:spPr>
              <a:xfrm>
                <a:off x="975004" y="2159282"/>
                <a:ext cx="6501183" cy="553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SzPct val="60000"/>
                </a:pPr>
                <a:r>
                  <a:rPr lang="it-IT" sz="3000" b="1" dirty="0">
                    <a:latin typeface="Candara"/>
                    <a:ea typeface="Adobe 고딕 Std B"/>
                    <a:cs typeface="Candara"/>
                  </a:rPr>
                  <a:t>FOR EACH</a:t>
                </a:r>
                <a:r>
                  <a:rPr lang="it-IT" sz="3000" dirty="0">
                    <a:latin typeface="Candara"/>
                    <a:ea typeface="Adobe 고딕 Std B"/>
                    <a:cs typeface="Candara"/>
                  </a:rPr>
                  <a:t> </a:t>
                </a:r>
                <a:r>
                  <a:rPr lang="it-IT" sz="3000" dirty="0" err="1" smtClean="0">
                    <a:latin typeface="Candara"/>
                    <a:ea typeface="Adobe 고딕 Std B"/>
                    <a:cs typeface="Candara"/>
                  </a:rPr>
                  <a:t>point</a:t>
                </a:r>
                <a:endParaRPr lang="it-IT" sz="3000" dirty="0">
                  <a:latin typeface="Candara"/>
                  <a:ea typeface="Adobe 고딕 Std B"/>
                  <a:cs typeface="Candara"/>
                </a:endParaRPr>
              </a:p>
            </p:txBody>
          </p:sp>
          <p:cxnSp>
            <p:nvCxnSpPr>
              <p:cNvPr id="13" name="Connettore 1 12"/>
              <p:cNvCxnSpPr/>
              <p:nvPr/>
            </p:nvCxnSpPr>
            <p:spPr>
              <a:xfrm>
                <a:off x="1296937" y="2713280"/>
                <a:ext cx="0" cy="181612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5" name="Immagine 4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786455" y="2223076"/>
              <a:ext cx="1818505" cy="505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235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8" y="531788"/>
            <a:ext cx="44581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6000" b="1" baseline="30000" dirty="0" smtClean="0">
                <a:latin typeface="Candara"/>
                <a:cs typeface="Candara"/>
              </a:rPr>
              <a:t>Some observations</a:t>
            </a:r>
            <a:endParaRPr lang="it-IT" sz="6000" dirty="0">
              <a:latin typeface="Candara"/>
              <a:cs typeface="Candara"/>
            </a:endParaRPr>
          </a:p>
        </p:txBody>
      </p:sp>
      <p:cxnSp>
        <p:nvCxnSpPr>
          <p:cNvPr id="5" name="Connettore 1 4"/>
          <p:cNvCxnSpPr/>
          <p:nvPr/>
        </p:nvCxnSpPr>
        <p:spPr>
          <a:xfrm>
            <a:off x="259298" y="1239674"/>
            <a:ext cx="8563860" cy="0"/>
          </a:xfrm>
          <a:prstGeom prst="line">
            <a:avLst/>
          </a:prstGeom>
          <a:ln w="1905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/>
          <p:cNvSpPr txBox="1"/>
          <p:nvPr/>
        </p:nvSpPr>
        <p:spPr>
          <a:xfrm>
            <a:off x="259298" y="1388746"/>
            <a:ext cx="8563860" cy="910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ct val="60000"/>
              <a:buFont typeface="Lucida Grande"/>
              <a:buChar char="▶"/>
            </a:pPr>
            <a:r>
              <a:rPr lang="it-IT" sz="2200" b="1" dirty="0" err="1" smtClean="0">
                <a:solidFill>
                  <a:srgbClr val="008000"/>
                </a:solidFill>
                <a:latin typeface="Candara"/>
                <a:cs typeface="Candara"/>
              </a:rPr>
              <a:t>Retained</a:t>
            </a:r>
            <a:r>
              <a:rPr lang="it-IT" sz="2200" dirty="0" smtClean="0">
                <a:latin typeface="Candara"/>
                <a:cs typeface="Candara"/>
              </a:rPr>
              <a:t> </a:t>
            </a:r>
            <a:r>
              <a:rPr lang="it-IT" sz="2200" dirty="0" err="1" smtClean="0">
                <a:latin typeface="Candara"/>
                <a:cs typeface="Candara"/>
              </a:rPr>
              <a:t>points</a:t>
            </a:r>
            <a:r>
              <a:rPr lang="it-IT" sz="2200" dirty="0" smtClean="0">
                <a:latin typeface="Candara"/>
                <a:cs typeface="Candara"/>
              </a:rPr>
              <a:t> are </a:t>
            </a:r>
            <a:r>
              <a:rPr lang="it-IT" sz="2200" b="1" dirty="0" err="1" smtClean="0">
                <a:latin typeface="Candara"/>
                <a:cs typeface="Candara"/>
              </a:rPr>
              <a:t>guaranteed</a:t>
            </a:r>
            <a:r>
              <a:rPr lang="it-IT" sz="2200" dirty="0" smtClean="0">
                <a:latin typeface="Candara"/>
                <a:cs typeface="Candara"/>
              </a:rPr>
              <a:t> to </a:t>
            </a:r>
            <a:r>
              <a:rPr lang="it-IT" sz="2200" dirty="0" err="1" smtClean="0">
                <a:latin typeface="Candara"/>
                <a:cs typeface="Candara"/>
              </a:rPr>
              <a:t>belong</a:t>
            </a:r>
            <a:r>
              <a:rPr lang="it-IT" sz="2200" dirty="0" smtClean="0">
                <a:latin typeface="Candara"/>
                <a:cs typeface="Candara"/>
              </a:rPr>
              <a:t> to </a:t>
            </a:r>
            <a:r>
              <a:rPr lang="it-IT" sz="2200" b="1" dirty="0" smtClean="0">
                <a:latin typeface="Candara"/>
                <a:cs typeface="Candara"/>
              </a:rPr>
              <a:t>3D </a:t>
            </a:r>
            <a:r>
              <a:rPr lang="it-IT" sz="2200" b="1" dirty="0" err="1" smtClean="0">
                <a:latin typeface="Candara"/>
                <a:cs typeface="Candara"/>
              </a:rPr>
              <a:t>medial</a:t>
            </a:r>
            <a:r>
              <a:rPr lang="it-IT" sz="2200" b="1" dirty="0" smtClean="0">
                <a:latin typeface="Candara"/>
                <a:cs typeface="Candara"/>
              </a:rPr>
              <a:t> </a:t>
            </a:r>
            <a:r>
              <a:rPr lang="it-IT" sz="2200" b="1" dirty="0" err="1" smtClean="0">
                <a:latin typeface="Candara"/>
                <a:cs typeface="Candara"/>
              </a:rPr>
              <a:t>axis</a:t>
            </a:r>
            <a:endParaRPr lang="it-IT" sz="2200" b="1" dirty="0" smtClean="0">
              <a:latin typeface="Candara"/>
              <a:ea typeface="Adobe 고딕 Std B"/>
              <a:cs typeface="Candara"/>
            </a:endParaRPr>
          </a:p>
          <a:p>
            <a:pPr marL="457200" indent="-457200">
              <a:lnSpc>
                <a:spcPct val="150000"/>
              </a:lnSpc>
              <a:buSzPct val="60000"/>
              <a:buFont typeface="Lucida Grande"/>
              <a:buChar char="▶"/>
            </a:pPr>
            <a:r>
              <a:rPr lang="it-IT" sz="2200" b="1" dirty="0" err="1" smtClean="0">
                <a:solidFill>
                  <a:srgbClr val="FF0000"/>
                </a:solidFill>
                <a:latin typeface="Candara"/>
                <a:ea typeface="Adobe 고딕 Std B"/>
                <a:cs typeface="Candara"/>
              </a:rPr>
              <a:t>Discarded</a:t>
            </a:r>
            <a:r>
              <a:rPr lang="it-IT" sz="2200" dirty="0" smtClean="0">
                <a:solidFill>
                  <a:srgbClr val="FF0000"/>
                </a:solidFill>
                <a:latin typeface="Candara"/>
                <a:ea typeface="Adobe 고딕 Std B"/>
                <a:cs typeface="Candara"/>
              </a:rPr>
              <a:t> </a:t>
            </a:r>
            <a:r>
              <a:rPr lang="it-IT" sz="2200" dirty="0" err="1" smtClean="0">
                <a:latin typeface="Candara"/>
                <a:ea typeface="Adobe 고딕 Std B"/>
                <a:cs typeface="Candara"/>
              </a:rPr>
              <a:t>points</a:t>
            </a:r>
            <a:r>
              <a:rPr lang="it-IT" sz="2200" dirty="0" smtClean="0">
                <a:latin typeface="Candara"/>
                <a:ea typeface="Adobe 고딕 Std B"/>
                <a:cs typeface="Candara"/>
              </a:rPr>
              <a:t> are </a:t>
            </a:r>
            <a:r>
              <a:rPr lang="it-IT" sz="2200" b="1" dirty="0" err="1" smtClean="0">
                <a:latin typeface="Candara"/>
                <a:ea typeface="Adobe 고딕 Std B"/>
                <a:cs typeface="Candara"/>
              </a:rPr>
              <a:t>not</a:t>
            </a:r>
            <a:r>
              <a:rPr lang="it-IT" sz="2200" b="1" dirty="0" smtClean="0">
                <a:latin typeface="Candara"/>
                <a:ea typeface="Adobe 고딕 Std B"/>
                <a:cs typeface="Candara"/>
              </a:rPr>
              <a:t> </a:t>
            </a:r>
            <a:r>
              <a:rPr lang="it-IT" sz="2200" b="1" dirty="0" err="1" smtClean="0">
                <a:latin typeface="Candara"/>
                <a:ea typeface="Adobe 고딕 Std B"/>
                <a:cs typeface="Candara"/>
              </a:rPr>
              <a:t>guaranteed</a:t>
            </a:r>
            <a:r>
              <a:rPr lang="it-IT" sz="2200" dirty="0" smtClean="0">
                <a:latin typeface="Candara"/>
                <a:ea typeface="Adobe 고딕 Std B"/>
                <a:cs typeface="Candara"/>
              </a:rPr>
              <a:t> </a:t>
            </a:r>
            <a:r>
              <a:rPr lang="it-IT" sz="2200" dirty="0" err="1" smtClean="0">
                <a:latin typeface="Candara"/>
                <a:ea typeface="Adobe 고딕 Std B"/>
                <a:cs typeface="Candara"/>
              </a:rPr>
              <a:t>not</a:t>
            </a:r>
            <a:r>
              <a:rPr lang="it-IT" sz="2200" dirty="0" smtClean="0">
                <a:latin typeface="Candara"/>
                <a:ea typeface="Adobe 고딕 Std B"/>
                <a:cs typeface="Candara"/>
              </a:rPr>
              <a:t> to </a:t>
            </a:r>
            <a:r>
              <a:rPr lang="it-IT" sz="2200" dirty="0" err="1" smtClean="0">
                <a:latin typeface="Candara"/>
                <a:ea typeface="Adobe 고딕 Std B"/>
                <a:cs typeface="Candara"/>
              </a:rPr>
              <a:t>belong</a:t>
            </a:r>
            <a:r>
              <a:rPr lang="it-IT" sz="2200" dirty="0" smtClean="0">
                <a:latin typeface="Candara"/>
                <a:ea typeface="Adobe 고딕 Std B"/>
                <a:cs typeface="Candara"/>
              </a:rPr>
              <a:t> to </a:t>
            </a:r>
            <a:r>
              <a:rPr lang="it-IT" sz="2200" dirty="0" err="1" smtClean="0">
                <a:latin typeface="Candara"/>
                <a:ea typeface="Adobe 고딕 Std B"/>
                <a:cs typeface="Candara"/>
              </a:rPr>
              <a:t>it</a:t>
            </a:r>
            <a:endParaRPr lang="it-IT" sz="2200" dirty="0">
              <a:latin typeface="Candara"/>
              <a:ea typeface="Adobe 고딕 Std B"/>
              <a:cs typeface="Candara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85488" y="2750982"/>
            <a:ext cx="3593044" cy="4015360"/>
            <a:chOff x="285488" y="2750982"/>
            <a:chExt cx="3593044" cy="4015360"/>
          </a:xfrm>
        </p:grpSpPr>
        <p:pic>
          <p:nvPicPr>
            <p:cNvPr id="7" name="Immagine 6" descr="vasegoodpos.png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488" y="2750982"/>
              <a:ext cx="1922590" cy="4015360"/>
            </a:xfrm>
            <a:prstGeom prst="rect">
              <a:avLst/>
            </a:prstGeom>
          </p:spPr>
        </p:pic>
        <p:pic>
          <p:nvPicPr>
            <p:cNvPr id="8" name="Immagine 7" descr="goodvase.pdf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977670" flipH="1">
              <a:off x="2277181" y="2842230"/>
              <a:ext cx="1601351" cy="3730807"/>
            </a:xfrm>
            <a:prstGeom prst="rect">
              <a:avLst/>
            </a:prstGeom>
          </p:spPr>
        </p:pic>
      </p:grpSp>
      <p:grpSp>
        <p:nvGrpSpPr>
          <p:cNvPr id="3" name="Group 2"/>
          <p:cNvGrpSpPr/>
          <p:nvPr/>
        </p:nvGrpSpPr>
        <p:grpSpPr>
          <a:xfrm>
            <a:off x="4187917" y="2723560"/>
            <a:ext cx="4236887" cy="4006196"/>
            <a:chOff x="4187917" y="2723560"/>
            <a:chExt cx="4236887" cy="4006196"/>
          </a:xfrm>
        </p:grpSpPr>
        <p:pic>
          <p:nvPicPr>
            <p:cNvPr id="10" name="Immagine 9" descr="vaseoccludedbad.png"/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359566">
              <a:off x="4908929" y="2723560"/>
              <a:ext cx="1779507" cy="4006196"/>
            </a:xfrm>
            <a:prstGeom prst="rect">
              <a:avLst/>
            </a:prstGeom>
          </p:spPr>
        </p:pic>
        <p:pic>
          <p:nvPicPr>
            <p:cNvPr id="11" name="Immagine 10" descr="Schermata 09-2457294 alle 23.40.20.pdf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6826243" y="2868829"/>
              <a:ext cx="1598561" cy="3764352"/>
            </a:xfrm>
            <a:prstGeom prst="rect">
              <a:avLst/>
            </a:prstGeom>
          </p:spPr>
        </p:pic>
        <p:grpSp>
          <p:nvGrpSpPr>
            <p:cNvPr id="13" name="Gruppo 12"/>
            <p:cNvGrpSpPr/>
            <p:nvPr/>
          </p:nvGrpSpPr>
          <p:grpSpPr>
            <a:xfrm>
              <a:off x="4187917" y="5362190"/>
              <a:ext cx="716117" cy="982234"/>
              <a:chOff x="4161584" y="1675237"/>
              <a:chExt cx="876624" cy="1202387"/>
            </a:xfrm>
          </p:grpSpPr>
          <p:sp>
            <p:nvSpPr>
              <p:cNvPr id="14" name="Freccia circolare a destra 13"/>
              <p:cNvSpPr/>
              <p:nvPr/>
            </p:nvSpPr>
            <p:spPr>
              <a:xfrm>
                <a:off x="4161584" y="1964420"/>
                <a:ext cx="876624" cy="729539"/>
              </a:xfrm>
              <a:prstGeom prst="curvedRightArrow">
                <a:avLst>
                  <a:gd name="adj1" fmla="val 20887"/>
                  <a:gd name="adj2" fmla="val 50000"/>
                  <a:gd name="adj3" fmla="val 25000"/>
                </a:avLst>
              </a:prstGeom>
              <a:solidFill>
                <a:schemeClr val="bg1">
                  <a:lumMod val="75000"/>
                </a:schemeClr>
              </a:solidFill>
              <a:effectLst>
                <a:outerShdw blurRad="76200" dist="12700" dir="2700000" sy="-23000" kx="-800400" algn="bl" rotWithShape="0">
                  <a:prstClr val="black">
                    <a:alpha val="20000"/>
                  </a:prstClr>
                </a:outerShdw>
              </a:effectLst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Connettore 1 14"/>
              <p:cNvCxnSpPr/>
              <p:nvPr/>
            </p:nvCxnSpPr>
            <p:spPr>
              <a:xfrm flipV="1">
                <a:off x="4628901" y="1675237"/>
                <a:ext cx="0" cy="743048"/>
              </a:xfrm>
              <a:prstGeom prst="line">
                <a:avLst/>
              </a:prstGeom>
              <a:ln w="38100" cmpd="sng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nettore 1 15"/>
              <p:cNvCxnSpPr/>
              <p:nvPr/>
            </p:nvCxnSpPr>
            <p:spPr>
              <a:xfrm flipV="1">
                <a:off x="4627083" y="2570686"/>
                <a:ext cx="0" cy="306938"/>
              </a:xfrm>
              <a:prstGeom prst="line">
                <a:avLst/>
              </a:prstGeom>
              <a:ln w="38100" cmpd="sng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" name="Freeform 501"/>
          <p:cNvSpPr>
            <a:spLocks noEditPoints="1"/>
          </p:cNvSpPr>
          <p:nvPr/>
        </p:nvSpPr>
        <p:spPr bwMode="auto">
          <a:xfrm rot="1800000">
            <a:off x="6990060" y="2679372"/>
            <a:ext cx="1434743" cy="1510719"/>
          </a:xfrm>
          <a:custGeom>
            <a:avLst/>
            <a:gdLst>
              <a:gd name="T0" fmla="*/ 450 w 500"/>
              <a:gd name="T1" fmla="*/ 71 h 305"/>
              <a:gd name="T2" fmla="*/ 422 w 500"/>
              <a:gd name="T3" fmla="*/ 60 h 305"/>
              <a:gd name="T4" fmla="*/ 366 w 500"/>
              <a:gd name="T5" fmla="*/ 54 h 305"/>
              <a:gd name="T6" fmla="*/ 299 w 500"/>
              <a:gd name="T7" fmla="*/ 46 h 305"/>
              <a:gd name="T8" fmla="*/ 265 w 500"/>
              <a:gd name="T9" fmla="*/ 53 h 305"/>
              <a:gd name="T10" fmla="*/ 264 w 500"/>
              <a:gd name="T11" fmla="*/ 53 h 305"/>
              <a:gd name="T12" fmla="*/ 265 w 500"/>
              <a:gd name="T13" fmla="*/ 51 h 305"/>
              <a:gd name="T14" fmla="*/ 265 w 500"/>
              <a:gd name="T15" fmla="*/ 51 h 305"/>
              <a:gd name="T16" fmla="*/ 264 w 500"/>
              <a:gd name="T17" fmla="*/ 51 h 305"/>
              <a:gd name="T18" fmla="*/ 265 w 500"/>
              <a:gd name="T19" fmla="*/ 58 h 305"/>
              <a:gd name="T20" fmla="*/ 263 w 500"/>
              <a:gd name="T21" fmla="*/ 51 h 305"/>
              <a:gd name="T22" fmla="*/ 262 w 500"/>
              <a:gd name="T23" fmla="*/ 53 h 305"/>
              <a:gd name="T24" fmla="*/ 262 w 500"/>
              <a:gd name="T25" fmla="*/ 56 h 305"/>
              <a:gd name="T26" fmla="*/ 262 w 500"/>
              <a:gd name="T27" fmla="*/ 58 h 305"/>
              <a:gd name="T28" fmla="*/ 339 w 500"/>
              <a:gd name="T29" fmla="*/ 54 h 305"/>
              <a:gd name="T30" fmla="*/ 264 w 500"/>
              <a:gd name="T31" fmla="*/ 56 h 305"/>
              <a:gd name="T32" fmla="*/ 263 w 500"/>
              <a:gd name="T33" fmla="*/ 56 h 305"/>
              <a:gd name="T34" fmla="*/ 260 w 500"/>
              <a:gd name="T35" fmla="*/ 52 h 305"/>
              <a:gd name="T36" fmla="*/ 263 w 500"/>
              <a:gd name="T37" fmla="*/ 52 h 305"/>
              <a:gd name="T38" fmla="*/ 494 w 500"/>
              <a:gd name="T39" fmla="*/ 169 h 305"/>
              <a:gd name="T40" fmla="*/ 465 w 500"/>
              <a:gd name="T41" fmla="*/ 217 h 305"/>
              <a:gd name="T42" fmla="*/ 167 w 500"/>
              <a:gd name="T43" fmla="*/ 304 h 305"/>
              <a:gd name="T44" fmla="*/ 2 w 500"/>
              <a:gd name="T45" fmla="*/ 232 h 305"/>
              <a:gd name="T46" fmla="*/ 61 w 500"/>
              <a:gd name="T47" fmla="*/ 102 h 305"/>
              <a:gd name="T48" fmla="*/ 180 w 500"/>
              <a:gd name="T49" fmla="*/ 28 h 305"/>
              <a:gd name="T50" fmla="*/ 304 w 500"/>
              <a:gd name="T51" fmla="*/ 1 h 305"/>
              <a:gd name="T52" fmla="*/ 398 w 500"/>
              <a:gd name="T53" fmla="*/ 6 h 305"/>
              <a:gd name="T54" fmla="*/ 416 w 500"/>
              <a:gd name="T55" fmla="*/ 12 h 305"/>
              <a:gd name="T56" fmla="*/ 424 w 500"/>
              <a:gd name="T57" fmla="*/ 14 h 305"/>
              <a:gd name="T58" fmla="*/ 431 w 500"/>
              <a:gd name="T59" fmla="*/ 19 h 305"/>
              <a:gd name="T60" fmla="*/ 431 w 500"/>
              <a:gd name="T61" fmla="*/ 26 h 305"/>
              <a:gd name="T62" fmla="*/ 423 w 500"/>
              <a:gd name="T63" fmla="*/ 32 h 305"/>
              <a:gd name="T64" fmla="*/ 416 w 500"/>
              <a:gd name="T65" fmla="*/ 31 h 305"/>
              <a:gd name="T66" fmla="*/ 411 w 500"/>
              <a:gd name="T67" fmla="*/ 27 h 305"/>
              <a:gd name="T68" fmla="*/ 383 w 500"/>
              <a:gd name="T69" fmla="*/ 20 h 305"/>
              <a:gd name="T70" fmla="*/ 196 w 500"/>
              <a:gd name="T71" fmla="*/ 38 h 305"/>
              <a:gd name="T72" fmla="*/ 59 w 500"/>
              <a:gd name="T73" fmla="*/ 125 h 305"/>
              <a:gd name="T74" fmla="*/ 51 w 500"/>
              <a:gd name="T75" fmla="*/ 267 h 305"/>
              <a:gd name="T76" fmla="*/ 251 w 500"/>
              <a:gd name="T77" fmla="*/ 289 h 305"/>
              <a:gd name="T78" fmla="*/ 456 w 500"/>
              <a:gd name="T79" fmla="*/ 207 h 305"/>
              <a:gd name="T80" fmla="*/ 487 w 500"/>
              <a:gd name="T81" fmla="*/ 146 h 305"/>
              <a:gd name="T82" fmla="*/ 462 w 500"/>
              <a:gd name="T83" fmla="*/ 91 h 305"/>
              <a:gd name="T84" fmla="*/ 402 w 500"/>
              <a:gd name="T85" fmla="*/ 64 h 305"/>
              <a:gd name="T86" fmla="*/ 367 w 500"/>
              <a:gd name="T87" fmla="*/ 55 h 305"/>
              <a:gd name="T88" fmla="*/ 262 w 500"/>
              <a:gd name="T89" fmla="*/ 58 h 305"/>
              <a:gd name="T90" fmla="*/ 330 w 500"/>
              <a:gd name="T91" fmla="*/ 51 h 305"/>
              <a:gd name="T92" fmla="*/ 418 w 500"/>
              <a:gd name="T93" fmla="*/ 66 h 305"/>
              <a:gd name="T94" fmla="*/ 338 w 500"/>
              <a:gd name="T95" fmla="*/ 47 h 305"/>
              <a:gd name="T96" fmla="*/ 375 w 500"/>
              <a:gd name="T97" fmla="*/ 51 h 305"/>
              <a:gd name="T98" fmla="*/ 369 w 500"/>
              <a:gd name="T99" fmla="*/ 49 h 305"/>
              <a:gd name="T100" fmla="*/ 320 w 500"/>
              <a:gd name="T101" fmla="*/ 45 h 305"/>
              <a:gd name="T102" fmla="*/ 321 w 500"/>
              <a:gd name="T103" fmla="*/ 44 h 305"/>
              <a:gd name="T104" fmla="*/ 307 w 500"/>
              <a:gd name="T105" fmla="*/ 44 h 305"/>
              <a:gd name="T106" fmla="*/ 360 w 500"/>
              <a:gd name="T107" fmla="*/ 45 h 305"/>
              <a:gd name="T108" fmla="*/ 424 w 500"/>
              <a:gd name="T109" fmla="*/ 61 h 305"/>
              <a:gd name="T110" fmla="*/ 480 w 500"/>
              <a:gd name="T111" fmla="*/ 91 h 305"/>
              <a:gd name="T112" fmla="*/ 500 w 500"/>
              <a:gd name="T113" fmla="*/ 148 h 305"/>
              <a:gd name="T114" fmla="*/ 366 w 500"/>
              <a:gd name="T115" fmla="*/ 47 h 305"/>
              <a:gd name="T116" fmla="*/ 391 w 500"/>
              <a:gd name="T117" fmla="*/ 61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500" h="305">
                <a:moveTo>
                  <a:pt x="484" y="124"/>
                </a:moveTo>
                <a:cubicBezTo>
                  <a:pt x="485" y="125"/>
                  <a:pt x="485" y="127"/>
                  <a:pt x="485" y="128"/>
                </a:cubicBezTo>
                <a:lnTo>
                  <a:pt x="484" y="124"/>
                </a:lnTo>
                <a:close/>
                <a:moveTo>
                  <a:pt x="450" y="71"/>
                </a:moveTo>
                <a:cubicBezTo>
                  <a:pt x="449" y="70"/>
                  <a:pt x="448" y="69"/>
                  <a:pt x="445" y="68"/>
                </a:cubicBezTo>
                <a:cubicBezTo>
                  <a:pt x="445" y="68"/>
                  <a:pt x="449" y="70"/>
                  <a:pt x="450" y="71"/>
                </a:cubicBezTo>
                <a:close/>
                <a:moveTo>
                  <a:pt x="438" y="65"/>
                </a:moveTo>
                <a:cubicBezTo>
                  <a:pt x="440" y="66"/>
                  <a:pt x="443" y="67"/>
                  <a:pt x="443" y="67"/>
                </a:cubicBezTo>
                <a:cubicBezTo>
                  <a:pt x="442" y="67"/>
                  <a:pt x="438" y="65"/>
                  <a:pt x="438" y="65"/>
                </a:cubicBezTo>
                <a:close/>
                <a:moveTo>
                  <a:pt x="422" y="60"/>
                </a:moveTo>
                <a:cubicBezTo>
                  <a:pt x="420" y="60"/>
                  <a:pt x="417" y="58"/>
                  <a:pt x="417" y="58"/>
                </a:cubicBezTo>
                <a:cubicBezTo>
                  <a:pt x="418" y="59"/>
                  <a:pt x="421" y="60"/>
                  <a:pt x="422" y="60"/>
                </a:cubicBezTo>
                <a:close/>
                <a:moveTo>
                  <a:pt x="413" y="55"/>
                </a:moveTo>
                <a:cubicBezTo>
                  <a:pt x="410" y="54"/>
                  <a:pt x="405" y="52"/>
                  <a:pt x="404" y="52"/>
                </a:cubicBezTo>
                <a:cubicBezTo>
                  <a:pt x="408" y="53"/>
                  <a:pt x="411" y="54"/>
                  <a:pt x="413" y="55"/>
                </a:cubicBezTo>
                <a:close/>
                <a:moveTo>
                  <a:pt x="366" y="54"/>
                </a:moveTo>
                <a:cubicBezTo>
                  <a:pt x="370" y="55"/>
                  <a:pt x="379" y="56"/>
                  <a:pt x="384" y="57"/>
                </a:cubicBezTo>
                <a:cubicBezTo>
                  <a:pt x="379" y="56"/>
                  <a:pt x="372" y="55"/>
                  <a:pt x="366" y="54"/>
                </a:cubicBezTo>
                <a:close/>
                <a:moveTo>
                  <a:pt x="366" y="49"/>
                </a:moveTo>
                <a:cubicBezTo>
                  <a:pt x="361" y="48"/>
                  <a:pt x="361" y="48"/>
                  <a:pt x="361" y="48"/>
                </a:cubicBezTo>
                <a:cubicBezTo>
                  <a:pt x="359" y="48"/>
                  <a:pt x="347" y="47"/>
                  <a:pt x="348" y="47"/>
                </a:cubicBezTo>
                <a:cubicBezTo>
                  <a:pt x="356" y="47"/>
                  <a:pt x="366" y="49"/>
                  <a:pt x="372" y="50"/>
                </a:cubicBezTo>
                <a:cubicBezTo>
                  <a:pt x="370" y="50"/>
                  <a:pt x="368" y="50"/>
                  <a:pt x="366" y="49"/>
                </a:cubicBezTo>
                <a:close/>
                <a:moveTo>
                  <a:pt x="299" y="46"/>
                </a:moveTo>
                <a:cubicBezTo>
                  <a:pt x="296" y="46"/>
                  <a:pt x="296" y="46"/>
                  <a:pt x="296" y="46"/>
                </a:cubicBezTo>
                <a:cubicBezTo>
                  <a:pt x="296" y="47"/>
                  <a:pt x="296" y="47"/>
                  <a:pt x="297" y="47"/>
                </a:cubicBezTo>
                <a:cubicBezTo>
                  <a:pt x="299" y="46"/>
                  <a:pt x="299" y="46"/>
                  <a:pt x="299" y="46"/>
                </a:cubicBezTo>
                <a:close/>
                <a:moveTo>
                  <a:pt x="264" y="53"/>
                </a:moveTo>
                <a:cubicBezTo>
                  <a:pt x="264" y="53"/>
                  <a:pt x="264" y="53"/>
                  <a:pt x="264" y="53"/>
                </a:cubicBezTo>
                <a:cubicBezTo>
                  <a:pt x="264" y="53"/>
                  <a:pt x="265" y="53"/>
                  <a:pt x="265" y="53"/>
                </a:cubicBezTo>
                <a:cubicBezTo>
                  <a:pt x="265" y="53"/>
                  <a:pt x="265" y="53"/>
                  <a:pt x="265" y="53"/>
                </a:cubicBezTo>
                <a:cubicBezTo>
                  <a:pt x="269" y="52"/>
                  <a:pt x="269" y="52"/>
                  <a:pt x="269" y="52"/>
                </a:cubicBezTo>
                <a:lnTo>
                  <a:pt x="264" y="53"/>
                </a:lnTo>
                <a:close/>
                <a:moveTo>
                  <a:pt x="264" y="53"/>
                </a:moveTo>
                <a:cubicBezTo>
                  <a:pt x="264" y="53"/>
                  <a:pt x="264" y="53"/>
                  <a:pt x="264" y="53"/>
                </a:cubicBezTo>
                <a:cubicBezTo>
                  <a:pt x="264" y="53"/>
                  <a:pt x="264" y="53"/>
                  <a:pt x="264" y="53"/>
                </a:cubicBezTo>
                <a:cubicBezTo>
                  <a:pt x="263" y="53"/>
                  <a:pt x="264" y="53"/>
                  <a:pt x="264" y="53"/>
                </a:cubicBezTo>
                <a:close/>
                <a:moveTo>
                  <a:pt x="264" y="53"/>
                </a:moveTo>
                <a:cubicBezTo>
                  <a:pt x="264" y="53"/>
                  <a:pt x="264" y="53"/>
                  <a:pt x="264" y="53"/>
                </a:cubicBezTo>
                <a:cubicBezTo>
                  <a:pt x="264" y="53"/>
                  <a:pt x="264" y="53"/>
                  <a:pt x="264" y="53"/>
                </a:cubicBezTo>
                <a:cubicBezTo>
                  <a:pt x="264" y="53"/>
                  <a:pt x="264" y="53"/>
                  <a:pt x="264" y="53"/>
                </a:cubicBezTo>
                <a:close/>
                <a:moveTo>
                  <a:pt x="265" y="51"/>
                </a:moveTo>
                <a:cubicBezTo>
                  <a:pt x="264" y="51"/>
                  <a:pt x="264" y="51"/>
                  <a:pt x="264" y="51"/>
                </a:cubicBezTo>
                <a:cubicBezTo>
                  <a:pt x="264" y="51"/>
                  <a:pt x="264" y="51"/>
                  <a:pt x="264" y="51"/>
                </a:cubicBezTo>
                <a:cubicBezTo>
                  <a:pt x="264" y="51"/>
                  <a:pt x="264" y="51"/>
                  <a:pt x="265" y="51"/>
                </a:cubicBezTo>
                <a:cubicBezTo>
                  <a:pt x="265" y="51"/>
                  <a:pt x="265" y="51"/>
                  <a:pt x="265" y="51"/>
                </a:cubicBezTo>
                <a:cubicBezTo>
                  <a:pt x="265" y="51"/>
                  <a:pt x="265" y="51"/>
                  <a:pt x="265" y="50"/>
                </a:cubicBezTo>
                <a:cubicBezTo>
                  <a:pt x="265" y="51"/>
                  <a:pt x="265" y="51"/>
                  <a:pt x="265" y="51"/>
                </a:cubicBezTo>
                <a:close/>
                <a:moveTo>
                  <a:pt x="265" y="57"/>
                </a:moveTo>
                <a:cubicBezTo>
                  <a:pt x="265" y="57"/>
                  <a:pt x="265" y="57"/>
                  <a:pt x="265" y="57"/>
                </a:cubicBezTo>
                <a:cubicBezTo>
                  <a:pt x="265" y="57"/>
                  <a:pt x="265" y="57"/>
                  <a:pt x="265" y="57"/>
                </a:cubicBezTo>
                <a:close/>
                <a:moveTo>
                  <a:pt x="264" y="51"/>
                </a:moveTo>
                <a:cubicBezTo>
                  <a:pt x="264" y="51"/>
                  <a:pt x="264" y="52"/>
                  <a:pt x="264" y="52"/>
                </a:cubicBezTo>
                <a:cubicBezTo>
                  <a:pt x="264" y="52"/>
                  <a:pt x="264" y="52"/>
                  <a:pt x="264" y="51"/>
                </a:cubicBezTo>
                <a:close/>
                <a:moveTo>
                  <a:pt x="264" y="51"/>
                </a:moveTo>
                <a:cubicBezTo>
                  <a:pt x="264" y="51"/>
                  <a:pt x="264" y="51"/>
                  <a:pt x="264" y="51"/>
                </a:cubicBezTo>
                <a:cubicBezTo>
                  <a:pt x="264" y="51"/>
                  <a:pt x="264" y="51"/>
                  <a:pt x="264" y="51"/>
                </a:cubicBezTo>
                <a:close/>
                <a:moveTo>
                  <a:pt x="265" y="58"/>
                </a:moveTo>
                <a:cubicBezTo>
                  <a:pt x="265" y="58"/>
                  <a:pt x="265" y="58"/>
                  <a:pt x="265" y="58"/>
                </a:cubicBezTo>
                <a:cubicBezTo>
                  <a:pt x="265" y="58"/>
                  <a:pt x="265" y="58"/>
                  <a:pt x="265" y="58"/>
                </a:cubicBezTo>
                <a:close/>
                <a:moveTo>
                  <a:pt x="265" y="57"/>
                </a:moveTo>
                <a:cubicBezTo>
                  <a:pt x="264" y="57"/>
                  <a:pt x="264" y="57"/>
                  <a:pt x="264" y="57"/>
                </a:cubicBezTo>
                <a:cubicBezTo>
                  <a:pt x="264" y="57"/>
                  <a:pt x="265" y="57"/>
                  <a:pt x="265" y="57"/>
                </a:cubicBezTo>
                <a:close/>
                <a:moveTo>
                  <a:pt x="263" y="51"/>
                </a:moveTo>
                <a:cubicBezTo>
                  <a:pt x="263" y="51"/>
                  <a:pt x="263" y="51"/>
                  <a:pt x="263" y="51"/>
                </a:cubicBezTo>
                <a:cubicBezTo>
                  <a:pt x="263" y="51"/>
                  <a:pt x="263" y="51"/>
                  <a:pt x="263" y="51"/>
                </a:cubicBezTo>
                <a:close/>
                <a:moveTo>
                  <a:pt x="263" y="54"/>
                </a:moveTo>
                <a:cubicBezTo>
                  <a:pt x="263" y="54"/>
                  <a:pt x="263" y="53"/>
                  <a:pt x="263" y="53"/>
                </a:cubicBezTo>
                <a:cubicBezTo>
                  <a:pt x="263" y="53"/>
                  <a:pt x="263" y="53"/>
                  <a:pt x="263" y="54"/>
                </a:cubicBezTo>
                <a:close/>
                <a:moveTo>
                  <a:pt x="262" y="53"/>
                </a:moveTo>
                <a:cubicBezTo>
                  <a:pt x="263" y="53"/>
                  <a:pt x="263" y="53"/>
                  <a:pt x="263" y="53"/>
                </a:cubicBezTo>
                <a:cubicBezTo>
                  <a:pt x="263" y="53"/>
                  <a:pt x="262" y="53"/>
                  <a:pt x="262" y="53"/>
                </a:cubicBezTo>
                <a:close/>
                <a:moveTo>
                  <a:pt x="262" y="53"/>
                </a:moveTo>
                <a:cubicBezTo>
                  <a:pt x="262" y="52"/>
                  <a:pt x="262" y="53"/>
                  <a:pt x="262" y="53"/>
                </a:cubicBezTo>
                <a:cubicBezTo>
                  <a:pt x="262" y="53"/>
                  <a:pt x="262" y="52"/>
                  <a:pt x="262" y="52"/>
                </a:cubicBezTo>
                <a:cubicBezTo>
                  <a:pt x="262" y="53"/>
                  <a:pt x="262" y="53"/>
                  <a:pt x="262" y="53"/>
                </a:cubicBezTo>
                <a:close/>
                <a:moveTo>
                  <a:pt x="262" y="56"/>
                </a:moveTo>
                <a:cubicBezTo>
                  <a:pt x="263" y="56"/>
                  <a:pt x="262" y="56"/>
                  <a:pt x="262" y="56"/>
                </a:cubicBezTo>
                <a:close/>
                <a:moveTo>
                  <a:pt x="261" y="58"/>
                </a:moveTo>
                <a:cubicBezTo>
                  <a:pt x="262" y="58"/>
                  <a:pt x="262" y="58"/>
                  <a:pt x="262" y="58"/>
                </a:cubicBezTo>
                <a:cubicBezTo>
                  <a:pt x="262" y="58"/>
                  <a:pt x="261" y="58"/>
                  <a:pt x="261" y="58"/>
                </a:cubicBezTo>
                <a:close/>
                <a:moveTo>
                  <a:pt x="262" y="58"/>
                </a:moveTo>
                <a:cubicBezTo>
                  <a:pt x="262" y="58"/>
                  <a:pt x="262" y="58"/>
                  <a:pt x="262" y="58"/>
                </a:cubicBezTo>
                <a:cubicBezTo>
                  <a:pt x="262" y="59"/>
                  <a:pt x="262" y="59"/>
                  <a:pt x="262" y="58"/>
                </a:cubicBezTo>
                <a:close/>
                <a:moveTo>
                  <a:pt x="262" y="61"/>
                </a:moveTo>
                <a:cubicBezTo>
                  <a:pt x="262" y="61"/>
                  <a:pt x="262" y="61"/>
                  <a:pt x="262" y="61"/>
                </a:cubicBezTo>
                <a:cubicBezTo>
                  <a:pt x="262" y="61"/>
                  <a:pt x="262" y="61"/>
                  <a:pt x="262" y="61"/>
                </a:cubicBezTo>
                <a:close/>
                <a:moveTo>
                  <a:pt x="261" y="61"/>
                </a:moveTo>
                <a:cubicBezTo>
                  <a:pt x="260" y="61"/>
                  <a:pt x="260" y="61"/>
                  <a:pt x="261" y="61"/>
                </a:cubicBezTo>
                <a:close/>
                <a:moveTo>
                  <a:pt x="339" y="54"/>
                </a:moveTo>
                <a:cubicBezTo>
                  <a:pt x="334" y="54"/>
                  <a:pt x="330" y="54"/>
                  <a:pt x="326" y="54"/>
                </a:cubicBezTo>
                <a:cubicBezTo>
                  <a:pt x="329" y="54"/>
                  <a:pt x="333" y="54"/>
                  <a:pt x="336" y="54"/>
                </a:cubicBezTo>
                <a:cubicBezTo>
                  <a:pt x="336" y="54"/>
                  <a:pt x="338" y="54"/>
                  <a:pt x="339" y="54"/>
                </a:cubicBezTo>
                <a:close/>
                <a:moveTo>
                  <a:pt x="263" y="56"/>
                </a:moveTo>
                <a:cubicBezTo>
                  <a:pt x="264" y="56"/>
                  <a:pt x="264" y="56"/>
                  <a:pt x="264" y="56"/>
                </a:cubicBezTo>
                <a:cubicBezTo>
                  <a:pt x="264" y="56"/>
                  <a:pt x="264" y="56"/>
                  <a:pt x="264" y="56"/>
                </a:cubicBezTo>
                <a:cubicBezTo>
                  <a:pt x="264" y="56"/>
                  <a:pt x="265" y="56"/>
                  <a:pt x="265" y="56"/>
                </a:cubicBezTo>
                <a:cubicBezTo>
                  <a:pt x="265" y="56"/>
                  <a:pt x="265" y="56"/>
                  <a:pt x="265" y="56"/>
                </a:cubicBezTo>
                <a:cubicBezTo>
                  <a:pt x="265" y="56"/>
                  <a:pt x="265" y="56"/>
                  <a:pt x="265" y="56"/>
                </a:cubicBezTo>
                <a:cubicBezTo>
                  <a:pt x="265" y="56"/>
                  <a:pt x="265" y="56"/>
                  <a:pt x="265" y="56"/>
                </a:cubicBezTo>
                <a:cubicBezTo>
                  <a:pt x="265" y="56"/>
                  <a:pt x="265" y="56"/>
                  <a:pt x="265" y="55"/>
                </a:cubicBezTo>
                <a:cubicBezTo>
                  <a:pt x="265" y="56"/>
                  <a:pt x="264" y="56"/>
                  <a:pt x="263" y="56"/>
                </a:cubicBezTo>
                <a:close/>
                <a:moveTo>
                  <a:pt x="264" y="52"/>
                </a:moveTo>
                <a:cubicBezTo>
                  <a:pt x="264" y="52"/>
                  <a:pt x="264" y="52"/>
                  <a:pt x="264" y="52"/>
                </a:cubicBezTo>
                <a:cubicBezTo>
                  <a:pt x="264" y="52"/>
                  <a:pt x="263" y="52"/>
                  <a:pt x="263" y="52"/>
                </a:cubicBezTo>
                <a:cubicBezTo>
                  <a:pt x="263" y="52"/>
                  <a:pt x="264" y="52"/>
                  <a:pt x="264" y="52"/>
                </a:cubicBezTo>
                <a:close/>
                <a:moveTo>
                  <a:pt x="261" y="53"/>
                </a:moveTo>
                <a:cubicBezTo>
                  <a:pt x="261" y="52"/>
                  <a:pt x="261" y="52"/>
                  <a:pt x="260" y="52"/>
                </a:cubicBezTo>
                <a:cubicBezTo>
                  <a:pt x="260" y="53"/>
                  <a:pt x="259" y="53"/>
                  <a:pt x="259" y="53"/>
                </a:cubicBezTo>
                <a:cubicBezTo>
                  <a:pt x="259" y="53"/>
                  <a:pt x="260" y="53"/>
                  <a:pt x="260" y="53"/>
                </a:cubicBezTo>
                <a:cubicBezTo>
                  <a:pt x="260" y="53"/>
                  <a:pt x="260" y="53"/>
                  <a:pt x="260" y="53"/>
                </a:cubicBezTo>
                <a:cubicBezTo>
                  <a:pt x="261" y="53"/>
                  <a:pt x="261" y="53"/>
                  <a:pt x="262" y="52"/>
                </a:cubicBezTo>
                <a:cubicBezTo>
                  <a:pt x="262" y="52"/>
                  <a:pt x="262" y="52"/>
                  <a:pt x="262" y="52"/>
                </a:cubicBezTo>
                <a:cubicBezTo>
                  <a:pt x="262" y="52"/>
                  <a:pt x="263" y="52"/>
                  <a:pt x="263" y="52"/>
                </a:cubicBezTo>
                <a:cubicBezTo>
                  <a:pt x="262" y="52"/>
                  <a:pt x="262" y="52"/>
                  <a:pt x="261" y="53"/>
                </a:cubicBezTo>
                <a:close/>
                <a:moveTo>
                  <a:pt x="262" y="59"/>
                </a:moveTo>
                <a:cubicBezTo>
                  <a:pt x="262" y="59"/>
                  <a:pt x="262" y="59"/>
                  <a:pt x="262" y="59"/>
                </a:cubicBezTo>
                <a:cubicBezTo>
                  <a:pt x="262" y="59"/>
                  <a:pt x="262" y="59"/>
                  <a:pt x="262" y="59"/>
                </a:cubicBezTo>
                <a:close/>
                <a:moveTo>
                  <a:pt x="500" y="148"/>
                </a:moveTo>
                <a:cubicBezTo>
                  <a:pt x="498" y="158"/>
                  <a:pt x="496" y="166"/>
                  <a:pt x="494" y="169"/>
                </a:cubicBezTo>
                <a:cubicBezTo>
                  <a:pt x="493" y="172"/>
                  <a:pt x="495" y="168"/>
                  <a:pt x="494" y="170"/>
                </a:cubicBezTo>
                <a:cubicBezTo>
                  <a:pt x="493" y="174"/>
                  <a:pt x="490" y="181"/>
                  <a:pt x="488" y="184"/>
                </a:cubicBezTo>
                <a:cubicBezTo>
                  <a:pt x="486" y="189"/>
                  <a:pt x="483" y="194"/>
                  <a:pt x="480" y="199"/>
                </a:cubicBezTo>
                <a:cubicBezTo>
                  <a:pt x="478" y="202"/>
                  <a:pt x="477" y="204"/>
                  <a:pt x="475" y="206"/>
                </a:cubicBezTo>
                <a:cubicBezTo>
                  <a:pt x="470" y="212"/>
                  <a:pt x="470" y="212"/>
                  <a:pt x="470" y="212"/>
                </a:cubicBezTo>
                <a:cubicBezTo>
                  <a:pt x="469" y="214"/>
                  <a:pt x="466" y="216"/>
                  <a:pt x="465" y="217"/>
                </a:cubicBezTo>
                <a:cubicBezTo>
                  <a:pt x="462" y="221"/>
                  <a:pt x="456" y="228"/>
                  <a:pt x="452" y="232"/>
                </a:cubicBezTo>
                <a:cubicBezTo>
                  <a:pt x="438" y="245"/>
                  <a:pt x="422" y="256"/>
                  <a:pt x="405" y="264"/>
                </a:cubicBezTo>
                <a:cubicBezTo>
                  <a:pt x="387" y="272"/>
                  <a:pt x="369" y="278"/>
                  <a:pt x="351" y="284"/>
                </a:cubicBezTo>
                <a:cubicBezTo>
                  <a:pt x="314" y="295"/>
                  <a:pt x="277" y="301"/>
                  <a:pt x="239" y="304"/>
                </a:cubicBezTo>
                <a:cubicBezTo>
                  <a:pt x="221" y="305"/>
                  <a:pt x="200" y="305"/>
                  <a:pt x="183" y="305"/>
                </a:cubicBezTo>
                <a:cubicBezTo>
                  <a:pt x="177" y="304"/>
                  <a:pt x="172" y="304"/>
                  <a:pt x="167" y="304"/>
                </a:cubicBezTo>
                <a:cubicBezTo>
                  <a:pt x="155" y="303"/>
                  <a:pt x="142" y="302"/>
                  <a:pt x="129" y="301"/>
                </a:cubicBezTo>
                <a:cubicBezTo>
                  <a:pt x="116" y="299"/>
                  <a:pt x="103" y="298"/>
                  <a:pt x="93" y="296"/>
                </a:cubicBezTo>
                <a:cubicBezTo>
                  <a:pt x="77" y="292"/>
                  <a:pt x="61" y="288"/>
                  <a:pt x="45" y="280"/>
                </a:cubicBezTo>
                <a:cubicBezTo>
                  <a:pt x="38" y="277"/>
                  <a:pt x="32" y="273"/>
                  <a:pt x="27" y="269"/>
                </a:cubicBezTo>
                <a:cubicBezTo>
                  <a:pt x="24" y="268"/>
                  <a:pt x="22" y="266"/>
                  <a:pt x="20" y="264"/>
                </a:cubicBezTo>
                <a:cubicBezTo>
                  <a:pt x="11" y="256"/>
                  <a:pt x="4" y="244"/>
                  <a:pt x="2" y="232"/>
                </a:cubicBezTo>
                <a:cubicBezTo>
                  <a:pt x="1" y="225"/>
                  <a:pt x="0" y="219"/>
                  <a:pt x="0" y="213"/>
                </a:cubicBezTo>
                <a:cubicBezTo>
                  <a:pt x="0" y="203"/>
                  <a:pt x="2" y="191"/>
                  <a:pt x="6" y="180"/>
                </a:cubicBezTo>
                <a:cubicBezTo>
                  <a:pt x="10" y="169"/>
                  <a:pt x="16" y="158"/>
                  <a:pt x="22" y="148"/>
                </a:cubicBezTo>
                <a:cubicBezTo>
                  <a:pt x="25" y="143"/>
                  <a:pt x="29" y="139"/>
                  <a:pt x="32" y="134"/>
                </a:cubicBezTo>
                <a:cubicBezTo>
                  <a:pt x="34" y="132"/>
                  <a:pt x="36" y="130"/>
                  <a:pt x="38" y="127"/>
                </a:cubicBezTo>
                <a:cubicBezTo>
                  <a:pt x="44" y="119"/>
                  <a:pt x="54" y="109"/>
                  <a:pt x="61" y="102"/>
                </a:cubicBezTo>
                <a:cubicBezTo>
                  <a:pt x="65" y="98"/>
                  <a:pt x="69" y="95"/>
                  <a:pt x="74" y="91"/>
                </a:cubicBezTo>
                <a:cubicBezTo>
                  <a:pt x="83" y="83"/>
                  <a:pt x="92" y="76"/>
                  <a:pt x="100" y="70"/>
                </a:cubicBezTo>
                <a:cubicBezTo>
                  <a:pt x="111" y="62"/>
                  <a:pt x="128" y="52"/>
                  <a:pt x="143" y="45"/>
                </a:cubicBezTo>
                <a:cubicBezTo>
                  <a:pt x="144" y="44"/>
                  <a:pt x="144" y="44"/>
                  <a:pt x="144" y="44"/>
                </a:cubicBezTo>
                <a:cubicBezTo>
                  <a:pt x="155" y="39"/>
                  <a:pt x="166" y="33"/>
                  <a:pt x="177" y="29"/>
                </a:cubicBezTo>
                <a:cubicBezTo>
                  <a:pt x="179" y="29"/>
                  <a:pt x="179" y="29"/>
                  <a:pt x="180" y="28"/>
                </a:cubicBezTo>
                <a:cubicBezTo>
                  <a:pt x="194" y="23"/>
                  <a:pt x="194" y="23"/>
                  <a:pt x="194" y="23"/>
                </a:cubicBezTo>
                <a:cubicBezTo>
                  <a:pt x="215" y="16"/>
                  <a:pt x="231" y="12"/>
                  <a:pt x="249" y="9"/>
                </a:cubicBezTo>
                <a:cubicBezTo>
                  <a:pt x="259" y="6"/>
                  <a:pt x="271" y="5"/>
                  <a:pt x="281" y="3"/>
                </a:cubicBezTo>
                <a:cubicBezTo>
                  <a:pt x="284" y="3"/>
                  <a:pt x="287" y="2"/>
                  <a:pt x="290" y="2"/>
                </a:cubicBezTo>
                <a:cubicBezTo>
                  <a:pt x="293" y="2"/>
                  <a:pt x="295" y="2"/>
                  <a:pt x="297" y="1"/>
                </a:cubicBezTo>
                <a:cubicBezTo>
                  <a:pt x="304" y="1"/>
                  <a:pt x="304" y="1"/>
                  <a:pt x="304" y="1"/>
                </a:cubicBezTo>
                <a:cubicBezTo>
                  <a:pt x="307" y="1"/>
                  <a:pt x="311" y="0"/>
                  <a:pt x="314" y="0"/>
                </a:cubicBezTo>
                <a:cubicBezTo>
                  <a:pt x="318" y="0"/>
                  <a:pt x="321" y="0"/>
                  <a:pt x="324" y="0"/>
                </a:cubicBezTo>
                <a:cubicBezTo>
                  <a:pt x="327" y="0"/>
                  <a:pt x="331" y="0"/>
                  <a:pt x="334" y="0"/>
                </a:cubicBezTo>
                <a:cubicBezTo>
                  <a:pt x="343" y="0"/>
                  <a:pt x="351" y="0"/>
                  <a:pt x="361" y="1"/>
                </a:cubicBezTo>
                <a:cubicBezTo>
                  <a:pt x="368" y="2"/>
                  <a:pt x="376" y="2"/>
                  <a:pt x="384" y="4"/>
                </a:cubicBezTo>
                <a:cubicBezTo>
                  <a:pt x="389" y="4"/>
                  <a:pt x="394" y="5"/>
                  <a:pt x="398" y="6"/>
                </a:cubicBezTo>
                <a:cubicBezTo>
                  <a:pt x="400" y="7"/>
                  <a:pt x="403" y="8"/>
                  <a:pt x="405" y="8"/>
                </a:cubicBezTo>
                <a:cubicBezTo>
                  <a:pt x="408" y="9"/>
                  <a:pt x="410" y="10"/>
                  <a:pt x="413" y="11"/>
                </a:cubicBezTo>
                <a:cubicBezTo>
                  <a:pt x="415" y="11"/>
                  <a:pt x="415" y="11"/>
                  <a:pt x="415" y="11"/>
                </a:cubicBezTo>
                <a:cubicBezTo>
                  <a:pt x="415" y="11"/>
                  <a:pt x="415" y="11"/>
                  <a:pt x="415" y="11"/>
                </a:cubicBezTo>
                <a:cubicBezTo>
                  <a:pt x="415" y="11"/>
                  <a:pt x="415" y="11"/>
                  <a:pt x="415" y="11"/>
                </a:cubicBezTo>
                <a:cubicBezTo>
                  <a:pt x="416" y="11"/>
                  <a:pt x="416" y="11"/>
                  <a:pt x="416" y="12"/>
                </a:cubicBezTo>
                <a:cubicBezTo>
                  <a:pt x="417" y="12"/>
                  <a:pt x="419" y="13"/>
                  <a:pt x="420" y="12"/>
                </a:cubicBezTo>
                <a:cubicBezTo>
                  <a:pt x="420" y="12"/>
                  <a:pt x="420" y="12"/>
                  <a:pt x="420" y="12"/>
                </a:cubicBezTo>
                <a:cubicBezTo>
                  <a:pt x="421" y="12"/>
                  <a:pt x="421" y="12"/>
                  <a:pt x="421" y="12"/>
                </a:cubicBezTo>
                <a:cubicBezTo>
                  <a:pt x="421" y="13"/>
                  <a:pt x="422" y="13"/>
                  <a:pt x="423" y="13"/>
                </a:cubicBezTo>
                <a:cubicBezTo>
                  <a:pt x="423" y="13"/>
                  <a:pt x="423" y="13"/>
                  <a:pt x="423" y="13"/>
                </a:cubicBezTo>
                <a:cubicBezTo>
                  <a:pt x="424" y="13"/>
                  <a:pt x="424" y="14"/>
                  <a:pt x="424" y="14"/>
                </a:cubicBezTo>
                <a:cubicBezTo>
                  <a:pt x="425" y="14"/>
                  <a:pt x="425" y="14"/>
                  <a:pt x="425" y="14"/>
                </a:cubicBezTo>
                <a:cubicBezTo>
                  <a:pt x="426" y="14"/>
                  <a:pt x="426" y="14"/>
                  <a:pt x="426" y="15"/>
                </a:cubicBezTo>
                <a:cubicBezTo>
                  <a:pt x="426" y="15"/>
                  <a:pt x="426" y="15"/>
                  <a:pt x="426" y="15"/>
                </a:cubicBezTo>
                <a:cubicBezTo>
                  <a:pt x="426" y="15"/>
                  <a:pt x="427" y="16"/>
                  <a:pt x="428" y="16"/>
                </a:cubicBezTo>
                <a:cubicBezTo>
                  <a:pt x="428" y="17"/>
                  <a:pt x="429" y="17"/>
                  <a:pt x="429" y="17"/>
                </a:cubicBezTo>
                <a:cubicBezTo>
                  <a:pt x="430" y="17"/>
                  <a:pt x="430" y="19"/>
                  <a:pt x="431" y="19"/>
                </a:cubicBezTo>
                <a:cubicBezTo>
                  <a:pt x="430" y="20"/>
                  <a:pt x="431" y="20"/>
                  <a:pt x="431" y="20"/>
                </a:cubicBezTo>
                <a:cubicBezTo>
                  <a:pt x="431" y="20"/>
                  <a:pt x="431" y="21"/>
                  <a:pt x="431" y="21"/>
                </a:cubicBezTo>
                <a:cubicBezTo>
                  <a:pt x="431" y="21"/>
                  <a:pt x="431" y="22"/>
                  <a:pt x="431" y="22"/>
                </a:cubicBezTo>
                <a:cubicBezTo>
                  <a:pt x="431" y="22"/>
                  <a:pt x="431" y="23"/>
                  <a:pt x="431" y="23"/>
                </a:cubicBezTo>
                <a:cubicBezTo>
                  <a:pt x="431" y="23"/>
                  <a:pt x="432" y="24"/>
                  <a:pt x="432" y="24"/>
                </a:cubicBezTo>
                <a:cubicBezTo>
                  <a:pt x="432" y="25"/>
                  <a:pt x="431" y="25"/>
                  <a:pt x="431" y="26"/>
                </a:cubicBezTo>
                <a:cubicBezTo>
                  <a:pt x="431" y="27"/>
                  <a:pt x="430" y="28"/>
                  <a:pt x="430" y="29"/>
                </a:cubicBezTo>
                <a:cubicBezTo>
                  <a:pt x="430" y="29"/>
                  <a:pt x="430" y="29"/>
                  <a:pt x="430" y="29"/>
                </a:cubicBezTo>
                <a:cubicBezTo>
                  <a:pt x="429" y="29"/>
                  <a:pt x="429" y="30"/>
                  <a:pt x="428" y="30"/>
                </a:cubicBezTo>
                <a:cubicBezTo>
                  <a:pt x="428" y="30"/>
                  <a:pt x="428" y="30"/>
                  <a:pt x="428" y="31"/>
                </a:cubicBezTo>
                <a:cubicBezTo>
                  <a:pt x="427" y="31"/>
                  <a:pt x="427" y="31"/>
                  <a:pt x="427" y="31"/>
                </a:cubicBezTo>
                <a:cubicBezTo>
                  <a:pt x="426" y="31"/>
                  <a:pt x="424" y="32"/>
                  <a:pt x="423" y="32"/>
                </a:cubicBezTo>
                <a:cubicBezTo>
                  <a:pt x="423" y="32"/>
                  <a:pt x="423" y="32"/>
                  <a:pt x="423" y="32"/>
                </a:cubicBezTo>
                <a:cubicBezTo>
                  <a:pt x="422" y="32"/>
                  <a:pt x="422" y="32"/>
                  <a:pt x="421" y="32"/>
                </a:cubicBezTo>
                <a:cubicBezTo>
                  <a:pt x="421" y="33"/>
                  <a:pt x="420" y="32"/>
                  <a:pt x="420" y="32"/>
                </a:cubicBezTo>
                <a:cubicBezTo>
                  <a:pt x="420" y="32"/>
                  <a:pt x="419" y="32"/>
                  <a:pt x="419" y="32"/>
                </a:cubicBezTo>
                <a:cubicBezTo>
                  <a:pt x="419" y="32"/>
                  <a:pt x="418" y="32"/>
                  <a:pt x="418" y="32"/>
                </a:cubicBezTo>
                <a:cubicBezTo>
                  <a:pt x="417" y="32"/>
                  <a:pt x="417" y="31"/>
                  <a:pt x="416" y="31"/>
                </a:cubicBezTo>
                <a:cubicBezTo>
                  <a:pt x="416" y="31"/>
                  <a:pt x="416" y="31"/>
                  <a:pt x="416" y="31"/>
                </a:cubicBezTo>
                <a:cubicBezTo>
                  <a:pt x="415" y="31"/>
                  <a:pt x="415" y="30"/>
                  <a:pt x="415" y="30"/>
                </a:cubicBezTo>
                <a:cubicBezTo>
                  <a:pt x="415" y="30"/>
                  <a:pt x="415" y="30"/>
                  <a:pt x="414" y="30"/>
                </a:cubicBezTo>
                <a:cubicBezTo>
                  <a:pt x="414" y="29"/>
                  <a:pt x="415" y="29"/>
                  <a:pt x="414" y="29"/>
                </a:cubicBezTo>
                <a:cubicBezTo>
                  <a:pt x="414" y="28"/>
                  <a:pt x="413" y="30"/>
                  <a:pt x="413" y="29"/>
                </a:cubicBezTo>
                <a:cubicBezTo>
                  <a:pt x="413" y="28"/>
                  <a:pt x="412" y="28"/>
                  <a:pt x="411" y="27"/>
                </a:cubicBezTo>
                <a:cubicBezTo>
                  <a:pt x="410" y="27"/>
                  <a:pt x="410" y="27"/>
                  <a:pt x="410" y="27"/>
                </a:cubicBezTo>
                <a:cubicBezTo>
                  <a:pt x="410" y="27"/>
                  <a:pt x="410" y="27"/>
                  <a:pt x="410" y="27"/>
                </a:cubicBezTo>
                <a:cubicBezTo>
                  <a:pt x="410" y="27"/>
                  <a:pt x="410" y="27"/>
                  <a:pt x="410" y="27"/>
                </a:cubicBezTo>
                <a:cubicBezTo>
                  <a:pt x="408" y="26"/>
                  <a:pt x="408" y="26"/>
                  <a:pt x="408" y="26"/>
                </a:cubicBezTo>
                <a:cubicBezTo>
                  <a:pt x="407" y="26"/>
                  <a:pt x="407" y="26"/>
                  <a:pt x="407" y="26"/>
                </a:cubicBezTo>
                <a:cubicBezTo>
                  <a:pt x="399" y="23"/>
                  <a:pt x="390" y="21"/>
                  <a:pt x="383" y="20"/>
                </a:cubicBezTo>
                <a:cubicBezTo>
                  <a:pt x="376" y="19"/>
                  <a:pt x="370" y="18"/>
                  <a:pt x="363" y="17"/>
                </a:cubicBezTo>
                <a:cubicBezTo>
                  <a:pt x="342" y="15"/>
                  <a:pt x="321" y="16"/>
                  <a:pt x="300" y="17"/>
                </a:cubicBezTo>
                <a:cubicBezTo>
                  <a:pt x="288" y="18"/>
                  <a:pt x="273" y="20"/>
                  <a:pt x="262" y="22"/>
                </a:cubicBezTo>
                <a:cubicBezTo>
                  <a:pt x="249" y="24"/>
                  <a:pt x="236" y="27"/>
                  <a:pt x="224" y="30"/>
                </a:cubicBezTo>
                <a:cubicBezTo>
                  <a:pt x="217" y="32"/>
                  <a:pt x="210" y="34"/>
                  <a:pt x="203" y="36"/>
                </a:cubicBezTo>
                <a:cubicBezTo>
                  <a:pt x="196" y="38"/>
                  <a:pt x="196" y="38"/>
                  <a:pt x="196" y="38"/>
                </a:cubicBezTo>
                <a:cubicBezTo>
                  <a:pt x="190" y="41"/>
                  <a:pt x="183" y="43"/>
                  <a:pt x="176" y="46"/>
                </a:cubicBezTo>
                <a:cubicBezTo>
                  <a:pt x="170" y="49"/>
                  <a:pt x="164" y="51"/>
                  <a:pt x="157" y="54"/>
                </a:cubicBezTo>
                <a:cubicBezTo>
                  <a:pt x="148" y="58"/>
                  <a:pt x="138" y="64"/>
                  <a:pt x="127" y="70"/>
                </a:cubicBezTo>
                <a:cubicBezTo>
                  <a:pt x="117" y="77"/>
                  <a:pt x="106" y="84"/>
                  <a:pt x="96" y="92"/>
                </a:cubicBezTo>
                <a:cubicBezTo>
                  <a:pt x="93" y="94"/>
                  <a:pt x="93" y="94"/>
                  <a:pt x="93" y="94"/>
                </a:cubicBezTo>
                <a:cubicBezTo>
                  <a:pt x="80" y="104"/>
                  <a:pt x="69" y="115"/>
                  <a:pt x="59" y="125"/>
                </a:cubicBezTo>
                <a:cubicBezTo>
                  <a:pt x="47" y="138"/>
                  <a:pt x="34" y="155"/>
                  <a:pt x="26" y="171"/>
                </a:cubicBezTo>
                <a:cubicBezTo>
                  <a:pt x="19" y="186"/>
                  <a:pt x="14" y="201"/>
                  <a:pt x="14" y="217"/>
                </a:cubicBezTo>
                <a:cubicBezTo>
                  <a:pt x="15" y="222"/>
                  <a:pt x="15" y="229"/>
                  <a:pt x="17" y="234"/>
                </a:cubicBezTo>
                <a:cubicBezTo>
                  <a:pt x="19" y="239"/>
                  <a:pt x="22" y="244"/>
                  <a:pt x="26" y="249"/>
                </a:cubicBezTo>
                <a:cubicBezTo>
                  <a:pt x="28" y="252"/>
                  <a:pt x="31" y="255"/>
                  <a:pt x="35" y="258"/>
                </a:cubicBezTo>
                <a:cubicBezTo>
                  <a:pt x="40" y="261"/>
                  <a:pt x="45" y="264"/>
                  <a:pt x="51" y="267"/>
                </a:cubicBezTo>
                <a:cubicBezTo>
                  <a:pt x="61" y="272"/>
                  <a:pt x="72" y="276"/>
                  <a:pt x="84" y="279"/>
                </a:cubicBezTo>
                <a:cubicBezTo>
                  <a:pt x="95" y="282"/>
                  <a:pt x="106" y="284"/>
                  <a:pt x="117" y="285"/>
                </a:cubicBezTo>
                <a:cubicBezTo>
                  <a:pt x="121" y="286"/>
                  <a:pt x="125" y="286"/>
                  <a:pt x="129" y="287"/>
                </a:cubicBezTo>
                <a:cubicBezTo>
                  <a:pt x="131" y="287"/>
                  <a:pt x="134" y="287"/>
                  <a:pt x="137" y="287"/>
                </a:cubicBezTo>
                <a:cubicBezTo>
                  <a:pt x="150" y="289"/>
                  <a:pt x="168" y="290"/>
                  <a:pt x="184" y="291"/>
                </a:cubicBezTo>
                <a:cubicBezTo>
                  <a:pt x="206" y="291"/>
                  <a:pt x="227" y="291"/>
                  <a:pt x="251" y="289"/>
                </a:cubicBezTo>
                <a:cubicBezTo>
                  <a:pt x="268" y="287"/>
                  <a:pt x="287" y="285"/>
                  <a:pt x="306" y="281"/>
                </a:cubicBezTo>
                <a:cubicBezTo>
                  <a:pt x="331" y="276"/>
                  <a:pt x="357" y="268"/>
                  <a:pt x="381" y="259"/>
                </a:cubicBezTo>
                <a:cubicBezTo>
                  <a:pt x="395" y="254"/>
                  <a:pt x="407" y="248"/>
                  <a:pt x="419" y="241"/>
                </a:cubicBezTo>
                <a:cubicBezTo>
                  <a:pt x="430" y="233"/>
                  <a:pt x="440" y="224"/>
                  <a:pt x="449" y="215"/>
                </a:cubicBezTo>
                <a:cubicBezTo>
                  <a:pt x="450" y="214"/>
                  <a:pt x="451" y="213"/>
                  <a:pt x="453" y="211"/>
                </a:cubicBezTo>
                <a:cubicBezTo>
                  <a:pt x="455" y="209"/>
                  <a:pt x="454" y="210"/>
                  <a:pt x="456" y="207"/>
                </a:cubicBezTo>
                <a:cubicBezTo>
                  <a:pt x="458" y="205"/>
                  <a:pt x="457" y="207"/>
                  <a:pt x="458" y="205"/>
                </a:cubicBezTo>
                <a:cubicBezTo>
                  <a:pt x="464" y="198"/>
                  <a:pt x="464" y="198"/>
                  <a:pt x="464" y="198"/>
                </a:cubicBezTo>
                <a:cubicBezTo>
                  <a:pt x="465" y="197"/>
                  <a:pt x="466" y="196"/>
                  <a:pt x="467" y="195"/>
                </a:cubicBezTo>
                <a:cubicBezTo>
                  <a:pt x="467" y="194"/>
                  <a:pt x="468" y="193"/>
                  <a:pt x="469" y="192"/>
                </a:cubicBezTo>
                <a:cubicBezTo>
                  <a:pt x="472" y="187"/>
                  <a:pt x="475" y="182"/>
                  <a:pt x="477" y="177"/>
                </a:cubicBezTo>
                <a:cubicBezTo>
                  <a:pt x="482" y="167"/>
                  <a:pt x="486" y="156"/>
                  <a:pt x="487" y="146"/>
                </a:cubicBezTo>
                <a:cubicBezTo>
                  <a:pt x="487" y="143"/>
                  <a:pt x="487" y="146"/>
                  <a:pt x="488" y="144"/>
                </a:cubicBezTo>
                <a:cubicBezTo>
                  <a:pt x="488" y="142"/>
                  <a:pt x="488" y="141"/>
                  <a:pt x="487" y="139"/>
                </a:cubicBezTo>
                <a:cubicBezTo>
                  <a:pt x="487" y="137"/>
                  <a:pt x="487" y="136"/>
                  <a:pt x="487" y="134"/>
                </a:cubicBezTo>
                <a:cubicBezTo>
                  <a:pt x="487" y="130"/>
                  <a:pt x="486" y="126"/>
                  <a:pt x="485" y="123"/>
                </a:cubicBezTo>
                <a:cubicBezTo>
                  <a:pt x="483" y="115"/>
                  <a:pt x="480" y="108"/>
                  <a:pt x="475" y="103"/>
                </a:cubicBezTo>
                <a:cubicBezTo>
                  <a:pt x="472" y="98"/>
                  <a:pt x="467" y="94"/>
                  <a:pt x="462" y="91"/>
                </a:cubicBezTo>
                <a:cubicBezTo>
                  <a:pt x="460" y="90"/>
                  <a:pt x="461" y="90"/>
                  <a:pt x="460" y="90"/>
                </a:cubicBezTo>
                <a:cubicBezTo>
                  <a:pt x="458" y="89"/>
                  <a:pt x="459" y="89"/>
                  <a:pt x="458" y="88"/>
                </a:cubicBezTo>
                <a:cubicBezTo>
                  <a:pt x="456" y="87"/>
                  <a:pt x="456" y="87"/>
                  <a:pt x="456" y="87"/>
                </a:cubicBezTo>
                <a:cubicBezTo>
                  <a:pt x="453" y="86"/>
                  <a:pt x="453" y="86"/>
                  <a:pt x="453" y="86"/>
                </a:cubicBezTo>
                <a:cubicBezTo>
                  <a:pt x="439" y="78"/>
                  <a:pt x="424" y="72"/>
                  <a:pt x="409" y="67"/>
                </a:cubicBezTo>
                <a:cubicBezTo>
                  <a:pt x="406" y="66"/>
                  <a:pt x="406" y="66"/>
                  <a:pt x="402" y="64"/>
                </a:cubicBezTo>
                <a:cubicBezTo>
                  <a:pt x="398" y="63"/>
                  <a:pt x="399" y="63"/>
                  <a:pt x="396" y="63"/>
                </a:cubicBezTo>
                <a:cubicBezTo>
                  <a:pt x="395" y="63"/>
                  <a:pt x="392" y="61"/>
                  <a:pt x="391" y="61"/>
                </a:cubicBezTo>
                <a:cubicBezTo>
                  <a:pt x="390" y="61"/>
                  <a:pt x="391" y="61"/>
                  <a:pt x="391" y="61"/>
                </a:cubicBezTo>
                <a:cubicBezTo>
                  <a:pt x="388" y="60"/>
                  <a:pt x="378" y="58"/>
                  <a:pt x="373" y="57"/>
                </a:cubicBezTo>
                <a:cubicBezTo>
                  <a:pt x="366" y="56"/>
                  <a:pt x="358" y="54"/>
                  <a:pt x="350" y="53"/>
                </a:cubicBezTo>
                <a:cubicBezTo>
                  <a:pt x="358" y="54"/>
                  <a:pt x="365" y="55"/>
                  <a:pt x="367" y="55"/>
                </a:cubicBezTo>
                <a:cubicBezTo>
                  <a:pt x="359" y="53"/>
                  <a:pt x="344" y="52"/>
                  <a:pt x="336" y="51"/>
                </a:cubicBezTo>
                <a:cubicBezTo>
                  <a:pt x="318" y="50"/>
                  <a:pt x="294" y="52"/>
                  <a:pt x="273" y="56"/>
                </a:cubicBezTo>
                <a:cubicBezTo>
                  <a:pt x="272" y="56"/>
                  <a:pt x="271" y="56"/>
                  <a:pt x="271" y="56"/>
                </a:cubicBezTo>
                <a:cubicBezTo>
                  <a:pt x="265" y="57"/>
                  <a:pt x="265" y="57"/>
                  <a:pt x="265" y="57"/>
                </a:cubicBezTo>
                <a:cubicBezTo>
                  <a:pt x="264" y="58"/>
                  <a:pt x="264" y="58"/>
                  <a:pt x="264" y="58"/>
                </a:cubicBezTo>
                <a:cubicBezTo>
                  <a:pt x="264" y="58"/>
                  <a:pt x="263" y="58"/>
                  <a:pt x="262" y="58"/>
                </a:cubicBezTo>
                <a:cubicBezTo>
                  <a:pt x="264" y="58"/>
                  <a:pt x="264" y="58"/>
                  <a:pt x="264" y="58"/>
                </a:cubicBezTo>
                <a:cubicBezTo>
                  <a:pt x="265" y="57"/>
                  <a:pt x="265" y="57"/>
                  <a:pt x="265" y="57"/>
                </a:cubicBezTo>
                <a:cubicBezTo>
                  <a:pt x="266" y="57"/>
                  <a:pt x="266" y="57"/>
                  <a:pt x="266" y="57"/>
                </a:cubicBezTo>
                <a:cubicBezTo>
                  <a:pt x="266" y="57"/>
                  <a:pt x="266" y="57"/>
                  <a:pt x="266" y="57"/>
                </a:cubicBezTo>
                <a:cubicBezTo>
                  <a:pt x="267" y="57"/>
                  <a:pt x="267" y="57"/>
                  <a:pt x="267" y="57"/>
                </a:cubicBezTo>
                <a:cubicBezTo>
                  <a:pt x="288" y="53"/>
                  <a:pt x="309" y="50"/>
                  <a:pt x="330" y="51"/>
                </a:cubicBezTo>
                <a:cubicBezTo>
                  <a:pt x="335" y="51"/>
                  <a:pt x="343" y="51"/>
                  <a:pt x="352" y="52"/>
                </a:cubicBezTo>
                <a:cubicBezTo>
                  <a:pt x="362" y="53"/>
                  <a:pt x="371" y="55"/>
                  <a:pt x="378" y="57"/>
                </a:cubicBezTo>
                <a:cubicBezTo>
                  <a:pt x="387" y="58"/>
                  <a:pt x="391" y="59"/>
                  <a:pt x="387" y="58"/>
                </a:cubicBezTo>
                <a:cubicBezTo>
                  <a:pt x="376" y="55"/>
                  <a:pt x="367" y="53"/>
                  <a:pt x="356" y="52"/>
                </a:cubicBezTo>
                <a:cubicBezTo>
                  <a:pt x="354" y="51"/>
                  <a:pt x="352" y="51"/>
                  <a:pt x="355" y="51"/>
                </a:cubicBezTo>
                <a:cubicBezTo>
                  <a:pt x="377" y="53"/>
                  <a:pt x="401" y="60"/>
                  <a:pt x="418" y="66"/>
                </a:cubicBezTo>
                <a:cubicBezTo>
                  <a:pt x="428" y="70"/>
                  <a:pt x="428" y="70"/>
                  <a:pt x="428" y="70"/>
                </a:cubicBezTo>
                <a:cubicBezTo>
                  <a:pt x="430" y="70"/>
                  <a:pt x="431" y="71"/>
                  <a:pt x="432" y="71"/>
                </a:cubicBezTo>
                <a:cubicBezTo>
                  <a:pt x="432" y="71"/>
                  <a:pt x="430" y="70"/>
                  <a:pt x="430" y="70"/>
                </a:cubicBezTo>
                <a:cubicBezTo>
                  <a:pt x="411" y="62"/>
                  <a:pt x="395" y="56"/>
                  <a:pt x="374" y="52"/>
                </a:cubicBezTo>
                <a:cubicBezTo>
                  <a:pt x="371" y="51"/>
                  <a:pt x="368" y="51"/>
                  <a:pt x="365" y="50"/>
                </a:cubicBezTo>
                <a:cubicBezTo>
                  <a:pt x="358" y="49"/>
                  <a:pt x="347" y="48"/>
                  <a:pt x="338" y="47"/>
                </a:cubicBezTo>
                <a:cubicBezTo>
                  <a:pt x="336" y="47"/>
                  <a:pt x="337" y="47"/>
                  <a:pt x="336" y="47"/>
                </a:cubicBezTo>
                <a:cubicBezTo>
                  <a:pt x="315" y="46"/>
                  <a:pt x="296" y="48"/>
                  <a:pt x="277" y="51"/>
                </a:cubicBezTo>
                <a:cubicBezTo>
                  <a:pt x="293" y="48"/>
                  <a:pt x="310" y="47"/>
                  <a:pt x="325" y="47"/>
                </a:cubicBezTo>
                <a:cubicBezTo>
                  <a:pt x="327" y="47"/>
                  <a:pt x="328" y="46"/>
                  <a:pt x="330" y="46"/>
                </a:cubicBezTo>
                <a:cubicBezTo>
                  <a:pt x="343" y="47"/>
                  <a:pt x="363" y="49"/>
                  <a:pt x="379" y="52"/>
                </a:cubicBezTo>
                <a:cubicBezTo>
                  <a:pt x="381" y="52"/>
                  <a:pt x="382" y="52"/>
                  <a:pt x="375" y="51"/>
                </a:cubicBezTo>
                <a:cubicBezTo>
                  <a:pt x="377" y="51"/>
                  <a:pt x="378" y="51"/>
                  <a:pt x="381" y="52"/>
                </a:cubicBezTo>
                <a:cubicBezTo>
                  <a:pt x="381" y="52"/>
                  <a:pt x="380" y="52"/>
                  <a:pt x="379" y="52"/>
                </a:cubicBezTo>
                <a:cubicBezTo>
                  <a:pt x="388" y="53"/>
                  <a:pt x="389" y="54"/>
                  <a:pt x="398" y="56"/>
                </a:cubicBezTo>
                <a:cubicBezTo>
                  <a:pt x="399" y="56"/>
                  <a:pt x="400" y="56"/>
                  <a:pt x="399" y="56"/>
                </a:cubicBezTo>
                <a:cubicBezTo>
                  <a:pt x="392" y="54"/>
                  <a:pt x="385" y="52"/>
                  <a:pt x="379" y="51"/>
                </a:cubicBezTo>
                <a:cubicBezTo>
                  <a:pt x="375" y="50"/>
                  <a:pt x="372" y="50"/>
                  <a:pt x="369" y="49"/>
                </a:cubicBezTo>
                <a:cubicBezTo>
                  <a:pt x="367" y="49"/>
                  <a:pt x="367" y="49"/>
                  <a:pt x="365" y="48"/>
                </a:cubicBezTo>
                <a:cubicBezTo>
                  <a:pt x="363" y="48"/>
                  <a:pt x="360" y="48"/>
                  <a:pt x="358" y="48"/>
                </a:cubicBezTo>
                <a:cubicBezTo>
                  <a:pt x="353" y="47"/>
                  <a:pt x="353" y="47"/>
                  <a:pt x="353" y="47"/>
                </a:cubicBezTo>
                <a:cubicBezTo>
                  <a:pt x="345" y="46"/>
                  <a:pt x="336" y="46"/>
                  <a:pt x="327" y="45"/>
                </a:cubicBezTo>
                <a:cubicBezTo>
                  <a:pt x="321" y="45"/>
                  <a:pt x="314" y="45"/>
                  <a:pt x="307" y="46"/>
                </a:cubicBezTo>
                <a:cubicBezTo>
                  <a:pt x="310" y="45"/>
                  <a:pt x="315" y="45"/>
                  <a:pt x="320" y="45"/>
                </a:cubicBezTo>
                <a:cubicBezTo>
                  <a:pt x="337" y="45"/>
                  <a:pt x="357" y="46"/>
                  <a:pt x="371" y="49"/>
                </a:cubicBezTo>
                <a:cubicBezTo>
                  <a:pt x="372" y="49"/>
                  <a:pt x="369" y="48"/>
                  <a:pt x="368" y="48"/>
                </a:cubicBezTo>
                <a:cubicBezTo>
                  <a:pt x="363" y="47"/>
                  <a:pt x="360" y="47"/>
                  <a:pt x="356" y="46"/>
                </a:cubicBezTo>
                <a:cubicBezTo>
                  <a:pt x="354" y="46"/>
                  <a:pt x="357" y="46"/>
                  <a:pt x="355" y="46"/>
                </a:cubicBezTo>
                <a:cubicBezTo>
                  <a:pt x="345" y="45"/>
                  <a:pt x="335" y="45"/>
                  <a:pt x="323" y="45"/>
                </a:cubicBezTo>
                <a:cubicBezTo>
                  <a:pt x="322" y="44"/>
                  <a:pt x="319" y="44"/>
                  <a:pt x="321" y="44"/>
                </a:cubicBezTo>
                <a:cubicBezTo>
                  <a:pt x="319" y="44"/>
                  <a:pt x="319" y="44"/>
                  <a:pt x="317" y="44"/>
                </a:cubicBezTo>
                <a:cubicBezTo>
                  <a:pt x="314" y="44"/>
                  <a:pt x="318" y="44"/>
                  <a:pt x="317" y="44"/>
                </a:cubicBezTo>
                <a:cubicBezTo>
                  <a:pt x="314" y="44"/>
                  <a:pt x="310" y="45"/>
                  <a:pt x="308" y="45"/>
                </a:cubicBezTo>
                <a:cubicBezTo>
                  <a:pt x="294" y="46"/>
                  <a:pt x="282" y="47"/>
                  <a:pt x="266" y="50"/>
                </a:cubicBezTo>
                <a:cubicBezTo>
                  <a:pt x="276" y="48"/>
                  <a:pt x="290" y="46"/>
                  <a:pt x="305" y="45"/>
                </a:cubicBezTo>
                <a:cubicBezTo>
                  <a:pt x="308" y="44"/>
                  <a:pt x="304" y="45"/>
                  <a:pt x="307" y="44"/>
                </a:cubicBezTo>
                <a:cubicBezTo>
                  <a:pt x="311" y="44"/>
                  <a:pt x="314" y="44"/>
                  <a:pt x="318" y="44"/>
                </a:cubicBezTo>
                <a:cubicBezTo>
                  <a:pt x="328" y="44"/>
                  <a:pt x="328" y="44"/>
                  <a:pt x="328" y="44"/>
                </a:cubicBezTo>
                <a:cubicBezTo>
                  <a:pt x="333" y="44"/>
                  <a:pt x="338" y="44"/>
                  <a:pt x="343" y="44"/>
                </a:cubicBezTo>
                <a:cubicBezTo>
                  <a:pt x="348" y="45"/>
                  <a:pt x="351" y="45"/>
                  <a:pt x="356" y="45"/>
                </a:cubicBezTo>
                <a:cubicBezTo>
                  <a:pt x="358" y="46"/>
                  <a:pt x="358" y="45"/>
                  <a:pt x="361" y="46"/>
                </a:cubicBezTo>
                <a:cubicBezTo>
                  <a:pt x="362" y="46"/>
                  <a:pt x="357" y="45"/>
                  <a:pt x="360" y="45"/>
                </a:cubicBezTo>
                <a:cubicBezTo>
                  <a:pt x="363" y="46"/>
                  <a:pt x="360" y="45"/>
                  <a:pt x="362" y="46"/>
                </a:cubicBezTo>
                <a:cubicBezTo>
                  <a:pt x="365" y="46"/>
                  <a:pt x="366" y="46"/>
                  <a:pt x="368" y="46"/>
                </a:cubicBezTo>
                <a:cubicBezTo>
                  <a:pt x="375" y="48"/>
                  <a:pt x="382" y="49"/>
                  <a:pt x="389" y="51"/>
                </a:cubicBezTo>
                <a:cubicBezTo>
                  <a:pt x="391" y="51"/>
                  <a:pt x="386" y="50"/>
                  <a:pt x="388" y="50"/>
                </a:cubicBezTo>
                <a:cubicBezTo>
                  <a:pt x="391" y="51"/>
                  <a:pt x="401" y="54"/>
                  <a:pt x="403" y="54"/>
                </a:cubicBezTo>
                <a:cubicBezTo>
                  <a:pt x="411" y="57"/>
                  <a:pt x="415" y="58"/>
                  <a:pt x="424" y="61"/>
                </a:cubicBezTo>
                <a:cubicBezTo>
                  <a:pt x="427" y="63"/>
                  <a:pt x="424" y="61"/>
                  <a:pt x="426" y="62"/>
                </a:cubicBezTo>
                <a:cubicBezTo>
                  <a:pt x="431" y="64"/>
                  <a:pt x="434" y="65"/>
                  <a:pt x="440" y="68"/>
                </a:cubicBezTo>
                <a:cubicBezTo>
                  <a:pt x="444" y="69"/>
                  <a:pt x="450" y="72"/>
                  <a:pt x="455" y="75"/>
                </a:cubicBezTo>
                <a:cubicBezTo>
                  <a:pt x="455" y="74"/>
                  <a:pt x="452" y="73"/>
                  <a:pt x="449" y="71"/>
                </a:cubicBezTo>
                <a:cubicBezTo>
                  <a:pt x="451" y="72"/>
                  <a:pt x="456" y="75"/>
                  <a:pt x="458" y="76"/>
                </a:cubicBezTo>
                <a:cubicBezTo>
                  <a:pt x="466" y="80"/>
                  <a:pt x="473" y="84"/>
                  <a:pt x="480" y="91"/>
                </a:cubicBezTo>
                <a:cubicBezTo>
                  <a:pt x="486" y="97"/>
                  <a:pt x="492" y="105"/>
                  <a:pt x="495" y="116"/>
                </a:cubicBezTo>
                <a:cubicBezTo>
                  <a:pt x="496" y="119"/>
                  <a:pt x="497" y="120"/>
                  <a:pt x="498" y="123"/>
                </a:cubicBezTo>
                <a:cubicBezTo>
                  <a:pt x="498" y="124"/>
                  <a:pt x="498" y="124"/>
                  <a:pt x="498" y="123"/>
                </a:cubicBezTo>
                <a:cubicBezTo>
                  <a:pt x="498" y="126"/>
                  <a:pt x="499" y="130"/>
                  <a:pt x="499" y="134"/>
                </a:cubicBezTo>
                <a:cubicBezTo>
                  <a:pt x="500" y="136"/>
                  <a:pt x="500" y="139"/>
                  <a:pt x="500" y="141"/>
                </a:cubicBezTo>
                <a:cubicBezTo>
                  <a:pt x="500" y="143"/>
                  <a:pt x="500" y="146"/>
                  <a:pt x="500" y="148"/>
                </a:cubicBezTo>
                <a:close/>
                <a:moveTo>
                  <a:pt x="385" y="50"/>
                </a:moveTo>
                <a:cubicBezTo>
                  <a:pt x="380" y="49"/>
                  <a:pt x="378" y="49"/>
                  <a:pt x="371" y="47"/>
                </a:cubicBezTo>
                <a:cubicBezTo>
                  <a:pt x="369" y="47"/>
                  <a:pt x="367" y="47"/>
                  <a:pt x="364" y="46"/>
                </a:cubicBezTo>
                <a:cubicBezTo>
                  <a:pt x="363" y="47"/>
                  <a:pt x="354" y="45"/>
                  <a:pt x="354" y="46"/>
                </a:cubicBezTo>
                <a:cubicBezTo>
                  <a:pt x="359" y="46"/>
                  <a:pt x="362" y="47"/>
                  <a:pt x="365" y="47"/>
                </a:cubicBezTo>
                <a:cubicBezTo>
                  <a:pt x="367" y="47"/>
                  <a:pt x="364" y="47"/>
                  <a:pt x="366" y="47"/>
                </a:cubicBezTo>
                <a:cubicBezTo>
                  <a:pt x="370" y="48"/>
                  <a:pt x="380" y="49"/>
                  <a:pt x="386" y="51"/>
                </a:cubicBezTo>
                <a:cubicBezTo>
                  <a:pt x="386" y="51"/>
                  <a:pt x="384" y="50"/>
                  <a:pt x="385" y="50"/>
                </a:cubicBezTo>
                <a:close/>
                <a:moveTo>
                  <a:pt x="387" y="51"/>
                </a:moveTo>
                <a:cubicBezTo>
                  <a:pt x="387" y="51"/>
                  <a:pt x="388" y="51"/>
                  <a:pt x="388" y="51"/>
                </a:cubicBezTo>
                <a:cubicBezTo>
                  <a:pt x="392" y="52"/>
                  <a:pt x="389" y="51"/>
                  <a:pt x="387" y="51"/>
                </a:cubicBezTo>
                <a:close/>
                <a:moveTo>
                  <a:pt x="391" y="61"/>
                </a:moveTo>
                <a:cubicBezTo>
                  <a:pt x="391" y="61"/>
                  <a:pt x="391" y="61"/>
                  <a:pt x="391" y="61"/>
                </a:cubicBezTo>
                <a:cubicBezTo>
                  <a:pt x="391" y="61"/>
                  <a:pt x="391" y="61"/>
                  <a:pt x="391" y="61"/>
                </a:cubicBez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" name="Freeform 501"/>
          <p:cNvSpPr>
            <a:spLocks noEditPoints="1"/>
          </p:cNvSpPr>
          <p:nvPr/>
        </p:nvSpPr>
        <p:spPr bwMode="auto">
          <a:xfrm rot="356621">
            <a:off x="6016475" y="1137823"/>
            <a:ext cx="1975615" cy="887883"/>
          </a:xfrm>
          <a:custGeom>
            <a:avLst/>
            <a:gdLst>
              <a:gd name="T0" fmla="*/ 450 w 500"/>
              <a:gd name="T1" fmla="*/ 71 h 305"/>
              <a:gd name="T2" fmla="*/ 422 w 500"/>
              <a:gd name="T3" fmla="*/ 60 h 305"/>
              <a:gd name="T4" fmla="*/ 366 w 500"/>
              <a:gd name="T5" fmla="*/ 54 h 305"/>
              <a:gd name="T6" fmla="*/ 299 w 500"/>
              <a:gd name="T7" fmla="*/ 46 h 305"/>
              <a:gd name="T8" fmla="*/ 265 w 500"/>
              <a:gd name="T9" fmla="*/ 53 h 305"/>
              <a:gd name="T10" fmla="*/ 264 w 500"/>
              <a:gd name="T11" fmla="*/ 53 h 305"/>
              <a:gd name="T12" fmla="*/ 265 w 500"/>
              <a:gd name="T13" fmla="*/ 51 h 305"/>
              <a:gd name="T14" fmla="*/ 265 w 500"/>
              <a:gd name="T15" fmla="*/ 51 h 305"/>
              <a:gd name="T16" fmla="*/ 264 w 500"/>
              <a:gd name="T17" fmla="*/ 51 h 305"/>
              <a:gd name="T18" fmla="*/ 265 w 500"/>
              <a:gd name="T19" fmla="*/ 58 h 305"/>
              <a:gd name="T20" fmla="*/ 263 w 500"/>
              <a:gd name="T21" fmla="*/ 51 h 305"/>
              <a:gd name="T22" fmla="*/ 262 w 500"/>
              <a:gd name="T23" fmla="*/ 53 h 305"/>
              <a:gd name="T24" fmla="*/ 262 w 500"/>
              <a:gd name="T25" fmla="*/ 56 h 305"/>
              <a:gd name="T26" fmla="*/ 262 w 500"/>
              <a:gd name="T27" fmla="*/ 58 h 305"/>
              <a:gd name="T28" fmla="*/ 339 w 500"/>
              <a:gd name="T29" fmla="*/ 54 h 305"/>
              <a:gd name="T30" fmla="*/ 264 w 500"/>
              <a:gd name="T31" fmla="*/ 56 h 305"/>
              <a:gd name="T32" fmla="*/ 263 w 500"/>
              <a:gd name="T33" fmla="*/ 56 h 305"/>
              <a:gd name="T34" fmla="*/ 260 w 500"/>
              <a:gd name="T35" fmla="*/ 52 h 305"/>
              <a:gd name="T36" fmla="*/ 263 w 500"/>
              <a:gd name="T37" fmla="*/ 52 h 305"/>
              <a:gd name="T38" fmla="*/ 494 w 500"/>
              <a:gd name="T39" fmla="*/ 169 h 305"/>
              <a:gd name="T40" fmla="*/ 465 w 500"/>
              <a:gd name="T41" fmla="*/ 217 h 305"/>
              <a:gd name="T42" fmla="*/ 167 w 500"/>
              <a:gd name="T43" fmla="*/ 304 h 305"/>
              <a:gd name="T44" fmla="*/ 2 w 500"/>
              <a:gd name="T45" fmla="*/ 232 h 305"/>
              <a:gd name="T46" fmla="*/ 61 w 500"/>
              <a:gd name="T47" fmla="*/ 102 h 305"/>
              <a:gd name="T48" fmla="*/ 180 w 500"/>
              <a:gd name="T49" fmla="*/ 28 h 305"/>
              <a:gd name="T50" fmla="*/ 304 w 500"/>
              <a:gd name="T51" fmla="*/ 1 h 305"/>
              <a:gd name="T52" fmla="*/ 398 w 500"/>
              <a:gd name="T53" fmla="*/ 6 h 305"/>
              <a:gd name="T54" fmla="*/ 416 w 500"/>
              <a:gd name="T55" fmla="*/ 12 h 305"/>
              <a:gd name="T56" fmla="*/ 424 w 500"/>
              <a:gd name="T57" fmla="*/ 14 h 305"/>
              <a:gd name="T58" fmla="*/ 431 w 500"/>
              <a:gd name="T59" fmla="*/ 19 h 305"/>
              <a:gd name="T60" fmla="*/ 431 w 500"/>
              <a:gd name="T61" fmla="*/ 26 h 305"/>
              <a:gd name="T62" fmla="*/ 423 w 500"/>
              <a:gd name="T63" fmla="*/ 32 h 305"/>
              <a:gd name="T64" fmla="*/ 416 w 500"/>
              <a:gd name="T65" fmla="*/ 31 h 305"/>
              <a:gd name="T66" fmla="*/ 411 w 500"/>
              <a:gd name="T67" fmla="*/ 27 h 305"/>
              <a:gd name="T68" fmla="*/ 383 w 500"/>
              <a:gd name="T69" fmla="*/ 20 h 305"/>
              <a:gd name="T70" fmla="*/ 196 w 500"/>
              <a:gd name="T71" fmla="*/ 38 h 305"/>
              <a:gd name="T72" fmla="*/ 59 w 500"/>
              <a:gd name="T73" fmla="*/ 125 h 305"/>
              <a:gd name="T74" fmla="*/ 51 w 500"/>
              <a:gd name="T75" fmla="*/ 267 h 305"/>
              <a:gd name="T76" fmla="*/ 251 w 500"/>
              <a:gd name="T77" fmla="*/ 289 h 305"/>
              <a:gd name="T78" fmla="*/ 456 w 500"/>
              <a:gd name="T79" fmla="*/ 207 h 305"/>
              <a:gd name="T80" fmla="*/ 487 w 500"/>
              <a:gd name="T81" fmla="*/ 146 h 305"/>
              <a:gd name="T82" fmla="*/ 462 w 500"/>
              <a:gd name="T83" fmla="*/ 91 h 305"/>
              <a:gd name="T84" fmla="*/ 402 w 500"/>
              <a:gd name="T85" fmla="*/ 64 h 305"/>
              <a:gd name="T86" fmla="*/ 367 w 500"/>
              <a:gd name="T87" fmla="*/ 55 h 305"/>
              <a:gd name="T88" fmla="*/ 262 w 500"/>
              <a:gd name="T89" fmla="*/ 58 h 305"/>
              <a:gd name="T90" fmla="*/ 330 w 500"/>
              <a:gd name="T91" fmla="*/ 51 h 305"/>
              <a:gd name="T92" fmla="*/ 418 w 500"/>
              <a:gd name="T93" fmla="*/ 66 h 305"/>
              <a:gd name="T94" fmla="*/ 338 w 500"/>
              <a:gd name="T95" fmla="*/ 47 h 305"/>
              <a:gd name="T96" fmla="*/ 375 w 500"/>
              <a:gd name="T97" fmla="*/ 51 h 305"/>
              <a:gd name="T98" fmla="*/ 369 w 500"/>
              <a:gd name="T99" fmla="*/ 49 h 305"/>
              <a:gd name="T100" fmla="*/ 320 w 500"/>
              <a:gd name="T101" fmla="*/ 45 h 305"/>
              <a:gd name="T102" fmla="*/ 321 w 500"/>
              <a:gd name="T103" fmla="*/ 44 h 305"/>
              <a:gd name="T104" fmla="*/ 307 w 500"/>
              <a:gd name="T105" fmla="*/ 44 h 305"/>
              <a:gd name="T106" fmla="*/ 360 w 500"/>
              <a:gd name="T107" fmla="*/ 45 h 305"/>
              <a:gd name="T108" fmla="*/ 424 w 500"/>
              <a:gd name="T109" fmla="*/ 61 h 305"/>
              <a:gd name="T110" fmla="*/ 480 w 500"/>
              <a:gd name="T111" fmla="*/ 91 h 305"/>
              <a:gd name="T112" fmla="*/ 500 w 500"/>
              <a:gd name="T113" fmla="*/ 148 h 305"/>
              <a:gd name="T114" fmla="*/ 366 w 500"/>
              <a:gd name="T115" fmla="*/ 47 h 305"/>
              <a:gd name="T116" fmla="*/ 391 w 500"/>
              <a:gd name="T117" fmla="*/ 61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500" h="305">
                <a:moveTo>
                  <a:pt x="484" y="124"/>
                </a:moveTo>
                <a:cubicBezTo>
                  <a:pt x="485" y="125"/>
                  <a:pt x="485" y="127"/>
                  <a:pt x="485" y="128"/>
                </a:cubicBezTo>
                <a:lnTo>
                  <a:pt x="484" y="124"/>
                </a:lnTo>
                <a:close/>
                <a:moveTo>
                  <a:pt x="450" y="71"/>
                </a:moveTo>
                <a:cubicBezTo>
                  <a:pt x="449" y="70"/>
                  <a:pt x="448" y="69"/>
                  <a:pt x="445" y="68"/>
                </a:cubicBezTo>
                <a:cubicBezTo>
                  <a:pt x="445" y="68"/>
                  <a:pt x="449" y="70"/>
                  <a:pt x="450" y="71"/>
                </a:cubicBezTo>
                <a:close/>
                <a:moveTo>
                  <a:pt x="438" y="65"/>
                </a:moveTo>
                <a:cubicBezTo>
                  <a:pt x="440" y="66"/>
                  <a:pt x="443" y="67"/>
                  <a:pt x="443" y="67"/>
                </a:cubicBezTo>
                <a:cubicBezTo>
                  <a:pt x="442" y="67"/>
                  <a:pt x="438" y="65"/>
                  <a:pt x="438" y="65"/>
                </a:cubicBezTo>
                <a:close/>
                <a:moveTo>
                  <a:pt x="422" y="60"/>
                </a:moveTo>
                <a:cubicBezTo>
                  <a:pt x="420" y="60"/>
                  <a:pt x="417" y="58"/>
                  <a:pt x="417" y="58"/>
                </a:cubicBezTo>
                <a:cubicBezTo>
                  <a:pt x="418" y="59"/>
                  <a:pt x="421" y="60"/>
                  <a:pt x="422" y="60"/>
                </a:cubicBezTo>
                <a:close/>
                <a:moveTo>
                  <a:pt x="413" y="55"/>
                </a:moveTo>
                <a:cubicBezTo>
                  <a:pt x="410" y="54"/>
                  <a:pt x="405" y="52"/>
                  <a:pt x="404" y="52"/>
                </a:cubicBezTo>
                <a:cubicBezTo>
                  <a:pt x="408" y="53"/>
                  <a:pt x="411" y="54"/>
                  <a:pt x="413" y="55"/>
                </a:cubicBezTo>
                <a:close/>
                <a:moveTo>
                  <a:pt x="366" y="54"/>
                </a:moveTo>
                <a:cubicBezTo>
                  <a:pt x="370" y="55"/>
                  <a:pt x="379" y="56"/>
                  <a:pt x="384" y="57"/>
                </a:cubicBezTo>
                <a:cubicBezTo>
                  <a:pt x="379" y="56"/>
                  <a:pt x="372" y="55"/>
                  <a:pt x="366" y="54"/>
                </a:cubicBezTo>
                <a:close/>
                <a:moveTo>
                  <a:pt x="366" y="49"/>
                </a:moveTo>
                <a:cubicBezTo>
                  <a:pt x="361" y="48"/>
                  <a:pt x="361" y="48"/>
                  <a:pt x="361" y="48"/>
                </a:cubicBezTo>
                <a:cubicBezTo>
                  <a:pt x="359" y="48"/>
                  <a:pt x="347" y="47"/>
                  <a:pt x="348" y="47"/>
                </a:cubicBezTo>
                <a:cubicBezTo>
                  <a:pt x="356" y="47"/>
                  <a:pt x="366" y="49"/>
                  <a:pt x="372" y="50"/>
                </a:cubicBezTo>
                <a:cubicBezTo>
                  <a:pt x="370" y="50"/>
                  <a:pt x="368" y="50"/>
                  <a:pt x="366" y="49"/>
                </a:cubicBezTo>
                <a:close/>
                <a:moveTo>
                  <a:pt x="299" y="46"/>
                </a:moveTo>
                <a:cubicBezTo>
                  <a:pt x="296" y="46"/>
                  <a:pt x="296" y="46"/>
                  <a:pt x="296" y="46"/>
                </a:cubicBezTo>
                <a:cubicBezTo>
                  <a:pt x="296" y="47"/>
                  <a:pt x="296" y="47"/>
                  <a:pt x="297" y="47"/>
                </a:cubicBezTo>
                <a:cubicBezTo>
                  <a:pt x="299" y="46"/>
                  <a:pt x="299" y="46"/>
                  <a:pt x="299" y="46"/>
                </a:cubicBezTo>
                <a:close/>
                <a:moveTo>
                  <a:pt x="264" y="53"/>
                </a:moveTo>
                <a:cubicBezTo>
                  <a:pt x="264" y="53"/>
                  <a:pt x="264" y="53"/>
                  <a:pt x="264" y="53"/>
                </a:cubicBezTo>
                <a:cubicBezTo>
                  <a:pt x="264" y="53"/>
                  <a:pt x="265" y="53"/>
                  <a:pt x="265" y="53"/>
                </a:cubicBezTo>
                <a:cubicBezTo>
                  <a:pt x="265" y="53"/>
                  <a:pt x="265" y="53"/>
                  <a:pt x="265" y="53"/>
                </a:cubicBezTo>
                <a:cubicBezTo>
                  <a:pt x="269" y="52"/>
                  <a:pt x="269" y="52"/>
                  <a:pt x="269" y="52"/>
                </a:cubicBezTo>
                <a:lnTo>
                  <a:pt x="264" y="53"/>
                </a:lnTo>
                <a:close/>
                <a:moveTo>
                  <a:pt x="264" y="53"/>
                </a:moveTo>
                <a:cubicBezTo>
                  <a:pt x="264" y="53"/>
                  <a:pt x="264" y="53"/>
                  <a:pt x="264" y="53"/>
                </a:cubicBezTo>
                <a:cubicBezTo>
                  <a:pt x="264" y="53"/>
                  <a:pt x="264" y="53"/>
                  <a:pt x="264" y="53"/>
                </a:cubicBezTo>
                <a:cubicBezTo>
                  <a:pt x="263" y="53"/>
                  <a:pt x="264" y="53"/>
                  <a:pt x="264" y="53"/>
                </a:cubicBezTo>
                <a:close/>
                <a:moveTo>
                  <a:pt x="264" y="53"/>
                </a:moveTo>
                <a:cubicBezTo>
                  <a:pt x="264" y="53"/>
                  <a:pt x="264" y="53"/>
                  <a:pt x="264" y="53"/>
                </a:cubicBezTo>
                <a:cubicBezTo>
                  <a:pt x="264" y="53"/>
                  <a:pt x="264" y="53"/>
                  <a:pt x="264" y="53"/>
                </a:cubicBezTo>
                <a:cubicBezTo>
                  <a:pt x="264" y="53"/>
                  <a:pt x="264" y="53"/>
                  <a:pt x="264" y="53"/>
                </a:cubicBezTo>
                <a:close/>
                <a:moveTo>
                  <a:pt x="265" y="51"/>
                </a:moveTo>
                <a:cubicBezTo>
                  <a:pt x="264" y="51"/>
                  <a:pt x="264" y="51"/>
                  <a:pt x="264" y="51"/>
                </a:cubicBezTo>
                <a:cubicBezTo>
                  <a:pt x="264" y="51"/>
                  <a:pt x="264" y="51"/>
                  <a:pt x="264" y="51"/>
                </a:cubicBezTo>
                <a:cubicBezTo>
                  <a:pt x="264" y="51"/>
                  <a:pt x="264" y="51"/>
                  <a:pt x="265" y="51"/>
                </a:cubicBezTo>
                <a:cubicBezTo>
                  <a:pt x="265" y="51"/>
                  <a:pt x="265" y="51"/>
                  <a:pt x="265" y="51"/>
                </a:cubicBezTo>
                <a:cubicBezTo>
                  <a:pt x="265" y="51"/>
                  <a:pt x="265" y="51"/>
                  <a:pt x="265" y="50"/>
                </a:cubicBezTo>
                <a:cubicBezTo>
                  <a:pt x="265" y="51"/>
                  <a:pt x="265" y="51"/>
                  <a:pt x="265" y="51"/>
                </a:cubicBezTo>
                <a:close/>
                <a:moveTo>
                  <a:pt x="265" y="57"/>
                </a:moveTo>
                <a:cubicBezTo>
                  <a:pt x="265" y="57"/>
                  <a:pt x="265" y="57"/>
                  <a:pt x="265" y="57"/>
                </a:cubicBezTo>
                <a:cubicBezTo>
                  <a:pt x="265" y="57"/>
                  <a:pt x="265" y="57"/>
                  <a:pt x="265" y="57"/>
                </a:cubicBezTo>
                <a:close/>
                <a:moveTo>
                  <a:pt x="264" y="51"/>
                </a:moveTo>
                <a:cubicBezTo>
                  <a:pt x="264" y="51"/>
                  <a:pt x="264" y="52"/>
                  <a:pt x="264" y="52"/>
                </a:cubicBezTo>
                <a:cubicBezTo>
                  <a:pt x="264" y="52"/>
                  <a:pt x="264" y="52"/>
                  <a:pt x="264" y="51"/>
                </a:cubicBezTo>
                <a:close/>
                <a:moveTo>
                  <a:pt x="264" y="51"/>
                </a:moveTo>
                <a:cubicBezTo>
                  <a:pt x="264" y="51"/>
                  <a:pt x="264" y="51"/>
                  <a:pt x="264" y="51"/>
                </a:cubicBezTo>
                <a:cubicBezTo>
                  <a:pt x="264" y="51"/>
                  <a:pt x="264" y="51"/>
                  <a:pt x="264" y="51"/>
                </a:cubicBezTo>
                <a:close/>
                <a:moveTo>
                  <a:pt x="265" y="58"/>
                </a:moveTo>
                <a:cubicBezTo>
                  <a:pt x="265" y="58"/>
                  <a:pt x="265" y="58"/>
                  <a:pt x="265" y="58"/>
                </a:cubicBezTo>
                <a:cubicBezTo>
                  <a:pt x="265" y="58"/>
                  <a:pt x="265" y="58"/>
                  <a:pt x="265" y="58"/>
                </a:cubicBezTo>
                <a:close/>
                <a:moveTo>
                  <a:pt x="265" y="57"/>
                </a:moveTo>
                <a:cubicBezTo>
                  <a:pt x="264" y="57"/>
                  <a:pt x="264" y="57"/>
                  <a:pt x="264" y="57"/>
                </a:cubicBezTo>
                <a:cubicBezTo>
                  <a:pt x="264" y="57"/>
                  <a:pt x="265" y="57"/>
                  <a:pt x="265" y="57"/>
                </a:cubicBezTo>
                <a:close/>
                <a:moveTo>
                  <a:pt x="263" y="51"/>
                </a:moveTo>
                <a:cubicBezTo>
                  <a:pt x="263" y="51"/>
                  <a:pt x="263" y="51"/>
                  <a:pt x="263" y="51"/>
                </a:cubicBezTo>
                <a:cubicBezTo>
                  <a:pt x="263" y="51"/>
                  <a:pt x="263" y="51"/>
                  <a:pt x="263" y="51"/>
                </a:cubicBezTo>
                <a:close/>
                <a:moveTo>
                  <a:pt x="263" y="54"/>
                </a:moveTo>
                <a:cubicBezTo>
                  <a:pt x="263" y="54"/>
                  <a:pt x="263" y="53"/>
                  <a:pt x="263" y="53"/>
                </a:cubicBezTo>
                <a:cubicBezTo>
                  <a:pt x="263" y="53"/>
                  <a:pt x="263" y="53"/>
                  <a:pt x="263" y="54"/>
                </a:cubicBezTo>
                <a:close/>
                <a:moveTo>
                  <a:pt x="262" y="53"/>
                </a:moveTo>
                <a:cubicBezTo>
                  <a:pt x="263" y="53"/>
                  <a:pt x="263" y="53"/>
                  <a:pt x="263" y="53"/>
                </a:cubicBezTo>
                <a:cubicBezTo>
                  <a:pt x="263" y="53"/>
                  <a:pt x="262" y="53"/>
                  <a:pt x="262" y="53"/>
                </a:cubicBezTo>
                <a:close/>
                <a:moveTo>
                  <a:pt x="262" y="53"/>
                </a:moveTo>
                <a:cubicBezTo>
                  <a:pt x="262" y="52"/>
                  <a:pt x="262" y="53"/>
                  <a:pt x="262" y="53"/>
                </a:cubicBezTo>
                <a:cubicBezTo>
                  <a:pt x="262" y="53"/>
                  <a:pt x="262" y="52"/>
                  <a:pt x="262" y="52"/>
                </a:cubicBezTo>
                <a:cubicBezTo>
                  <a:pt x="262" y="53"/>
                  <a:pt x="262" y="53"/>
                  <a:pt x="262" y="53"/>
                </a:cubicBezTo>
                <a:close/>
                <a:moveTo>
                  <a:pt x="262" y="56"/>
                </a:moveTo>
                <a:cubicBezTo>
                  <a:pt x="263" y="56"/>
                  <a:pt x="262" y="56"/>
                  <a:pt x="262" y="56"/>
                </a:cubicBezTo>
                <a:close/>
                <a:moveTo>
                  <a:pt x="261" y="58"/>
                </a:moveTo>
                <a:cubicBezTo>
                  <a:pt x="262" y="58"/>
                  <a:pt x="262" y="58"/>
                  <a:pt x="262" y="58"/>
                </a:cubicBezTo>
                <a:cubicBezTo>
                  <a:pt x="262" y="58"/>
                  <a:pt x="261" y="58"/>
                  <a:pt x="261" y="58"/>
                </a:cubicBezTo>
                <a:close/>
                <a:moveTo>
                  <a:pt x="262" y="58"/>
                </a:moveTo>
                <a:cubicBezTo>
                  <a:pt x="262" y="58"/>
                  <a:pt x="262" y="58"/>
                  <a:pt x="262" y="58"/>
                </a:cubicBezTo>
                <a:cubicBezTo>
                  <a:pt x="262" y="59"/>
                  <a:pt x="262" y="59"/>
                  <a:pt x="262" y="58"/>
                </a:cubicBezTo>
                <a:close/>
                <a:moveTo>
                  <a:pt x="262" y="61"/>
                </a:moveTo>
                <a:cubicBezTo>
                  <a:pt x="262" y="61"/>
                  <a:pt x="262" y="61"/>
                  <a:pt x="262" y="61"/>
                </a:cubicBezTo>
                <a:cubicBezTo>
                  <a:pt x="262" y="61"/>
                  <a:pt x="262" y="61"/>
                  <a:pt x="262" y="61"/>
                </a:cubicBezTo>
                <a:close/>
                <a:moveTo>
                  <a:pt x="261" y="61"/>
                </a:moveTo>
                <a:cubicBezTo>
                  <a:pt x="260" y="61"/>
                  <a:pt x="260" y="61"/>
                  <a:pt x="261" y="61"/>
                </a:cubicBezTo>
                <a:close/>
                <a:moveTo>
                  <a:pt x="339" y="54"/>
                </a:moveTo>
                <a:cubicBezTo>
                  <a:pt x="334" y="54"/>
                  <a:pt x="330" y="54"/>
                  <a:pt x="326" y="54"/>
                </a:cubicBezTo>
                <a:cubicBezTo>
                  <a:pt x="329" y="54"/>
                  <a:pt x="333" y="54"/>
                  <a:pt x="336" y="54"/>
                </a:cubicBezTo>
                <a:cubicBezTo>
                  <a:pt x="336" y="54"/>
                  <a:pt x="338" y="54"/>
                  <a:pt x="339" y="54"/>
                </a:cubicBezTo>
                <a:close/>
                <a:moveTo>
                  <a:pt x="263" y="56"/>
                </a:moveTo>
                <a:cubicBezTo>
                  <a:pt x="264" y="56"/>
                  <a:pt x="264" y="56"/>
                  <a:pt x="264" y="56"/>
                </a:cubicBezTo>
                <a:cubicBezTo>
                  <a:pt x="264" y="56"/>
                  <a:pt x="264" y="56"/>
                  <a:pt x="264" y="56"/>
                </a:cubicBezTo>
                <a:cubicBezTo>
                  <a:pt x="264" y="56"/>
                  <a:pt x="265" y="56"/>
                  <a:pt x="265" y="56"/>
                </a:cubicBezTo>
                <a:cubicBezTo>
                  <a:pt x="265" y="56"/>
                  <a:pt x="265" y="56"/>
                  <a:pt x="265" y="56"/>
                </a:cubicBezTo>
                <a:cubicBezTo>
                  <a:pt x="265" y="56"/>
                  <a:pt x="265" y="56"/>
                  <a:pt x="265" y="56"/>
                </a:cubicBezTo>
                <a:cubicBezTo>
                  <a:pt x="265" y="56"/>
                  <a:pt x="265" y="56"/>
                  <a:pt x="265" y="56"/>
                </a:cubicBezTo>
                <a:cubicBezTo>
                  <a:pt x="265" y="56"/>
                  <a:pt x="265" y="56"/>
                  <a:pt x="265" y="55"/>
                </a:cubicBezTo>
                <a:cubicBezTo>
                  <a:pt x="265" y="56"/>
                  <a:pt x="264" y="56"/>
                  <a:pt x="263" y="56"/>
                </a:cubicBezTo>
                <a:close/>
                <a:moveTo>
                  <a:pt x="264" y="52"/>
                </a:moveTo>
                <a:cubicBezTo>
                  <a:pt x="264" y="52"/>
                  <a:pt x="264" y="52"/>
                  <a:pt x="264" y="52"/>
                </a:cubicBezTo>
                <a:cubicBezTo>
                  <a:pt x="264" y="52"/>
                  <a:pt x="263" y="52"/>
                  <a:pt x="263" y="52"/>
                </a:cubicBezTo>
                <a:cubicBezTo>
                  <a:pt x="263" y="52"/>
                  <a:pt x="264" y="52"/>
                  <a:pt x="264" y="52"/>
                </a:cubicBezTo>
                <a:close/>
                <a:moveTo>
                  <a:pt x="261" y="53"/>
                </a:moveTo>
                <a:cubicBezTo>
                  <a:pt x="261" y="52"/>
                  <a:pt x="261" y="52"/>
                  <a:pt x="260" y="52"/>
                </a:cubicBezTo>
                <a:cubicBezTo>
                  <a:pt x="260" y="53"/>
                  <a:pt x="259" y="53"/>
                  <a:pt x="259" y="53"/>
                </a:cubicBezTo>
                <a:cubicBezTo>
                  <a:pt x="259" y="53"/>
                  <a:pt x="260" y="53"/>
                  <a:pt x="260" y="53"/>
                </a:cubicBezTo>
                <a:cubicBezTo>
                  <a:pt x="260" y="53"/>
                  <a:pt x="260" y="53"/>
                  <a:pt x="260" y="53"/>
                </a:cubicBezTo>
                <a:cubicBezTo>
                  <a:pt x="261" y="53"/>
                  <a:pt x="261" y="53"/>
                  <a:pt x="262" y="52"/>
                </a:cubicBezTo>
                <a:cubicBezTo>
                  <a:pt x="262" y="52"/>
                  <a:pt x="262" y="52"/>
                  <a:pt x="262" y="52"/>
                </a:cubicBezTo>
                <a:cubicBezTo>
                  <a:pt x="262" y="52"/>
                  <a:pt x="263" y="52"/>
                  <a:pt x="263" y="52"/>
                </a:cubicBezTo>
                <a:cubicBezTo>
                  <a:pt x="262" y="52"/>
                  <a:pt x="262" y="52"/>
                  <a:pt x="261" y="53"/>
                </a:cubicBezTo>
                <a:close/>
                <a:moveTo>
                  <a:pt x="262" y="59"/>
                </a:moveTo>
                <a:cubicBezTo>
                  <a:pt x="262" y="59"/>
                  <a:pt x="262" y="59"/>
                  <a:pt x="262" y="59"/>
                </a:cubicBezTo>
                <a:cubicBezTo>
                  <a:pt x="262" y="59"/>
                  <a:pt x="262" y="59"/>
                  <a:pt x="262" y="59"/>
                </a:cubicBezTo>
                <a:close/>
                <a:moveTo>
                  <a:pt x="500" y="148"/>
                </a:moveTo>
                <a:cubicBezTo>
                  <a:pt x="498" y="158"/>
                  <a:pt x="496" y="166"/>
                  <a:pt x="494" y="169"/>
                </a:cubicBezTo>
                <a:cubicBezTo>
                  <a:pt x="493" y="172"/>
                  <a:pt x="495" y="168"/>
                  <a:pt x="494" y="170"/>
                </a:cubicBezTo>
                <a:cubicBezTo>
                  <a:pt x="493" y="174"/>
                  <a:pt x="490" y="181"/>
                  <a:pt x="488" y="184"/>
                </a:cubicBezTo>
                <a:cubicBezTo>
                  <a:pt x="486" y="189"/>
                  <a:pt x="483" y="194"/>
                  <a:pt x="480" y="199"/>
                </a:cubicBezTo>
                <a:cubicBezTo>
                  <a:pt x="478" y="202"/>
                  <a:pt x="477" y="204"/>
                  <a:pt x="475" y="206"/>
                </a:cubicBezTo>
                <a:cubicBezTo>
                  <a:pt x="470" y="212"/>
                  <a:pt x="470" y="212"/>
                  <a:pt x="470" y="212"/>
                </a:cubicBezTo>
                <a:cubicBezTo>
                  <a:pt x="469" y="214"/>
                  <a:pt x="466" y="216"/>
                  <a:pt x="465" y="217"/>
                </a:cubicBezTo>
                <a:cubicBezTo>
                  <a:pt x="462" y="221"/>
                  <a:pt x="456" y="228"/>
                  <a:pt x="452" y="232"/>
                </a:cubicBezTo>
                <a:cubicBezTo>
                  <a:pt x="438" y="245"/>
                  <a:pt x="422" y="256"/>
                  <a:pt x="405" y="264"/>
                </a:cubicBezTo>
                <a:cubicBezTo>
                  <a:pt x="387" y="272"/>
                  <a:pt x="369" y="278"/>
                  <a:pt x="351" y="284"/>
                </a:cubicBezTo>
                <a:cubicBezTo>
                  <a:pt x="314" y="295"/>
                  <a:pt x="277" y="301"/>
                  <a:pt x="239" y="304"/>
                </a:cubicBezTo>
                <a:cubicBezTo>
                  <a:pt x="221" y="305"/>
                  <a:pt x="200" y="305"/>
                  <a:pt x="183" y="305"/>
                </a:cubicBezTo>
                <a:cubicBezTo>
                  <a:pt x="177" y="304"/>
                  <a:pt x="172" y="304"/>
                  <a:pt x="167" y="304"/>
                </a:cubicBezTo>
                <a:cubicBezTo>
                  <a:pt x="155" y="303"/>
                  <a:pt x="142" y="302"/>
                  <a:pt x="129" y="301"/>
                </a:cubicBezTo>
                <a:cubicBezTo>
                  <a:pt x="116" y="299"/>
                  <a:pt x="103" y="298"/>
                  <a:pt x="93" y="296"/>
                </a:cubicBezTo>
                <a:cubicBezTo>
                  <a:pt x="77" y="292"/>
                  <a:pt x="61" y="288"/>
                  <a:pt x="45" y="280"/>
                </a:cubicBezTo>
                <a:cubicBezTo>
                  <a:pt x="38" y="277"/>
                  <a:pt x="32" y="273"/>
                  <a:pt x="27" y="269"/>
                </a:cubicBezTo>
                <a:cubicBezTo>
                  <a:pt x="24" y="268"/>
                  <a:pt x="22" y="266"/>
                  <a:pt x="20" y="264"/>
                </a:cubicBezTo>
                <a:cubicBezTo>
                  <a:pt x="11" y="256"/>
                  <a:pt x="4" y="244"/>
                  <a:pt x="2" y="232"/>
                </a:cubicBezTo>
                <a:cubicBezTo>
                  <a:pt x="1" y="225"/>
                  <a:pt x="0" y="219"/>
                  <a:pt x="0" y="213"/>
                </a:cubicBezTo>
                <a:cubicBezTo>
                  <a:pt x="0" y="203"/>
                  <a:pt x="2" y="191"/>
                  <a:pt x="6" y="180"/>
                </a:cubicBezTo>
                <a:cubicBezTo>
                  <a:pt x="10" y="169"/>
                  <a:pt x="16" y="158"/>
                  <a:pt x="22" y="148"/>
                </a:cubicBezTo>
                <a:cubicBezTo>
                  <a:pt x="25" y="143"/>
                  <a:pt x="29" y="139"/>
                  <a:pt x="32" y="134"/>
                </a:cubicBezTo>
                <a:cubicBezTo>
                  <a:pt x="34" y="132"/>
                  <a:pt x="36" y="130"/>
                  <a:pt x="38" y="127"/>
                </a:cubicBezTo>
                <a:cubicBezTo>
                  <a:pt x="44" y="119"/>
                  <a:pt x="54" y="109"/>
                  <a:pt x="61" y="102"/>
                </a:cubicBezTo>
                <a:cubicBezTo>
                  <a:pt x="65" y="98"/>
                  <a:pt x="69" y="95"/>
                  <a:pt x="74" y="91"/>
                </a:cubicBezTo>
                <a:cubicBezTo>
                  <a:pt x="83" y="83"/>
                  <a:pt x="92" y="76"/>
                  <a:pt x="100" y="70"/>
                </a:cubicBezTo>
                <a:cubicBezTo>
                  <a:pt x="111" y="62"/>
                  <a:pt x="128" y="52"/>
                  <a:pt x="143" y="45"/>
                </a:cubicBezTo>
                <a:cubicBezTo>
                  <a:pt x="144" y="44"/>
                  <a:pt x="144" y="44"/>
                  <a:pt x="144" y="44"/>
                </a:cubicBezTo>
                <a:cubicBezTo>
                  <a:pt x="155" y="39"/>
                  <a:pt x="166" y="33"/>
                  <a:pt x="177" y="29"/>
                </a:cubicBezTo>
                <a:cubicBezTo>
                  <a:pt x="179" y="29"/>
                  <a:pt x="179" y="29"/>
                  <a:pt x="180" y="28"/>
                </a:cubicBezTo>
                <a:cubicBezTo>
                  <a:pt x="194" y="23"/>
                  <a:pt x="194" y="23"/>
                  <a:pt x="194" y="23"/>
                </a:cubicBezTo>
                <a:cubicBezTo>
                  <a:pt x="215" y="16"/>
                  <a:pt x="231" y="12"/>
                  <a:pt x="249" y="9"/>
                </a:cubicBezTo>
                <a:cubicBezTo>
                  <a:pt x="259" y="6"/>
                  <a:pt x="271" y="5"/>
                  <a:pt x="281" y="3"/>
                </a:cubicBezTo>
                <a:cubicBezTo>
                  <a:pt x="284" y="3"/>
                  <a:pt x="287" y="2"/>
                  <a:pt x="290" y="2"/>
                </a:cubicBezTo>
                <a:cubicBezTo>
                  <a:pt x="293" y="2"/>
                  <a:pt x="295" y="2"/>
                  <a:pt x="297" y="1"/>
                </a:cubicBezTo>
                <a:cubicBezTo>
                  <a:pt x="304" y="1"/>
                  <a:pt x="304" y="1"/>
                  <a:pt x="304" y="1"/>
                </a:cubicBezTo>
                <a:cubicBezTo>
                  <a:pt x="307" y="1"/>
                  <a:pt x="311" y="0"/>
                  <a:pt x="314" y="0"/>
                </a:cubicBezTo>
                <a:cubicBezTo>
                  <a:pt x="318" y="0"/>
                  <a:pt x="321" y="0"/>
                  <a:pt x="324" y="0"/>
                </a:cubicBezTo>
                <a:cubicBezTo>
                  <a:pt x="327" y="0"/>
                  <a:pt x="331" y="0"/>
                  <a:pt x="334" y="0"/>
                </a:cubicBezTo>
                <a:cubicBezTo>
                  <a:pt x="343" y="0"/>
                  <a:pt x="351" y="0"/>
                  <a:pt x="361" y="1"/>
                </a:cubicBezTo>
                <a:cubicBezTo>
                  <a:pt x="368" y="2"/>
                  <a:pt x="376" y="2"/>
                  <a:pt x="384" y="4"/>
                </a:cubicBezTo>
                <a:cubicBezTo>
                  <a:pt x="389" y="4"/>
                  <a:pt x="394" y="5"/>
                  <a:pt x="398" y="6"/>
                </a:cubicBezTo>
                <a:cubicBezTo>
                  <a:pt x="400" y="7"/>
                  <a:pt x="403" y="8"/>
                  <a:pt x="405" y="8"/>
                </a:cubicBezTo>
                <a:cubicBezTo>
                  <a:pt x="408" y="9"/>
                  <a:pt x="410" y="10"/>
                  <a:pt x="413" y="11"/>
                </a:cubicBezTo>
                <a:cubicBezTo>
                  <a:pt x="415" y="11"/>
                  <a:pt x="415" y="11"/>
                  <a:pt x="415" y="11"/>
                </a:cubicBezTo>
                <a:cubicBezTo>
                  <a:pt x="415" y="11"/>
                  <a:pt x="415" y="11"/>
                  <a:pt x="415" y="11"/>
                </a:cubicBezTo>
                <a:cubicBezTo>
                  <a:pt x="415" y="11"/>
                  <a:pt x="415" y="11"/>
                  <a:pt x="415" y="11"/>
                </a:cubicBezTo>
                <a:cubicBezTo>
                  <a:pt x="416" y="11"/>
                  <a:pt x="416" y="11"/>
                  <a:pt x="416" y="12"/>
                </a:cubicBezTo>
                <a:cubicBezTo>
                  <a:pt x="417" y="12"/>
                  <a:pt x="419" y="13"/>
                  <a:pt x="420" y="12"/>
                </a:cubicBezTo>
                <a:cubicBezTo>
                  <a:pt x="420" y="12"/>
                  <a:pt x="420" y="12"/>
                  <a:pt x="420" y="12"/>
                </a:cubicBezTo>
                <a:cubicBezTo>
                  <a:pt x="421" y="12"/>
                  <a:pt x="421" y="12"/>
                  <a:pt x="421" y="12"/>
                </a:cubicBezTo>
                <a:cubicBezTo>
                  <a:pt x="421" y="13"/>
                  <a:pt x="422" y="13"/>
                  <a:pt x="423" y="13"/>
                </a:cubicBezTo>
                <a:cubicBezTo>
                  <a:pt x="423" y="13"/>
                  <a:pt x="423" y="13"/>
                  <a:pt x="423" y="13"/>
                </a:cubicBezTo>
                <a:cubicBezTo>
                  <a:pt x="424" y="13"/>
                  <a:pt x="424" y="14"/>
                  <a:pt x="424" y="14"/>
                </a:cubicBezTo>
                <a:cubicBezTo>
                  <a:pt x="425" y="14"/>
                  <a:pt x="425" y="14"/>
                  <a:pt x="425" y="14"/>
                </a:cubicBezTo>
                <a:cubicBezTo>
                  <a:pt x="426" y="14"/>
                  <a:pt x="426" y="14"/>
                  <a:pt x="426" y="15"/>
                </a:cubicBezTo>
                <a:cubicBezTo>
                  <a:pt x="426" y="15"/>
                  <a:pt x="426" y="15"/>
                  <a:pt x="426" y="15"/>
                </a:cubicBezTo>
                <a:cubicBezTo>
                  <a:pt x="426" y="15"/>
                  <a:pt x="427" y="16"/>
                  <a:pt x="428" y="16"/>
                </a:cubicBezTo>
                <a:cubicBezTo>
                  <a:pt x="428" y="17"/>
                  <a:pt x="429" y="17"/>
                  <a:pt x="429" y="17"/>
                </a:cubicBezTo>
                <a:cubicBezTo>
                  <a:pt x="430" y="17"/>
                  <a:pt x="430" y="19"/>
                  <a:pt x="431" y="19"/>
                </a:cubicBezTo>
                <a:cubicBezTo>
                  <a:pt x="430" y="20"/>
                  <a:pt x="431" y="20"/>
                  <a:pt x="431" y="20"/>
                </a:cubicBezTo>
                <a:cubicBezTo>
                  <a:pt x="431" y="20"/>
                  <a:pt x="431" y="21"/>
                  <a:pt x="431" y="21"/>
                </a:cubicBezTo>
                <a:cubicBezTo>
                  <a:pt x="431" y="21"/>
                  <a:pt x="431" y="22"/>
                  <a:pt x="431" y="22"/>
                </a:cubicBezTo>
                <a:cubicBezTo>
                  <a:pt x="431" y="22"/>
                  <a:pt x="431" y="23"/>
                  <a:pt x="431" y="23"/>
                </a:cubicBezTo>
                <a:cubicBezTo>
                  <a:pt x="431" y="23"/>
                  <a:pt x="432" y="24"/>
                  <a:pt x="432" y="24"/>
                </a:cubicBezTo>
                <a:cubicBezTo>
                  <a:pt x="432" y="25"/>
                  <a:pt x="431" y="25"/>
                  <a:pt x="431" y="26"/>
                </a:cubicBezTo>
                <a:cubicBezTo>
                  <a:pt x="431" y="27"/>
                  <a:pt x="430" y="28"/>
                  <a:pt x="430" y="29"/>
                </a:cubicBezTo>
                <a:cubicBezTo>
                  <a:pt x="430" y="29"/>
                  <a:pt x="430" y="29"/>
                  <a:pt x="430" y="29"/>
                </a:cubicBezTo>
                <a:cubicBezTo>
                  <a:pt x="429" y="29"/>
                  <a:pt x="429" y="30"/>
                  <a:pt x="428" y="30"/>
                </a:cubicBezTo>
                <a:cubicBezTo>
                  <a:pt x="428" y="30"/>
                  <a:pt x="428" y="30"/>
                  <a:pt x="428" y="31"/>
                </a:cubicBezTo>
                <a:cubicBezTo>
                  <a:pt x="427" y="31"/>
                  <a:pt x="427" y="31"/>
                  <a:pt x="427" y="31"/>
                </a:cubicBezTo>
                <a:cubicBezTo>
                  <a:pt x="426" y="31"/>
                  <a:pt x="424" y="32"/>
                  <a:pt x="423" y="32"/>
                </a:cubicBezTo>
                <a:cubicBezTo>
                  <a:pt x="423" y="32"/>
                  <a:pt x="423" y="32"/>
                  <a:pt x="423" y="32"/>
                </a:cubicBezTo>
                <a:cubicBezTo>
                  <a:pt x="422" y="32"/>
                  <a:pt x="422" y="32"/>
                  <a:pt x="421" y="32"/>
                </a:cubicBezTo>
                <a:cubicBezTo>
                  <a:pt x="421" y="33"/>
                  <a:pt x="420" y="32"/>
                  <a:pt x="420" y="32"/>
                </a:cubicBezTo>
                <a:cubicBezTo>
                  <a:pt x="420" y="32"/>
                  <a:pt x="419" y="32"/>
                  <a:pt x="419" y="32"/>
                </a:cubicBezTo>
                <a:cubicBezTo>
                  <a:pt x="419" y="32"/>
                  <a:pt x="418" y="32"/>
                  <a:pt x="418" y="32"/>
                </a:cubicBezTo>
                <a:cubicBezTo>
                  <a:pt x="417" y="32"/>
                  <a:pt x="417" y="31"/>
                  <a:pt x="416" y="31"/>
                </a:cubicBezTo>
                <a:cubicBezTo>
                  <a:pt x="416" y="31"/>
                  <a:pt x="416" y="31"/>
                  <a:pt x="416" y="31"/>
                </a:cubicBezTo>
                <a:cubicBezTo>
                  <a:pt x="415" y="31"/>
                  <a:pt x="415" y="30"/>
                  <a:pt x="415" y="30"/>
                </a:cubicBezTo>
                <a:cubicBezTo>
                  <a:pt x="415" y="30"/>
                  <a:pt x="415" y="30"/>
                  <a:pt x="414" y="30"/>
                </a:cubicBezTo>
                <a:cubicBezTo>
                  <a:pt x="414" y="29"/>
                  <a:pt x="415" y="29"/>
                  <a:pt x="414" y="29"/>
                </a:cubicBezTo>
                <a:cubicBezTo>
                  <a:pt x="414" y="28"/>
                  <a:pt x="413" y="30"/>
                  <a:pt x="413" y="29"/>
                </a:cubicBezTo>
                <a:cubicBezTo>
                  <a:pt x="413" y="28"/>
                  <a:pt x="412" y="28"/>
                  <a:pt x="411" y="27"/>
                </a:cubicBezTo>
                <a:cubicBezTo>
                  <a:pt x="410" y="27"/>
                  <a:pt x="410" y="27"/>
                  <a:pt x="410" y="27"/>
                </a:cubicBezTo>
                <a:cubicBezTo>
                  <a:pt x="410" y="27"/>
                  <a:pt x="410" y="27"/>
                  <a:pt x="410" y="27"/>
                </a:cubicBezTo>
                <a:cubicBezTo>
                  <a:pt x="410" y="27"/>
                  <a:pt x="410" y="27"/>
                  <a:pt x="410" y="27"/>
                </a:cubicBezTo>
                <a:cubicBezTo>
                  <a:pt x="408" y="26"/>
                  <a:pt x="408" y="26"/>
                  <a:pt x="408" y="26"/>
                </a:cubicBezTo>
                <a:cubicBezTo>
                  <a:pt x="407" y="26"/>
                  <a:pt x="407" y="26"/>
                  <a:pt x="407" y="26"/>
                </a:cubicBezTo>
                <a:cubicBezTo>
                  <a:pt x="399" y="23"/>
                  <a:pt x="390" y="21"/>
                  <a:pt x="383" y="20"/>
                </a:cubicBezTo>
                <a:cubicBezTo>
                  <a:pt x="376" y="19"/>
                  <a:pt x="370" y="18"/>
                  <a:pt x="363" y="17"/>
                </a:cubicBezTo>
                <a:cubicBezTo>
                  <a:pt x="342" y="15"/>
                  <a:pt x="321" y="16"/>
                  <a:pt x="300" y="17"/>
                </a:cubicBezTo>
                <a:cubicBezTo>
                  <a:pt x="288" y="18"/>
                  <a:pt x="273" y="20"/>
                  <a:pt x="262" y="22"/>
                </a:cubicBezTo>
                <a:cubicBezTo>
                  <a:pt x="249" y="24"/>
                  <a:pt x="236" y="27"/>
                  <a:pt x="224" y="30"/>
                </a:cubicBezTo>
                <a:cubicBezTo>
                  <a:pt x="217" y="32"/>
                  <a:pt x="210" y="34"/>
                  <a:pt x="203" y="36"/>
                </a:cubicBezTo>
                <a:cubicBezTo>
                  <a:pt x="196" y="38"/>
                  <a:pt x="196" y="38"/>
                  <a:pt x="196" y="38"/>
                </a:cubicBezTo>
                <a:cubicBezTo>
                  <a:pt x="190" y="41"/>
                  <a:pt x="183" y="43"/>
                  <a:pt x="176" y="46"/>
                </a:cubicBezTo>
                <a:cubicBezTo>
                  <a:pt x="170" y="49"/>
                  <a:pt x="164" y="51"/>
                  <a:pt x="157" y="54"/>
                </a:cubicBezTo>
                <a:cubicBezTo>
                  <a:pt x="148" y="58"/>
                  <a:pt x="138" y="64"/>
                  <a:pt x="127" y="70"/>
                </a:cubicBezTo>
                <a:cubicBezTo>
                  <a:pt x="117" y="77"/>
                  <a:pt x="106" y="84"/>
                  <a:pt x="96" y="92"/>
                </a:cubicBezTo>
                <a:cubicBezTo>
                  <a:pt x="93" y="94"/>
                  <a:pt x="93" y="94"/>
                  <a:pt x="93" y="94"/>
                </a:cubicBezTo>
                <a:cubicBezTo>
                  <a:pt x="80" y="104"/>
                  <a:pt x="69" y="115"/>
                  <a:pt x="59" y="125"/>
                </a:cubicBezTo>
                <a:cubicBezTo>
                  <a:pt x="47" y="138"/>
                  <a:pt x="34" y="155"/>
                  <a:pt x="26" y="171"/>
                </a:cubicBezTo>
                <a:cubicBezTo>
                  <a:pt x="19" y="186"/>
                  <a:pt x="14" y="201"/>
                  <a:pt x="14" y="217"/>
                </a:cubicBezTo>
                <a:cubicBezTo>
                  <a:pt x="15" y="222"/>
                  <a:pt x="15" y="229"/>
                  <a:pt x="17" y="234"/>
                </a:cubicBezTo>
                <a:cubicBezTo>
                  <a:pt x="19" y="239"/>
                  <a:pt x="22" y="244"/>
                  <a:pt x="26" y="249"/>
                </a:cubicBezTo>
                <a:cubicBezTo>
                  <a:pt x="28" y="252"/>
                  <a:pt x="31" y="255"/>
                  <a:pt x="35" y="258"/>
                </a:cubicBezTo>
                <a:cubicBezTo>
                  <a:pt x="40" y="261"/>
                  <a:pt x="45" y="264"/>
                  <a:pt x="51" y="267"/>
                </a:cubicBezTo>
                <a:cubicBezTo>
                  <a:pt x="61" y="272"/>
                  <a:pt x="72" y="276"/>
                  <a:pt x="84" y="279"/>
                </a:cubicBezTo>
                <a:cubicBezTo>
                  <a:pt x="95" y="282"/>
                  <a:pt x="106" y="284"/>
                  <a:pt x="117" y="285"/>
                </a:cubicBezTo>
                <a:cubicBezTo>
                  <a:pt x="121" y="286"/>
                  <a:pt x="125" y="286"/>
                  <a:pt x="129" y="287"/>
                </a:cubicBezTo>
                <a:cubicBezTo>
                  <a:pt x="131" y="287"/>
                  <a:pt x="134" y="287"/>
                  <a:pt x="137" y="287"/>
                </a:cubicBezTo>
                <a:cubicBezTo>
                  <a:pt x="150" y="289"/>
                  <a:pt x="168" y="290"/>
                  <a:pt x="184" y="291"/>
                </a:cubicBezTo>
                <a:cubicBezTo>
                  <a:pt x="206" y="291"/>
                  <a:pt x="227" y="291"/>
                  <a:pt x="251" y="289"/>
                </a:cubicBezTo>
                <a:cubicBezTo>
                  <a:pt x="268" y="287"/>
                  <a:pt x="287" y="285"/>
                  <a:pt x="306" y="281"/>
                </a:cubicBezTo>
                <a:cubicBezTo>
                  <a:pt x="331" y="276"/>
                  <a:pt x="357" y="268"/>
                  <a:pt x="381" y="259"/>
                </a:cubicBezTo>
                <a:cubicBezTo>
                  <a:pt x="395" y="254"/>
                  <a:pt x="407" y="248"/>
                  <a:pt x="419" y="241"/>
                </a:cubicBezTo>
                <a:cubicBezTo>
                  <a:pt x="430" y="233"/>
                  <a:pt x="440" y="224"/>
                  <a:pt x="449" y="215"/>
                </a:cubicBezTo>
                <a:cubicBezTo>
                  <a:pt x="450" y="214"/>
                  <a:pt x="451" y="213"/>
                  <a:pt x="453" y="211"/>
                </a:cubicBezTo>
                <a:cubicBezTo>
                  <a:pt x="455" y="209"/>
                  <a:pt x="454" y="210"/>
                  <a:pt x="456" y="207"/>
                </a:cubicBezTo>
                <a:cubicBezTo>
                  <a:pt x="458" y="205"/>
                  <a:pt x="457" y="207"/>
                  <a:pt x="458" y="205"/>
                </a:cubicBezTo>
                <a:cubicBezTo>
                  <a:pt x="464" y="198"/>
                  <a:pt x="464" y="198"/>
                  <a:pt x="464" y="198"/>
                </a:cubicBezTo>
                <a:cubicBezTo>
                  <a:pt x="465" y="197"/>
                  <a:pt x="466" y="196"/>
                  <a:pt x="467" y="195"/>
                </a:cubicBezTo>
                <a:cubicBezTo>
                  <a:pt x="467" y="194"/>
                  <a:pt x="468" y="193"/>
                  <a:pt x="469" y="192"/>
                </a:cubicBezTo>
                <a:cubicBezTo>
                  <a:pt x="472" y="187"/>
                  <a:pt x="475" y="182"/>
                  <a:pt x="477" y="177"/>
                </a:cubicBezTo>
                <a:cubicBezTo>
                  <a:pt x="482" y="167"/>
                  <a:pt x="486" y="156"/>
                  <a:pt x="487" y="146"/>
                </a:cubicBezTo>
                <a:cubicBezTo>
                  <a:pt x="487" y="143"/>
                  <a:pt x="487" y="146"/>
                  <a:pt x="488" y="144"/>
                </a:cubicBezTo>
                <a:cubicBezTo>
                  <a:pt x="488" y="142"/>
                  <a:pt x="488" y="141"/>
                  <a:pt x="487" y="139"/>
                </a:cubicBezTo>
                <a:cubicBezTo>
                  <a:pt x="487" y="137"/>
                  <a:pt x="487" y="136"/>
                  <a:pt x="487" y="134"/>
                </a:cubicBezTo>
                <a:cubicBezTo>
                  <a:pt x="487" y="130"/>
                  <a:pt x="486" y="126"/>
                  <a:pt x="485" y="123"/>
                </a:cubicBezTo>
                <a:cubicBezTo>
                  <a:pt x="483" y="115"/>
                  <a:pt x="480" y="108"/>
                  <a:pt x="475" y="103"/>
                </a:cubicBezTo>
                <a:cubicBezTo>
                  <a:pt x="472" y="98"/>
                  <a:pt x="467" y="94"/>
                  <a:pt x="462" y="91"/>
                </a:cubicBezTo>
                <a:cubicBezTo>
                  <a:pt x="460" y="90"/>
                  <a:pt x="461" y="90"/>
                  <a:pt x="460" y="90"/>
                </a:cubicBezTo>
                <a:cubicBezTo>
                  <a:pt x="458" y="89"/>
                  <a:pt x="459" y="89"/>
                  <a:pt x="458" y="88"/>
                </a:cubicBezTo>
                <a:cubicBezTo>
                  <a:pt x="456" y="87"/>
                  <a:pt x="456" y="87"/>
                  <a:pt x="456" y="87"/>
                </a:cubicBezTo>
                <a:cubicBezTo>
                  <a:pt x="453" y="86"/>
                  <a:pt x="453" y="86"/>
                  <a:pt x="453" y="86"/>
                </a:cubicBezTo>
                <a:cubicBezTo>
                  <a:pt x="439" y="78"/>
                  <a:pt x="424" y="72"/>
                  <a:pt x="409" y="67"/>
                </a:cubicBezTo>
                <a:cubicBezTo>
                  <a:pt x="406" y="66"/>
                  <a:pt x="406" y="66"/>
                  <a:pt x="402" y="64"/>
                </a:cubicBezTo>
                <a:cubicBezTo>
                  <a:pt x="398" y="63"/>
                  <a:pt x="399" y="63"/>
                  <a:pt x="396" y="63"/>
                </a:cubicBezTo>
                <a:cubicBezTo>
                  <a:pt x="395" y="63"/>
                  <a:pt x="392" y="61"/>
                  <a:pt x="391" y="61"/>
                </a:cubicBezTo>
                <a:cubicBezTo>
                  <a:pt x="390" y="61"/>
                  <a:pt x="391" y="61"/>
                  <a:pt x="391" y="61"/>
                </a:cubicBezTo>
                <a:cubicBezTo>
                  <a:pt x="388" y="60"/>
                  <a:pt x="378" y="58"/>
                  <a:pt x="373" y="57"/>
                </a:cubicBezTo>
                <a:cubicBezTo>
                  <a:pt x="366" y="56"/>
                  <a:pt x="358" y="54"/>
                  <a:pt x="350" y="53"/>
                </a:cubicBezTo>
                <a:cubicBezTo>
                  <a:pt x="358" y="54"/>
                  <a:pt x="365" y="55"/>
                  <a:pt x="367" y="55"/>
                </a:cubicBezTo>
                <a:cubicBezTo>
                  <a:pt x="359" y="53"/>
                  <a:pt x="344" y="52"/>
                  <a:pt x="336" y="51"/>
                </a:cubicBezTo>
                <a:cubicBezTo>
                  <a:pt x="318" y="50"/>
                  <a:pt x="294" y="52"/>
                  <a:pt x="273" y="56"/>
                </a:cubicBezTo>
                <a:cubicBezTo>
                  <a:pt x="272" y="56"/>
                  <a:pt x="271" y="56"/>
                  <a:pt x="271" y="56"/>
                </a:cubicBezTo>
                <a:cubicBezTo>
                  <a:pt x="265" y="57"/>
                  <a:pt x="265" y="57"/>
                  <a:pt x="265" y="57"/>
                </a:cubicBezTo>
                <a:cubicBezTo>
                  <a:pt x="264" y="58"/>
                  <a:pt x="264" y="58"/>
                  <a:pt x="264" y="58"/>
                </a:cubicBezTo>
                <a:cubicBezTo>
                  <a:pt x="264" y="58"/>
                  <a:pt x="263" y="58"/>
                  <a:pt x="262" y="58"/>
                </a:cubicBezTo>
                <a:cubicBezTo>
                  <a:pt x="264" y="58"/>
                  <a:pt x="264" y="58"/>
                  <a:pt x="264" y="58"/>
                </a:cubicBezTo>
                <a:cubicBezTo>
                  <a:pt x="265" y="57"/>
                  <a:pt x="265" y="57"/>
                  <a:pt x="265" y="57"/>
                </a:cubicBezTo>
                <a:cubicBezTo>
                  <a:pt x="266" y="57"/>
                  <a:pt x="266" y="57"/>
                  <a:pt x="266" y="57"/>
                </a:cubicBezTo>
                <a:cubicBezTo>
                  <a:pt x="266" y="57"/>
                  <a:pt x="266" y="57"/>
                  <a:pt x="266" y="57"/>
                </a:cubicBezTo>
                <a:cubicBezTo>
                  <a:pt x="267" y="57"/>
                  <a:pt x="267" y="57"/>
                  <a:pt x="267" y="57"/>
                </a:cubicBezTo>
                <a:cubicBezTo>
                  <a:pt x="288" y="53"/>
                  <a:pt x="309" y="50"/>
                  <a:pt x="330" y="51"/>
                </a:cubicBezTo>
                <a:cubicBezTo>
                  <a:pt x="335" y="51"/>
                  <a:pt x="343" y="51"/>
                  <a:pt x="352" y="52"/>
                </a:cubicBezTo>
                <a:cubicBezTo>
                  <a:pt x="362" y="53"/>
                  <a:pt x="371" y="55"/>
                  <a:pt x="378" y="57"/>
                </a:cubicBezTo>
                <a:cubicBezTo>
                  <a:pt x="387" y="58"/>
                  <a:pt x="391" y="59"/>
                  <a:pt x="387" y="58"/>
                </a:cubicBezTo>
                <a:cubicBezTo>
                  <a:pt x="376" y="55"/>
                  <a:pt x="367" y="53"/>
                  <a:pt x="356" y="52"/>
                </a:cubicBezTo>
                <a:cubicBezTo>
                  <a:pt x="354" y="51"/>
                  <a:pt x="352" y="51"/>
                  <a:pt x="355" y="51"/>
                </a:cubicBezTo>
                <a:cubicBezTo>
                  <a:pt x="377" y="53"/>
                  <a:pt x="401" y="60"/>
                  <a:pt x="418" y="66"/>
                </a:cubicBezTo>
                <a:cubicBezTo>
                  <a:pt x="428" y="70"/>
                  <a:pt x="428" y="70"/>
                  <a:pt x="428" y="70"/>
                </a:cubicBezTo>
                <a:cubicBezTo>
                  <a:pt x="430" y="70"/>
                  <a:pt x="431" y="71"/>
                  <a:pt x="432" y="71"/>
                </a:cubicBezTo>
                <a:cubicBezTo>
                  <a:pt x="432" y="71"/>
                  <a:pt x="430" y="70"/>
                  <a:pt x="430" y="70"/>
                </a:cubicBezTo>
                <a:cubicBezTo>
                  <a:pt x="411" y="62"/>
                  <a:pt x="395" y="56"/>
                  <a:pt x="374" y="52"/>
                </a:cubicBezTo>
                <a:cubicBezTo>
                  <a:pt x="371" y="51"/>
                  <a:pt x="368" y="51"/>
                  <a:pt x="365" y="50"/>
                </a:cubicBezTo>
                <a:cubicBezTo>
                  <a:pt x="358" y="49"/>
                  <a:pt x="347" y="48"/>
                  <a:pt x="338" y="47"/>
                </a:cubicBezTo>
                <a:cubicBezTo>
                  <a:pt x="336" y="47"/>
                  <a:pt x="337" y="47"/>
                  <a:pt x="336" y="47"/>
                </a:cubicBezTo>
                <a:cubicBezTo>
                  <a:pt x="315" y="46"/>
                  <a:pt x="296" y="48"/>
                  <a:pt x="277" y="51"/>
                </a:cubicBezTo>
                <a:cubicBezTo>
                  <a:pt x="293" y="48"/>
                  <a:pt x="310" y="47"/>
                  <a:pt x="325" y="47"/>
                </a:cubicBezTo>
                <a:cubicBezTo>
                  <a:pt x="327" y="47"/>
                  <a:pt x="328" y="46"/>
                  <a:pt x="330" y="46"/>
                </a:cubicBezTo>
                <a:cubicBezTo>
                  <a:pt x="343" y="47"/>
                  <a:pt x="363" y="49"/>
                  <a:pt x="379" y="52"/>
                </a:cubicBezTo>
                <a:cubicBezTo>
                  <a:pt x="381" y="52"/>
                  <a:pt x="382" y="52"/>
                  <a:pt x="375" y="51"/>
                </a:cubicBezTo>
                <a:cubicBezTo>
                  <a:pt x="377" y="51"/>
                  <a:pt x="378" y="51"/>
                  <a:pt x="381" y="52"/>
                </a:cubicBezTo>
                <a:cubicBezTo>
                  <a:pt x="381" y="52"/>
                  <a:pt x="380" y="52"/>
                  <a:pt x="379" y="52"/>
                </a:cubicBezTo>
                <a:cubicBezTo>
                  <a:pt x="388" y="53"/>
                  <a:pt x="389" y="54"/>
                  <a:pt x="398" y="56"/>
                </a:cubicBezTo>
                <a:cubicBezTo>
                  <a:pt x="399" y="56"/>
                  <a:pt x="400" y="56"/>
                  <a:pt x="399" y="56"/>
                </a:cubicBezTo>
                <a:cubicBezTo>
                  <a:pt x="392" y="54"/>
                  <a:pt x="385" y="52"/>
                  <a:pt x="379" y="51"/>
                </a:cubicBezTo>
                <a:cubicBezTo>
                  <a:pt x="375" y="50"/>
                  <a:pt x="372" y="50"/>
                  <a:pt x="369" y="49"/>
                </a:cubicBezTo>
                <a:cubicBezTo>
                  <a:pt x="367" y="49"/>
                  <a:pt x="367" y="49"/>
                  <a:pt x="365" y="48"/>
                </a:cubicBezTo>
                <a:cubicBezTo>
                  <a:pt x="363" y="48"/>
                  <a:pt x="360" y="48"/>
                  <a:pt x="358" y="48"/>
                </a:cubicBezTo>
                <a:cubicBezTo>
                  <a:pt x="353" y="47"/>
                  <a:pt x="353" y="47"/>
                  <a:pt x="353" y="47"/>
                </a:cubicBezTo>
                <a:cubicBezTo>
                  <a:pt x="345" y="46"/>
                  <a:pt x="336" y="46"/>
                  <a:pt x="327" y="45"/>
                </a:cubicBezTo>
                <a:cubicBezTo>
                  <a:pt x="321" y="45"/>
                  <a:pt x="314" y="45"/>
                  <a:pt x="307" y="46"/>
                </a:cubicBezTo>
                <a:cubicBezTo>
                  <a:pt x="310" y="45"/>
                  <a:pt x="315" y="45"/>
                  <a:pt x="320" y="45"/>
                </a:cubicBezTo>
                <a:cubicBezTo>
                  <a:pt x="337" y="45"/>
                  <a:pt x="357" y="46"/>
                  <a:pt x="371" y="49"/>
                </a:cubicBezTo>
                <a:cubicBezTo>
                  <a:pt x="372" y="49"/>
                  <a:pt x="369" y="48"/>
                  <a:pt x="368" y="48"/>
                </a:cubicBezTo>
                <a:cubicBezTo>
                  <a:pt x="363" y="47"/>
                  <a:pt x="360" y="47"/>
                  <a:pt x="356" y="46"/>
                </a:cubicBezTo>
                <a:cubicBezTo>
                  <a:pt x="354" y="46"/>
                  <a:pt x="357" y="46"/>
                  <a:pt x="355" y="46"/>
                </a:cubicBezTo>
                <a:cubicBezTo>
                  <a:pt x="345" y="45"/>
                  <a:pt x="335" y="45"/>
                  <a:pt x="323" y="45"/>
                </a:cubicBezTo>
                <a:cubicBezTo>
                  <a:pt x="322" y="44"/>
                  <a:pt x="319" y="44"/>
                  <a:pt x="321" y="44"/>
                </a:cubicBezTo>
                <a:cubicBezTo>
                  <a:pt x="319" y="44"/>
                  <a:pt x="319" y="44"/>
                  <a:pt x="317" y="44"/>
                </a:cubicBezTo>
                <a:cubicBezTo>
                  <a:pt x="314" y="44"/>
                  <a:pt x="318" y="44"/>
                  <a:pt x="317" y="44"/>
                </a:cubicBezTo>
                <a:cubicBezTo>
                  <a:pt x="314" y="44"/>
                  <a:pt x="310" y="45"/>
                  <a:pt x="308" y="45"/>
                </a:cubicBezTo>
                <a:cubicBezTo>
                  <a:pt x="294" y="46"/>
                  <a:pt x="282" y="47"/>
                  <a:pt x="266" y="50"/>
                </a:cubicBezTo>
                <a:cubicBezTo>
                  <a:pt x="276" y="48"/>
                  <a:pt x="290" y="46"/>
                  <a:pt x="305" y="45"/>
                </a:cubicBezTo>
                <a:cubicBezTo>
                  <a:pt x="308" y="44"/>
                  <a:pt x="304" y="45"/>
                  <a:pt x="307" y="44"/>
                </a:cubicBezTo>
                <a:cubicBezTo>
                  <a:pt x="311" y="44"/>
                  <a:pt x="314" y="44"/>
                  <a:pt x="318" y="44"/>
                </a:cubicBezTo>
                <a:cubicBezTo>
                  <a:pt x="328" y="44"/>
                  <a:pt x="328" y="44"/>
                  <a:pt x="328" y="44"/>
                </a:cubicBezTo>
                <a:cubicBezTo>
                  <a:pt x="333" y="44"/>
                  <a:pt x="338" y="44"/>
                  <a:pt x="343" y="44"/>
                </a:cubicBezTo>
                <a:cubicBezTo>
                  <a:pt x="348" y="45"/>
                  <a:pt x="351" y="45"/>
                  <a:pt x="356" y="45"/>
                </a:cubicBezTo>
                <a:cubicBezTo>
                  <a:pt x="358" y="46"/>
                  <a:pt x="358" y="45"/>
                  <a:pt x="361" y="46"/>
                </a:cubicBezTo>
                <a:cubicBezTo>
                  <a:pt x="362" y="46"/>
                  <a:pt x="357" y="45"/>
                  <a:pt x="360" y="45"/>
                </a:cubicBezTo>
                <a:cubicBezTo>
                  <a:pt x="363" y="46"/>
                  <a:pt x="360" y="45"/>
                  <a:pt x="362" y="46"/>
                </a:cubicBezTo>
                <a:cubicBezTo>
                  <a:pt x="365" y="46"/>
                  <a:pt x="366" y="46"/>
                  <a:pt x="368" y="46"/>
                </a:cubicBezTo>
                <a:cubicBezTo>
                  <a:pt x="375" y="48"/>
                  <a:pt x="382" y="49"/>
                  <a:pt x="389" y="51"/>
                </a:cubicBezTo>
                <a:cubicBezTo>
                  <a:pt x="391" y="51"/>
                  <a:pt x="386" y="50"/>
                  <a:pt x="388" y="50"/>
                </a:cubicBezTo>
                <a:cubicBezTo>
                  <a:pt x="391" y="51"/>
                  <a:pt x="401" y="54"/>
                  <a:pt x="403" y="54"/>
                </a:cubicBezTo>
                <a:cubicBezTo>
                  <a:pt x="411" y="57"/>
                  <a:pt x="415" y="58"/>
                  <a:pt x="424" y="61"/>
                </a:cubicBezTo>
                <a:cubicBezTo>
                  <a:pt x="427" y="63"/>
                  <a:pt x="424" y="61"/>
                  <a:pt x="426" y="62"/>
                </a:cubicBezTo>
                <a:cubicBezTo>
                  <a:pt x="431" y="64"/>
                  <a:pt x="434" y="65"/>
                  <a:pt x="440" y="68"/>
                </a:cubicBezTo>
                <a:cubicBezTo>
                  <a:pt x="444" y="69"/>
                  <a:pt x="450" y="72"/>
                  <a:pt x="455" y="75"/>
                </a:cubicBezTo>
                <a:cubicBezTo>
                  <a:pt x="455" y="74"/>
                  <a:pt x="452" y="73"/>
                  <a:pt x="449" y="71"/>
                </a:cubicBezTo>
                <a:cubicBezTo>
                  <a:pt x="451" y="72"/>
                  <a:pt x="456" y="75"/>
                  <a:pt x="458" y="76"/>
                </a:cubicBezTo>
                <a:cubicBezTo>
                  <a:pt x="466" y="80"/>
                  <a:pt x="473" y="84"/>
                  <a:pt x="480" y="91"/>
                </a:cubicBezTo>
                <a:cubicBezTo>
                  <a:pt x="486" y="97"/>
                  <a:pt x="492" y="105"/>
                  <a:pt x="495" y="116"/>
                </a:cubicBezTo>
                <a:cubicBezTo>
                  <a:pt x="496" y="119"/>
                  <a:pt x="497" y="120"/>
                  <a:pt x="498" y="123"/>
                </a:cubicBezTo>
                <a:cubicBezTo>
                  <a:pt x="498" y="124"/>
                  <a:pt x="498" y="124"/>
                  <a:pt x="498" y="123"/>
                </a:cubicBezTo>
                <a:cubicBezTo>
                  <a:pt x="498" y="126"/>
                  <a:pt x="499" y="130"/>
                  <a:pt x="499" y="134"/>
                </a:cubicBezTo>
                <a:cubicBezTo>
                  <a:pt x="500" y="136"/>
                  <a:pt x="500" y="139"/>
                  <a:pt x="500" y="141"/>
                </a:cubicBezTo>
                <a:cubicBezTo>
                  <a:pt x="500" y="143"/>
                  <a:pt x="500" y="146"/>
                  <a:pt x="500" y="148"/>
                </a:cubicBezTo>
                <a:close/>
                <a:moveTo>
                  <a:pt x="385" y="50"/>
                </a:moveTo>
                <a:cubicBezTo>
                  <a:pt x="380" y="49"/>
                  <a:pt x="378" y="49"/>
                  <a:pt x="371" y="47"/>
                </a:cubicBezTo>
                <a:cubicBezTo>
                  <a:pt x="369" y="47"/>
                  <a:pt x="367" y="47"/>
                  <a:pt x="364" y="46"/>
                </a:cubicBezTo>
                <a:cubicBezTo>
                  <a:pt x="363" y="47"/>
                  <a:pt x="354" y="45"/>
                  <a:pt x="354" y="46"/>
                </a:cubicBezTo>
                <a:cubicBezTo>
                  <a:pt x="359" y="46"/>
                  <a:pt x="362" y="47"/>
                  <a:pt x="365" y="47"/>
                </a:cubicBezTo>
                <a:cubicBezTo>
                  <a:pt x="367" y="47"/>
                  <a:pt x="364" y="47"/>
                  <a:pt x="366" y="47"/>
                </a:cubicBezTo>
                <a:cubicBezTo>
                  <a:pt x="370" y="48"/>
                  <a:pt x="380" y="49"/>
                  <a:pt x="386" y="51"/>
                </a:cubicBezTo>
                <a:cubicBezTo>
                  <a:pt x="386" y="51"/>
                  <a:pt x="384" y="50"/>
                  <a:pt x="385" y="50"/>
                </a:cubicBezTo>
                <a:close/>
                <a:moveTo>
                  <a:pt x="387" y="51"/>
                </a:moveTo>
                <a:cubicBezTo>
                  <a:pt x="387" y="51"/>
                  <a:pt x="388" y="51"/>
                  <a:pt x="388" y="51"/>
                </a:cubicBezTo>
                <a:cubicBezTo>
                  <a:pt x="392" y="52"/>
                  <a:pt x="389" y="51"/>
                  <a:pt x="387" y="51"/>
                </a:cubicBezTo>
                <a:close/>
                <a:moveTo>
                  <a:pt x="391" y="61"/>
                </a:moveTo>
                <a:cubicBezTo>
                  <a:pt x="391" y="61"/>
                  <a:pt x="391" y="61"/>
                  <a:pt x="391" y="61"/>
                </a:cubicBezTo>
                <a:cubicBezTo>
                  <a:pt x="391" y="61"/>
                  <a:pt x="391" y="61"/>
                  <a:pt x="391" y="61"/>
                </a:cubicBez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" name="Oval 18"/>
          <p:cNvSpPr>
            <a:spLocks noChangeAspect="1"/>
          </p:cNvSpPr>
          <p:nvPr/>
        </p:nvSpPr>
        <p:spPr>
          <a:xfrm>
            <a:off x="2347239" y="4107638"/>
            <a:ext cx="1511999" cy="1511999"/>
          </a:xfrm>
          <a:prstGeom prst="ellipse">
            <a:avLst/>
          </a:prstGeom>
          <a:solidFill>
            <a:srgbClr val="FF0000">
              <a:alpha val="46000"/>
            </a:srgbClr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>
            <a:spLocks noChangeAspect="1"/>
          </p:cNvSpPr>
          <p:nvPr/>
        </p:nvSpPr>
        <p:spPr>
          <a:xfrm>
            <a:off x="2963765" y="4756060"/>
            <a:ext cx="273190" cy="27319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>
            <a:spLocks noChangeAspect="1"/>
          </p:cNvSpPr>
          <p:nvPr/>
        </p:nvSpPr>
        <p:spPr>
          <a:xfrm>
            <a:off x="532103" y="4107638"/>
            <a:ext cx="1547999" cy="1547999"/>
          </a:xfrm>
          <a:prstGeom prst="ellipse">
            <a:avLst/>
          </a:prstGeom>
          <a:solidFill>
            <a:srgbClr val="FF0000"/>
          </a:solidFill>
          <a:effectLst>
            <a:innerShdw blurRad="482600" dist="444500" dir="2700000">
              <a:prstClr val="black">
                <a:alpha val="74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>
            <a:spLocks noChangeAspect="1"/>
          </p:cNvSpPr>
          <p:nvPr/>
        </p:nvSpPr>
        <p:spPr>
          <a:xfrm>
            <a:off x="1178687" y="4756060"/>
            <a:ext cx="273190" cy="27319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21"/>
          <p:cNvSpPr>
            <a:spLocks noChangeAspect="1"/>
          </p:cNvSpPr>
          <p:nvPr/>
        </p:nvSpPr>
        <p:spPr bwMode="auto">
          <a:xfrm>
            <a:off x="1419315" y="4402707"/>
            <a:ext cx="1511887" cy="413665"/>
          </a:xfrm>
          <a:custGeom>
            <a:avLst/>
            <a:gdLst>
              <a:gd name="T0" fmla="*/ 912 w 917"/>
              <a:gd name="T1" fmla="*/ 163 h 215"/>
              <a:gd name="T2" fmla="*/ 860 w 917"/>
              <a:gd name="T3" fmla="*/ 32 h 215"/>
              <a:gd name="T4" fmla="*/ 827 w 917"/>
              <a:gd name="T5" fmla="*/ 3 h 215"/>
              <a:gd name="T6" fmla="*/ 805 w 917"/>
              <a:gd name="T7" fmla="*/ 15 h 215"/>
              <a:gd name="T8" fmla="*/ 836 w 917"/>
              <a:gd name="T9" fmla="*/ 109 h 215"/>
              <a:gd name="T10" fmla="*/ 828 w 917"/>
              <a:gd name="T11" fmla="*/ 104 h 215"/>
              <a:gd name="T12" fmla="*/ 678 w 917"/>
              <a:gd name="T13" fmla="*/ 54 h 215"/>
              <a:gd name="T14" fmla="*/ 448 w 917"/>
              <a:gd name="T15" fmla="*/ 14 h 215"/>
              <a:gd name="T16" fmla="*/ 207 w 917"/>
              <a:gd name="T17" fmla="*/ 13 h 215"/>
              <a:gd name="T18" fmla="*/ 22 w 917"/>
              <a:gd name="T19" fmla="*/ 80 h 215"/>
              <a:gd name="T20" fmla="*/ 19 w 917"/>
              <a:gd name="T21" fmla="*/ 82 h 215"/>
              <a:gd name="T22" fmla="*/ 66 w 917"/>
              <a:gd name="T23" fmla="*/ 123 h 215"/>
              <a:gd name="T24" fmla="*/ 240 w 917"/>
              <a:gd name="T25" fmla="*/ 58 h 215"/>
              <a:gd name="T26" fmla="*/ 468 w 917"/>
              <a:gd name="T27" fmla="*/ 57 h 215"/>
              <a:gd name="T28" fmla="*/ 685 w 917"/>
              <a:gd name="T29" fmla="*/ 94 h 215"/>
              <a:gd name="T30" fmla="*/ 770 w 917"/>
              <a:gd name="T31" fmla="*/ 118 h 215"/>
              <a:gd name="T32" fmla="*/ 825 w 917"/>
              <a:gd name="T33" fmla="*/ 139 h 215"/>
              <a:gd name="T34" fmla="*/ 838 w 917"/>
              <a:gd name="T35" fmla="*/ 143 h 215"/>
              <a:gd name="T36" fmla="*/ 743 w 917"/>
              <a:gd name="T37" fmla="*/ 169 h 215"/>
              <a:gd name="T38" fmla="*/ 751 w 917"/>
              <a:gd name="T39" fmla="*/ 198 h 215"/>
              <a:gd name="T40" fmla="*/ 790 w 917"/>
              <a:gd name="T41" fmla="*/ 210 h 215"/>
              <a:gd name="T42" fmla="*/ 905 w 917"/>
              <a:gd name="T43" fmla="*/ 182 h 215"/>
              <a:gd name="T44" fmla="*/ 912 w 917"/>
              <a:gd name="T45" fmla="*/ 163 h 2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917" h="215">
                <a:moveTo>
                  <a:pt x="912" y="163"/>
                </a:moveTo>
                <a:cubicBezTo>
                  <a:pt x="887" y="123"/>
                  <a:pt x="870" y="78"/>
                  <a:pt x="860" y="32"/>
                </a:cubicBezTo>
                <a:cubicBezTo>
                  <a:pt x="857" y="18"/>
                  <a:pt x="840" y="7"/>
                  <a:pt x="827" y="3"/>
                </a:cubicBezTo>
                <a:cubicBezTo>
                  <a:pt x="817" y="0"/>
                  <a:pt x="802" y="1"/>
                  <a:pt x="805" y="15"/>
                </a:cubicBezTo>
                <a:cubicBezTo>
                  <a:pt x="812" y="47"/>
                  <a:pt x="823" y="79"/>
                  <a:pt x="836" y="109"/>
                </a:cubicBezTo>
                <a:cubicBezTo>
                  <a:pt x="833" y="107"/>
                  <a:pt x="831" y="105"/>
                  <a:pt x="828" y="104"/>
                </a:cubicBezTo>
                <a:cubicBezTo>
                  <a:pt x="781" y="80"/>
                  <a:pt x="729" y="66"/>
                  <a:pt x="678" y="54"/>
                </a:cubicBezTo>
                <a:cubicBezTo>
                  <a:pt x="602" y="35"/>
                  <a:pt x="526" y="22"/>
                  <a:pt x="448" y="14"/>
                </a:cubicBezTo>
                <a:cubicBezTo>
                  <a:pt x="369" y="5"/>
                  <a:pt x="287" y="3"/>
                  <a:pt x="207" y="13"/>
                </a:cubicBezTo>
                <a:cubicBezTo>
                  <a:pt x="143" y="21"/>
                  <a:pt x="74" y="38"/>
                  <a:pt x="22" y="80"/>
                </a:cubicBezTo>
                <a:cubicBezTo>
                  <a:pt x="21" y="80"/>
                  <a:pt x="20" y="81"/>
                  <a:pt x="19" y="82"/>
                </a:cubicBezTo>
                <a:cubicBezTo>
                  <a:pt x="0" y="98"/>
                  <a:pt x="50" y="137"/>
                  <a:pt x="66" y="123"/>
                </a:cubicBezTo>
                <a:cubicBezTo>
                  <a:pt x="114" y="82"/>
                  <a:pt x="178" y="66"/>
                  <a:pt x="240" y="58"/>
                </a:cubicBezTo>
                <a:cubicBezTo>
                  <a:pt x="315" y="47"/>
                  <a:pt x="392" y="50"/>
                  <a:pt x="468" y="57"/>
                </a:cubicBezTo>
                <a:cubicBezTo>
                  <a:pt x="541" y="64"/>
                  <a:pt x="614" y="77"/>
                  <a:pt x="685" y="94"/>
                </a:cubicBezTo>
                <a:cubicBezTo>
                  <a:pt x="714" y="101"/>
                  <a:pt x="742" y="109"/>
                  <a:pt x="770" y="118"/>
                </a:cubicBezTo>
                <a:cubicBezTo>
                  <a:pt x="795" y="126"/>
                  <a:pt x="806" y="129"/>
                  <a:pt x="825" y="139"/>
                </a:cubicBezTo>
                <a:cubicBezTo>
                  <a:pt x="828" y="140"/>
                  <a:pt x="833" y="142"/>
                  <a:pt x="838" y="143"/>
                </a:cubicBezTo>
                <a:cubicBezTo>
                  <a:pt x="806" y="150"/>
                  <a:pt x="774" y="159"/>
                  <a:pt x="743" y="169"/>
                </a:cubicBezTo>
                <a:cubicBezTo>
                  <a:pt x="730" y="173"/>
                  <a:pt x="746" y="194"/>
                  <a:pt x="751" y="198"/>
                </a:cubicBezTo>
                <a:cubicBezTo>
                  <a:pt x="761" y="207"/>
                  <a:pt x="776" y="215"/>
                  <a:pt x="790" y="210"/>
                </a:cubicBezTo>
                <a:cubicBezTo>
                  <a:pt x="827" y="198"/>
                  <a:pt x="866" y="189"/>
                  <a:pt x="905" y="182"/>
                </a:cubicBezTo>
                <a:cubicBezTo>
                  <a:pt x="915" y="180"/>
                  <a:pt x="917" y="171"/>
                  <a:pt x="912" y="163"/>
                </a:cubicBez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353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2" grpId="0" animBg="1"/>
      <p:bldP spid="17" grpId="0" animBg="1"/>
      <p:bldP spid="17" grpId="1" animBg="1"/>
      <p:bldP spid="19" grpId="0" animBg="1"/>
      <p:bldP spid="20" grpId="0" animBg="1"/>
      <p:bldP spid="9" grpId="0" animBg="1"/>
      <p:bldP spid="21" grpId="0" animBg="1"/>
      <p:bldP spid="2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8" y="531788"/>
            <a:ext cx="229537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6000" b="1" baseline="30000" dirty="0" smtClean="0">
                <a:latin typeface="Candara"/>
                <a:cs typeface="Candara"/>
              </a:rPr>
              <a:t>Examples</a:t>
            </a:r>
            <a:endParaRPr lang="it-IT" sz="6000" dirty="0">
              <a:latin typeface="Candara"/>
              <a:cs typeface="Candara"/>
            </a:endParaRPr>
          </a:p>
        </p:txBody>
      </p:sp>
      <p:cxnSp>
        <p:nvCxnSpPr>
          <p:cNvPr id="5" name="Connettore 1 4"/>
          <p:cNvCxnSpPr/>
          <p:nvPr/>
        </p:nvCxnSpPr>
        <p:spPr>
          <a:xfrm>
            <a:off x="259298" y="1239674"/>
            <a:ext cx="8563860" cy="0"/>
          </a:xfrm>
          <a:prstGeom prst="line">
            <a:avLst/>
          </a:prstGeom>
          <a:ln w="1905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Immagine 1" descr="hands_bw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91" y="4077126"/>
            <a:ext cx="7242237" cy="2726834"/>
          </a:xfrm>
          <a:prstGeom prst="rect">
            <a:avLst/>
          </a:prstGeom>
        </p:spPr>
      </p:pic>
      <p:pic>
        <p:nvPicPr>
          <p:cNvPr id="7" name="Immagine 6" descr="hands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91" y="1276466"/>
            <a:ext cx="7242237" cy="280066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3121190" y="3955535"/>
            <a:ext cx="5188466" cy="2036963"/>
            <a:chOff x="3121190" y="3955535"/>
            <a:chExt cx="5188466" cy="2036963"/>
          </a:xfrm>
        </p:grpSpPr>
        <p:sp>
          <p:nvSpPr>
            <p:cNvPr id="8" name="Freeform 501"/>
            <p:cNvSpPr>
              <a:spLocks noEditPoints="1"/>
            </p:cNvSpPr>
            <p:nvPr/>
          </p:nvSpPr>
          <p:spPr bwMode="auto">
            <a:xfrm>
              <a:off x="3121190" y="3955535"/>
              <a:ext cx="1634907" cy="1475473"/>
            </a:xfrm>
            <a:custGeom>
              <a:avLst/>
              <a:gdLst>
                <a:gd name="T0" fmla="*/ 450 w 500"/>
                <a:gd name="T1" fmla="*/ 71 h 305"/>
                <a:gd name="T2" fmla="*/ 422 w 500"/>
                <a:gd name="T3" fmla="*/ 60 h 305"/>
                <a:gd name="T4" fmla="*/ 366 w 500"/>
                <a:gd name="T5" fmla="*/ 54 h 305"/>
                <a:gd name="T6" fmla="*/ 299 w 500"/>
                <a:gd name="T7" fmla="*/ 46 h 305"/>
                <a:gd name="T8" fmla="*/ 265 w 500"/>
                <a:gd name="T9" fmla="*/ 53 h 305"/>
                <a:gd name="T10" fmla="*/ 264 w 500"/>
                <a:gd name="T11" fmla="*/ 53 h 305"/>
                <a:gd name="T12" fmla="*/ 265 w 500"/>
                <a:gd name="T13" fmla="*/ 51 h 305"/>
                <a:gd name="T14" fmla="*/ 265 w 500"/>
                <a:gd name="T15" fmla="*/ 51 h 305"/>
                <a:gd name="T16" fmla="*/ 264 w 500"/>
                <a:gd name="T17" fmla="*/ 51 h 305"/>
                <a:gd name="T18" fmla="*/ 265 w 500"/>
                <a:gd name="T19" fmla="*/ 58 h 305"/>
                <a:gd name="T20" fmla="*/ 263 w 500"/>
                <a:gd name="T21" fmla="*/ 51 h 305"/>
                <a:gd name="T22" fmla="*/ 262 w 500"/>
                <a:gd name="T23" fmla="*/ 53 h 305"/>
                <a:gd name="T24" fmla="*/ 262 w 500"/>
                <a:gd name="T25" fmla="*/ 56 h 305"/>
                <a:gd name="T26" fmla="*/ 262 w 500"/>
                <a:gd name="T27" fmla="*/ 58 h 305"/>
                <a:gd name="T28" fmla="*/ 339 w 500"/>
                <a:gd name="T29" fmla="*/ 54 h 305"/>
                <a:gd name="T30" fmla="*/ 264 w 500"/>
                <a:gd name="T31" fmla="*/ 56 h 305"/>
                <a:gd name="T32" fmla="*/ 263 w 500"/>
                <a:gd name="T33" fmla="*/ 56 h 305"/>
                <a:gd name="T34" fmla="*/ 260 w 500"/>
                <a:gd name="T35" fmla="*/ 52 h 305"/>
                <a:gd name="T36" fmla="*/ 263 w 500"/>
                <a:gd name="T37" fmla="*/ 52 h 305"/>
                <a:gd name="T38" fmla="*/ 494 w 500"/>
                <a:gd name="T39" fmla="*/ 169 h 305"/>
                <a:gd name="T40" fmla="*/ 465 w 500"/>
                <a:gd name="T41" fmla="*/ 217 h 305"/>
                <a:gd name="T42" fmla="*/ 167 w 500"/>
                <a:gd name="T43" fmla="*/ 304 h 305"/>
                <a:gd name="T44" fmla="*/ 2 w 500"/>
                <a:gd name="T45" fmla="*/ 232 h 305"/>
                <a:gd name="T46" fmla="*/ 61 w 500"/>
                <a:gd name="T47" fmla="*/ 102 h 305"/>
                <a:gd name="T48" fmla="*/ 180 w 500"/>
                <a:gd name="T49" fmla="*/ 28 h 305"/>
                <a:gd name="T50" fmla="*/ 304 w 500"/>
                <a:gd name="T51" fmla="*/ 1 h 305"/>
                <a:gd name="T52" fmla="*/ 398 w 500"/>
                <a:gd name="T53" fmla="*/ 6 h 305"/>
                <a:gd name="T54" fmla="*/ 416 w 500"/>
                <a:gd name="T55" fmla="*/ 12 h 305"/>
                <a:gd name="T56" fmla="*/ 424 w 500"/>
                <a:gd name="T57" fmla="*/ 14 h 305"/>
                <a:gd name="T58" fmla="*/ 431 w 500"/>
                <a:gd name="T59" fmla="*/ 19 h 305"/>
                <a:gd name="T60" fmla="*/ 431 w 500"/>
                <a:gd name="T61" fmla="*/ 26 h 305"/>
                <a:gd name="T62" fmla="*/ 423 w 500"/>
                <a:gd name="T63" fmla="*/ 32 h 305"/>
                <a:gd name="T64" fmla="*/ 416 w 500"/>
                <a:gd name="T65" fmla="*/ 31 h 305"/>
                <a:gd name="T66" fmla="*/ 411 w 500"/>
                <a:gd name="T67" fmla="*/ 27 h 305"/>
                <a:gd name="T68" fmla="*/ 383 w 500"/>
                <a:gd name="T69" fmla="*/ 20 h 305"/>
                <a:gd name="T70" fmla="*/ 196 w 500"/>
                <a:gd name="T71" fmla="*/ 38 h 305"/>
                <a:gd name="T72" fmla="*/ 59 w 500"/>
                <a:gd name="T73" fmla="*/ 125 h 305"/>
                <a:gd name="T74" fmla="*/ 51 w 500"/>
                <a:gd name="T75" fmla="*/ 267 h 305"/>
                <a:gd name="T76" fmla="*/ 251 w 500"/>
                <a:gd name="T77" fmla="*/ 289 h 305"/>
                <a:gd name="T78" fmla="*/ 456 w 500"/>
                <a:gd name="T79" fmla="*/ 207 h 305"/>
                <a:gd name="T80" fmla="*/ 487 w 500"/>
                <a:gd name="T81" fmla="*/ 146 h 305"/>
                <a:gd name="T82" fmla="*/ 462 w 500"/>
                <a:gd name="T83" fmla="*/ 91 h 305"/>
                <a:gd name="T84" fmla="*/ 402 w 500"/>
                <a:gd name="T85" fmla="*/ 64 h 305"/>
                <a:gd name="T86" fmla="*/ 367 w 500"/>
                <a:gd name="T87" fmla="*/ 55 h 305"/>
                <a:gd name="T88" fmla="*/ 262 w 500"/>
                <a:gd name="T89" fmla="*/ 58 h 305"/>
                <a:gd name="T90" fmla="*/ 330 w 500"/>
                <a:gd name="T91" fmla="*/ 51 h 305"/>
                <a:gd name="T92" fmla="*/ 418 w 500"/>
                <a:gd name="T93" fmla="*/ 66 h 305"/>
                <a:gd name="T94" fmla="*/ 338 w 500"/>
                <a:gd name="T95" fmla="*/ 47 h 305"/>
                <a:gd name="T96" fmla="*/ 375 w 500"/>
                <a:gd name="T97" fmla="*/ 51 h 305"/>
                <a:gd name="T98" fmla="*/ 369 w 500"/>
                <a:gd name="T99" fmla="*/ 49 h 305"/>
                <a:gd name="T100" fmla="*/ 320 w 500"/>
                <a:gd name="T101" fmla="*/ 45 h 305"/>
                <a:gd name="T102" fmla="*/ 321 w 500"/>
                <a:gd name="T103" fmla="*/ 44 h 305"/>
                <a:gd name="T104" fmla="*/ 307 w 500"/>
                <a:gd name="T105" fmla="*/ 44 h 305"/>
                <a:gd name="T106" fmla="*/ 360 w 500"/>
                <a:gd name="T107" fmla="*/ 45 h 305"/>
                <a:gd name="T108" fmla="*/ 424 w 500"/>
                <a:gd name="T109" fmla="*/ 61 h 305"/>
                <a:gd name="T110" fmla="*/ 480 w 500"/>
                <a:gd name="T111" fmla="*/ 91 h 305"/>
                <a:gd name="T112" fmla="*/ 500 w 500"/>
                <a:gd name="T113" fmla="*/ 148 h 305"/>
                <a:gd name="T114" fmla="*/ 366 w 500"/>
                <a:gd name="T115" fmla="*/ 47 h 305"/>
                <a:gd name="T116" fmla="*/ 391 w 500"/>
                <a:gd name="T117" fmla="*/ 61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00" h="305">
                  <a:moveTo>
                    <a:pt x="484" y="124"/>
                  </a:moveTo>
                  <a:cubicBezTo>
                    <a:pt x="485" y="125"/>
                    <a:pt x="485" y="127"/>
                    <a:pt x="485" y="128"/>
                  </a:cubicBezTo>
                  <a:lnTo>
                    <a:pt x="484" y="124"/>
                  </a:lnTo>
                  <a:close/>
                  <a:moveTo>
                    <a:pt x="450" y="71"/>
                  </a:moveTo>
                  <a:cubicBezTo>
                    <a:pt x="449" y="70"/>
                    <a:pt x="448" y="69"/>
                    <a:pt x="445" y="68"/>
                  </a:cubicBezTo>
                  <a:cubicBezTo>
                    <a:pt x="445" y="68"/>
                    <a:pt x="449" y="70"/>
                    <a:pt x="450" y="71"/>
                  </a:cubicBezTo>
                  <a:close/>
                  <a:moveTo>
                    <a:pt x="438" y="65"/>
                  </a:moveTo>
                  <a:cubicBezTo>
                    <a:pt x="440" y="66"/>
                    <a:pt x="443" y="67"/>
                    <a:pt x="443" y="67"/>
                  </a:cubicBezTo>
                  <a:cubicBezTo>
                    <a:pt x="442" y="67"/>
                    <a:pt x="438" y="65"/>
                    <a:pt x="438" y="65"/>
                  </a:cubicBezTo>
                  <a:close/>
                  <a:moveTo>
                    <a:pt x="422" y="60"/>
                  </a:moveTo>
                  <a:cubicBezTo>
                    <a:pt x="420" y="60"/>
                    <a:pt x="417" y="58"/>
                    <a:pt x="417" y="58"/>
                  </a:cubicBezTo>
                  <a:cubicBezTo>
                    <a:pt x="418" y="59"/>
                    <a:pt x="421" y="60"/>
                    <a:pt x="422" y="60"/>
                  </a:cubicBezTo>
                  <a:close/>
                  <a:moveTo>
                    <a:pt x="413" y="55"/>
                  </a:moveTo>
                  <a:cubicBezTo>
                    <a:pt x="410" y="54"/>
                    <a:pt x="405" y="52"/>
                    <a:pt x="404" y="52"/>
                  </a:cubicBezTo>
                  <a:cubicBezTo>
                    <a:pt x="408" y="53"/>
                    <a:pt x="411" y="54"/>
                    <a:pt x="413" y="55"/>
                  </a:cubicBezTo>
                  <a:close/>
                  <a:moveTo>
                    <a:pt x="366" y="54"/>
                  </a:moveTo>
                  <a:cubicBezTo>
                    <a:pt x="370" y="55"/>
                    <a:pt x="379" y="56"/>
                    <a:pt x="384" y="57"/>
                  </a:cubicBezTo>
                  <a:cubicBezTo>
                    <a:pt x="379" y="56"/>
                    <a:pt x="372" y="55"/>
                    <a:pt x="366" y="54"/>
                  </a:cubicBezTo>
                  <a:close/>
                  <a:moveTo>
                    <a:pt x="366" y="49"/>
                  </a:moveTo>
                  <a:cubicBezTo>
                    <a:pt x="361" y="48"/>
                    <a:pt x="361" y="48"/>
                    <a:pt x="361" y="48"/>
                  </a:cubicBezTo>
                  <a:cubicBezTo>
                    <a:pt x="359" y="48"/>
                    <a:pt x="347" y="47"/>
                    <a:pt x="348" y="47"/>
                  </a:cubicBezTo>
                  <a:cubicBezTo>
                    <a:pt x="356" y="47"/>
                    <a:pt x="366" y="49"/>
                    <a:pt x="372" y="50"/>
                  </a:cubicBezTo>
                  <a:cubicBezTo>
                    <a:pt x="370" y="50"/>
                    <a:pt x="368" y="50"/>
                    <a:pt x="366" y="49"/>
                  </a:cubicBezTo>
                  <a:close/>
                  <a:moveTo>
                    <a:pt x="299" y="46"/>
                  </a:moveTo>
                  <a:cubicBezTo>
                    <a:pt x="296" y="46"/>
                    <a:pt x="296" y="46"/>
                    <a:pt x="296" y="46"/>
                  </a:cubicBezTo>
                  <a:cubicBezTo>
                    <a:pt x="296" y="47"/>
                    <a:pt x="296" y="47"/>
                    <a:pt x="297" y="47"/>
                  </a:cubicBezTo>
                  <a:cubicBezTo>
                    <a:pt x="299" y="46"/>
                    <a:pt x="299" y="46"/>
                    <a:pt x="299" y="46"/>
                  </a:cubicBezTo>
                  <a:close/>
                  <a:moveTo>
                    <a:pt x="264" y="53"/>
                  </a:moveTo>
                  <a:cubicBezTo>
                    <a:pt x="264" y="53"/>
                    <a:pt x="264" y="53"/>
                    <a:pt x="264" y="53"/>
                  </a:cubicBezTo>
                  <a:cubicBezTo>
                    <a:pt x="264" y="53"/>
                    <a:pt x="265" y="53"/>
                    <a:pt x="265" y="53"/>
                  </a:cubicBezTo>
                  <a:cubicBezTo>
                    <a:pt x="265" y="53"/>
                    <a:pt x="265" y="53"/>
                    <a:pt x="265" y="53"/>
                  </a:cubicBezTo>
                  <a:cubicBezTo>
                    <a:pt x="269" y="52"/>
                    <a:pt x="269" y="52"/>
                    <a:pt x="269" y="52"/>
                  </a:cubicBezTo>
                  <a:lnTo>
                    <a:pt x="264" y="53"/>
                  </a:lnTo>
                  <a:close/>
                  <a:moveTo>
                    <a:pt x="264" y="53"/>
                  </a:moveTo>
                  <a:cubicBezTo>
                    <a:pt x="264" y="53"/>
                    <a:pt x="264" y="53"/>
                    <a:pt x="264" y="53"/>
                  </a:cubicBezTo>
                  <a:cubicBezTo>
                    <a:pt x="264" y="53"/>
                    <a:pt x="264" y="53"/>
                    <a:pt x="264" y="53"/>
                  </a:cubicBezTo>
                  <a:cubicBezTo>
                    <a:pt x="263" y="53"/>
                    <a:pt x="264" y="53"/>
                    <a:pt x="264" y="53"/>
                  </a:cubicBezTo>
                  <a:close/>
                  <a:moveTo>
                    <a:pt x="264" y="53"/>
                  </a:moveTo>
                  <a:cubicBezTo>
                    <a:pt x="264" y="53"/>
                    <a:pt x="264" y="53"/>
                    <a:pt x="264" y="53"/>
                  </a:cubicBezTo>
                  <a:cubicBezTo>
                    <a:pt x="264" y="53"/>
                    <a:pt x="264" y="53"/>
                    <a:pt x="264" y="53"/>
                  </a:cubicBezTo>
                  <a:cubicBezTo>
                    <a:pt x="264" y="53"/>
                    <a:pt x="264" y="53"/>
                    <a:pt x="264" y="53"/>
                  </a:cubicBezTo>
                  <a:close/>
                  <a:moveTo>
                    <a:pt x="265" y="51"/>
                  </a:moveTo>
                  <a:cubicBezTo>
                    <a:pt x="264" y="51"/>
                    <a:pt x="264" y="51"/>
                    <a:pt x="264" y="51"/>
                  </a:cubicBezTo>
                  <a:cubicBezTo>
                    <a:pt x="264" y="51"/>
                    <a:pt x="264" y="51"/>
                    <a:pt x="264" y="51"/>
                  </a:cubicBezTo>
                  <a:cubicBezTo>
                    <a:pt x="264" y="51"/>
                    <a:pt x="264" y="51"/>
                    <a:pt x="265" y="51"/>
                  </a:cubicBezTo>
                  <a:cubicBezTo>
                    <a:pt x="265" y="51"/>
                    <a:pt x="265" y="51"/>
                    <a:pt x="265" y="51"/>
                  </a:cubicBezTo>
                  <a:cubicBezTo>
                    <a:pt x="265" y="51"/>
                    <a:pt x="265" y="51"/>
                    <a:pt x="265" y="50"/>
                  </a:cubicBezTo>
                  <a:cubicBezTo>
                    <a:pt x="265" y="51"/>
                    <a:pt x="265" y="51"/>
                    <a:pt x="265" y="51"/>
                  </a:cubicBezTo>
                  <a:close/>
                  <a:moveTo>
                    <a:pt x="265" y="57"/>
                  </a:moveTo>
                  <a:cubicBezTo>
                    <a:pt x="265" y="57"/>
                    <a:pt x="265" y="57"/>
                    <a:pt x="265" y="57"/>
                  </a:cubicBezTo>
                  <a:cubicBezTo>
                    <a:pt x="265" y="57"/>
                    <a:pt x="265" y="57"/>
                    <a:pt x="265" y="57"/>
                  </a:cubicBezTo>
                  <a:close/>
                  <a:moveTo>
                    <a:pt x="264" y="51"/>
                  </a:moveTo>
                  <a:cubicBezTo>
                    <a:pt x="264" y="51"/>
                    <a:pt x="264" y="52"/>
                    <a:pt x="264" y="52"/>
                  </a:cubicBezTo>
                  <a:cubicBezTo>
                    <a:pt x="264" y="52"/>
                    <a:pt x="264" y="52"/>
                    <a:pt x="264" y="51"/>
                  </a:cubicBezTo>
                  <a:close/>
                  <a:moveTo>
                    <a:pt x="264" y="51"/>
                  </a:moveTo>
                  <a:cubicBezTo>
                    <a:pt x="264" y="51"/>
                    <a:pt x="264" y="51"/>
                    <a:pt x="264" y="51"/>
                  </a:cubicBezTo>
                  <a:cubicBezTo>
                    <a:pt x="264" y="51"/>
                    <a:pt x="264" y="51"/>
                    <a:pt x="264" y="51"/>
                  </a:cubicBezTo>
                  <a:close/>
                  <a:moveTo>
                    <a:pt x="265" y="58"/>
                  </a:moveTo>
                  <a:cubicBezTo>
                    <a:pt x="265" y="58"/>
                    <a:pt x="265" y="58"/>
                    <a:pt x="265" y="58"/>
                  </a:cubicBezTo>
                  <a:cubicBezTo>
                    <a:pt x="265" y="58"/>
                    <a:pt x="265" y="58"/>
                    <a:pt x="265" y="58"/>
                  </a:cubicBezTo>
                  <a:close/>
                  <a:moveTo>
                    <a:pt x="265" y="57"/>
                  </a:moveTo>
                  <a:cubicBezTo>
                    <a:pt x="264" y="57"/>
                    <a:pt x="264" y="57"/>
                    <a:pt x="264" y="57"/>
                  </a:cubicBezTo>
                  <a:cubicBezTo>
                    <a:pt x="264" y="57"/>
                    <a:pt x="265" y="57"/>
                    <a:pt x="265" y="57"/>
                  </a:cubicBezTo>
                  <a:close/>
                  <a:moveTo>
                    <a:pt x="263" y="51"/>
                  </a:moveTo>
                  <a:cubicBezTo>
                    <a:pt x="263" y="51"/>
                    <a:pt x="263" y="51"/>
                    <a:pt x="263" y="51"/>
                  </a:cubicBezTo>
                  <a:cubicBezTo>
                    <a:pt x="263" y="51"/>
                    <a:pt x="263" y="51"/>
                    <a:pt x="263" y="51"/>
                  </a:cubicBezTo>
                  <a:close/>
                  <a:moveTo>
                    <a:pt x="263" y="54"/>
                  </a:moveTo>
                  <a:cubicBezTo>
                    <a:pt x="263" y="54"/>
                    <a:pt x="263" y="53"/>
                    <a:pt x="263" y="53"/>
                  </a:cubicBezTo>
                  <a:cubicBezTo>
                    <a:pt x="263" y="53"/>
                    <a:pt x="263" y="53"/>
                    <a:pt x="263" y="54"/>
                  </a:cubicBezTo>
                  <a:close/>
                  <a:moveTo>
                    <a:pt x="262" y="53"/>
                  </a:moveTo>
                  <a:cubicBezTo>
                    <a:pt x="263" y="53"/>
                    <a:pt x="263" y="53"/>
                    <a:pt x="263" y="53"/>
                  </a:cubicBezTo>
                  <a:cubicBezTo>
                    <a:pt x="263" y="53"/>
                    <a:pt x="262" y="53"/>
                    <a:pt x="262" y="53"/>
                  </a:cubicBezTo>
                  <a:close/>
                  <a:moveTo>
                    <a:pt x="262" y="53"/>
                  </a:moveTo>
                  <a:cubicBezTo>
                    <a:pt x="262" y="52"/>
                    <a:pt x="262" y="53"/>
                    <a:pt x="262" y="53"/>
                  </a:cubicBezTo>
                  <a:cubicBezTo>
                    <a:pt x="262" y="53"/>
                    <a:pt x="262" y="52"/>
                    <a:pt x="262" y="52"/>
                  </a:cubicBezTo>
                  <a:cubicBezTo>
                    <a:pt x="262" y="53"/>
                    <a:pt x="262" y="53"/>
                    <a:pt x="262" y="53"/>
                  </a:cubicBezTo>
                  <a:close/>
                  <a:moveTo>
                    <a:pt x="262" y="56"/>
                  </a:moveTo>
                  <a:cubicBezTo>
                    <a:pt x="263" y="56"/>
                    <a:pt x="262" y="56"/>
                    <a:pt x="262" y="56"/>
                  </a:cubicBezTo>
                  <a:close/>
                  <a:moveTo>
                    <a:pt x="261" y="58"/>
                  </a:moveTo>
                  <a:cubicBezTo>
                    <a:pt x="262" y="58"/>
                    <a:pt x="262" y="58"/>
                    <a:pt x="262" y="58"/>
                  </a:cubicBezTo>
                  <a:cubicBezTo>
                    <a:pt x="262" y="58"/>
                    <a:pt x="261" y="58"/>
                    <a:pt x="261" y="58"/>
                  </a:cubicBezTo>
                  <a:close/>
                  <a:moveTo>
                    <a:pt x="262" y="58"/>
                  </a:moveTo>
                  <a:cubicBezTo>
                    <a:pt x="262" y="58"/>
                    <a:pt x="262" y="58"/>
                    <a:pt x="262" y="58"/>
                  </a:cubicBezTo>
                  <a:cubicBezTo>
                    <a:pt x="262" y="59"/>
                    <a:pt x="262" y="59"/>
                    <a:pt x="262" y="58"/>
                  </a:cubicBezTo>
                  <a:close/>
                  <a:moveTo>
                    <a:pt x="262" y="61"/>
                  </a:moveTo>
                  <a:cubicBezTo>
                    <a:pt x="262" y="61"/>
                    <a:pt x="262" y="61"/>
                    <a:pt x="262" y="61"/>
                  </a:cubicBezTo>
                  <a:cubicBezTo>
                    <a:pt x="262" y="61"/>
                    <a:pt x="262" y="61"/>
                    <a:pt x="262" y="61"/>
                  </a:cubicBezTo>
                  <a:close/>
                  <a:moveTo>
                    <a:pt x="261" y="61"/>
                  </a:moveTo>
                  <a:cubicBezTo>
                    <a:pt x="260" y="61"/>
                    <a:pt x="260" y="61"/>
                    <a:pt x="261" y="61"/>
                  </a:cubicBezTo>
                  <a:close/>
                  <a:moveTo>
                    <a:pt x="339" y="54"/>
                  </a:moveTo>
                  <a:cubicBezTo>
                    <a:pt x="334" y="54"/>
                    <a:pt x="330" y="54"/>
                    <a:pt x="326" y="54"/>
                  </a:cubicBezTo>
                  <a:cubicBezTo>
                    <a:pt x="329" y="54"/>
                    <a:pt x="333" y="54"/>
                    <a:pt x="336" y="54"/>
                  </a:cubicBezTo>
                  <a:cubicBezTo>
                    <a:pt x="336" y="54"/>
                    <a:pt x="338" y="54"/>
                    <a:pt x="339" y="54"/>
                  </a:cubicBezTo>
                  <a:close/>
                  <a:moveTo>
                    <a:pt x="263" y="56"/>
                  </a:moveTo>
                  <a:cubicBezTo>
                    <a:pt x="264" y="56"/>
                    <a:pt x="264" y="56"/>
                    <a:pt x="264" y="56"/>
                  </a:cubicBezTo>
                  <a:cubicBezTo>
                    <a:pt x="264" y="56"/>
                    <a:pt x="264" y="56"/>
                    <a:pt x="264" y="56"/>
                  </a:cubicBezTo>
                  <a:cubicBezTo>
                    <a:pt x="264" y="56"/>
                    <a:pt x="265" y="56"/>
                    <a:pt x="265" y="56"/>
                  </a:cubicBezTo>
                  <a:cubicBezTo>
                    <a:pt x="265" y="56"/>
                    <a:pt x="265" y="56"/>
                    <a:pt x="265" y="56"/>
                  </a:cubicBezTo>
                  <a:cubicBezTo>
                    <a:pt x="265" y="56"/>
                    <a:pt x="265" y="56"/>
                    <a:pt x="265" y="56"/>
                  </a:cubicBezTo>
                  <a:cubicBezTo>
                    <a:pt x="265" y="56"/>
                    <a:pt x="265" y="56"/>
                    <a:pt x="265" y="56"/>
                  </a:cubicBezTo>
                  <a:cubicBezTo>
                    <a:pt x="265" y="56"/>
                    <a:pt x="265" y="56"/>
                    <a:pt x="265" y="55"/>
                  </a:cubicBezTo>
                  <a:cubicBezTo>
                    <a:pt x="265" y="56"/>
                    <a:pt x="264" y="56"/>
                    <a:pt x="263" y="56"/>
                  </a:cubicBezTo>
                  <a:close/>
                  <a:moveTo>
                    <a:pt x="264" y="52"/>
                  </a:moveTo>
                  <a:cubicBezTo>
                    <a:pt x="264" y="52"/>
                    <a:pt x="264" y="52"/>
                    <a:pt x="264" y="52"/>
                  </a:cubicBezTo>
                  <a:cubicBezTo>
                    <a:pt x="264" y="52"/>
                    <a:pt x="263" y="52"/>
                    <a:pt x="263" y="52"/>
                  </a:cubicBezTo>
                  <a:cubicBezTo>
                    <a:pt x="263" y="52"/>
                    <a:pt x="264" y="52"/>
                    <a:pt x="264" y="52"/>
                  </a:cubicBezTo>
                  <a:close/>
                  <a:moveTo>
                    <a:pt x="261" y="53"/>
                  </a:moveTo>
                  <a:cubicBezTo>
                    <a:pt x="261" y="52"/>
                    <a:pt x="261" y="52"/>
                    <a:pt x="260" y="52"/>
                  </a:cubicBezTo>
                  <a:cubicBezTo>
                    <a:pt x="260" y="53"/>
                    <a:pt x="259" y="53"/>
                    <a:pt x="259" y="53"/>
                  </a:cubicBezTo>
                  <a:cubicBezTo>
                    <a:pt x="259" y="53"/>
                    <a:pt x="260" y="53"/>
                    <a:pt x="260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1" y="53"/>
                    <a:pt x="261" y="53"/>
                    <a:pt x="262" y="52"/>
                  </a:cubicBezTo>
                  <a:cubicBezTo>
                    <a:pt x="262" y="52"/>
                    <a:pt x="262" y="52"/>
                    <a:pt x="262" y="52"/>
                  </a:cubicBezTo>
                  <a:cubicBezTo>
                    <a:pt x="262" y="52"/>
                    <a:pt x="263" y="52"/>
                    <a:pt x="263" y="52"/>
                  </a:cubicBezTo>
                  <a:cubicBezTo>
                    <a:pt x="262" y="52"/>
                    <a:pt x="262" y="52"/>
                    <a:pt x="261" y="53"/>
                  </a:cubicBezTo>
                  <a:close/>
                  <a:moveTo>
                    <a:pt x="262" y="59"/>
                  </a:moveTo>
                  <a:cubicBezTo>
                    <a:pt x="262" y="59"/>
                    <a:pt x="262" y="59"/>
                    <a:pt x="262" y="59"/>
                  </a:cubicBezTo>
                  <a:cubicBezTo>
                    <a:pt x="262" y="59"/>
                    <a:pt x="262" y="59"/>
                    <a:pt x="262" y="59"/>
                  </a:cubicBezTo>
                  <a:close/>
                  <a:moveTo>
                    <a:pt x="500" y="148"/>
                  </a:moveTo>
                  <a:cubicBezTo>
                    <a:pt x="498" y="158"/>
                    <a:pt x="496" y="166"/>
                    <a:pt x="494" y="169"/>
                  </a:cubicBezTo>
                  <a:cubicBezTo>
                    <a:pt x="493" y="172"/>
                    <a:pt x="495" y="168"/>
                    <a:pt x="494" y="170"/>
                  </a:cubicBezTo>
                  <a:cubicBezTo>
                    <a:pt x="493" y="174"/>
                    <a:pt x="490" y="181"/>
                    <a:pt x="488" y="184"/>
                  </a:cubicBezTo>
                  <a:cubicBezTo>
                    <a:pt x="486" y="189"/>
                    <a:pt x="483" y="194"/>
                    <a:pt x="480" y="199"/>
                  </a:cubicBezTo>
                  <a:cubicBezTo>
                    <a:pt x="478" y="202"/>
                    <a:pt x="477" y="204"/>
                    <a:pt x="475" y="206"/>
                  </a:cubicBezTo>
                  <a:cubicBezTo>
                    <a:pt x="470" y="212"/>
                    <a:pt x="470" y="212"/>
                    <a:pt x="470" y="212"/>
                  </a:cubicBezTo>
                  <a:cubicBezTo>
                    <a:pt x="469" y="214"/>
                    <a:pt x="466" y="216"/>
                    <a:pt x="465" y="217"/>
                  </a:cubicBezTo>
                  <a:cubicBezTo>
                    <a:pt x="462" y="221"/>
                    <a:pt x="456" y="228"/>
                    <a:pt x="452" y="232"/>
                  </a:cubicBezTo>
                  <a:cubicBezTo>
                    <a:pt x="438" y="245"/>
                    <a:pt x="422" y="256"/>
                    <a:pt x="405" y="264"/>
                  </a:cubicBezTo>
                  <a:cubicBezTo>
                    <a:pt x="387" y="272"/>
                    <a:pt x="369" y="278"/>
                    <a:pt x="351" y="284"/>
                  </a:cubicBezTo>
                  <a:cubicBezTo>
                    <a:pt x="314" y="295"/>
                    <a:pt x="277" y="301"/>
                    <a:pt x="239" y="304"/>
                  </a:cubicBezTo>
                  <a:cubicBezTo>
                    <a:pt x="221" y="305"/>
                    <a:pt x="200" y="305"/>
                    <a:pt x="183" y="305"/>
                  </a:cubicBezTo>
                  <a:cubicBezTo>
                    <a:pt x="177" y="304"/>
                    <a:pt x="172" y="304"/>
                    <a:pt x="167" y="304"/>
                  </a:cubicBezTo>
                  <a:cubicBezTo>
                    <a:pt x="155" y="303"/>
                    <a:pt x="142" y="302"/>
                    <a:pt x="129" y="301"/>
                  </a:cubicBezTo>
                  <a:cubicBezTo>
                    <a:pt x="116" y="299"/>
                    <a:pt x="103" y="298"/>
                    <a:pt x="93" y="296"/>
                  </a:cubicBezTo>
                  <a:cubicBezTo>
                    <a:pt x="77" y="292"/>
                    <a:pt x="61" y="288"/>
                    <a:pt x="45" y="280"/>
                  </a:cubicBezTo>
                  <a:cubicBezTo>
                    <a:pt x="38" y="277"/>
                    <a:pt x="32" y="273"/>
                    <a:pt x="27" y="269"/>
                  </a:cubicBezTo>
                  <a:cubicBezTo>
                    <a:pt x="24" y="268"/>
                    <a:pt x="22" y="266"/>
                    <a:pt x="20" y="264"/>
                  </a:cubicBezTo>
                  <a:cubicBezTo>
                    <a:pt x="11" y="256"/>
                    <a:pt x="4" y="244"/>
                    <a:pt x="2" y="232"/>
                  </a:cubicBezTo>
                  <a:cubicBezTo>
                    <a:pt x="1" y="225"/>
                    <a:pt x="0" y="219"/>
                    <a:pt x="0" y="213"/>
                  </a:cubicBezTo>
                  <a:cubicBezTo>
                    <a:pt x="0" y="203"/>
                    <a:pt x="2" y="191"/>
                    <a:pt x="6" y="180"/>
                  </a:cubicBezTo>
                  <a:cubicBezTo>
                    <a:pt x="10" y="169"/>
                    <a:pt x="16" y="158"/>
                    <a:pt x="22" y="148"/>
                  </a:cubicBezTo>
                  <a:cubicBezTo>
                    <a:pt x="25" y="143"/>
                    <a:pt x="29" y="139"/>
                    <a:pt x="32" y="134"/>
                  </a:cubicBezTo>
                  <a:cubicBezTo>
                    <a:pt x="34" y="132"/>
                    <a:pt x="36" y="130"/>
                    <a:pt x="38" y="127"/>
                  </a:cubicBezTo>
                  <a:cubicBezTo>
                    <a:pt x="44" y="119"/>
                    <a:pt x="54" y="109"/>
                    <a:pt x="61" y="102"/>
                  </a:cubicBezTo>
                  <a:cubicBezTo>
                    <a:pt x="65" y="98"/>
                    <a:pt x="69" y="95"/>
                    <a:pt x="74" y="91"/>
                  </a:cubicBezTo>
                  <a:cubicBezTo>
                    <a:pt x="83" y="83"/>
                    <a:pt x="92" y="76"/>
                    <a:pt x="100" y="70"/>
                  </a:cubicBezTo>
                  <a:cubicBezTo>
                    <a:pt x="111" y="62"/>
                    <a:pt x="128" y="52"/>
                    <a:pt x="143" y="45"/>
                  </a:cubicBezTo>
                  <a:cubicBezTo>
                    <a:pt x="144" y="44"/>
                    <a:pt x="144" y="44"/>
                    <a:pt x="144" y="44"/>
                  </a:cubicBezTo>
                  <a:cubicBezTo>
                    <a:pt x="155" y="39"/>
                    <a:pt x="166" y="33"/>
                    <a:pt x="177" y="29"/>
                  </a:cubicBezTo>
                  <a:cubicBezTo>
                    <a:pt x="179" y="29"/>
                    <a:pt x="179" y="29"/>
                    <a:pt x="180" y="28"/>
                  </a:cubicBezTo>
                  <a:cubicBezTo>
                    <a:pt x="194" y="23"/>
                    <a:pt x="194" y="23"/>
                    <a:pt x="194" y="23"/>
                  </a:cubicBezTo>
                  <a:cubicBezTo>
                    <a:pt x="215" y="16"/>
                    <a:pt x="231" y="12"/>
                    <a:pt x="249" y="9"/>
                  </a:cubicBezTo>
                  <a:cubicBezTo>
                    <a:pt x="259" y="6"/>
                    <a:pt x="271" y="5"/>
                    <a:pt x="281" y="3"/>
                  </a:cubicBezTo>
                  <a:cubicBezTo>
                    <a:pt x="284" y="3"/>
                    <a:pt x="287" y="2"/>
                    <a:pt x="290" y="2"/>
                  </a:cubicBezTo>
                  <a:cubicBezTo>
                    <a:pt x="293" y="2"/>
                    <a:pt x="295" y="2"/>
                    <a:pt x="297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7" y="1"/>
                    <a:pt x="311" y="0"/>
                    <a:pt x="314" y="0"/>
                  </a:cubicBezTo>
                  <a:cubicBezTo>
                    <a:pt x="318" y="0"/>
                    <a:pt x="321" y="0"/>
                    <a:pt x="324" y="0"/>
                  </a:cubicBezTo>
                  <a:cubicBezTo>
                    <a:pt x="327" y="0"/>
                    <a:pt x="331" y="0"/>
                    <a:pt x="334" y="0"/>
                  </a:cubicBezTo>
                  <a:cubicBezTo>
                    <a:pt x="343" y="0"/>
                    <a:pt x="351" y="0"/>
                    <a:pt x="361" y="1"/>
                  </a:cubicBezTo>
                  <a:cubicBezTo>
                    <a:pt x="368" y="2"/>
                    <a:pt x="376" y="2"/>
                    <a:pt x="384" y="4"/>
                  </a:cubicBezTo>
                  <a:cubicBezTo>
                    <a:pt x="389" y="4"/>
                    <a:pt x="394" y="5"/>
                    <a:pt x="398" y="6"/>
                  </a:cubicBezTo>
                  <a:cubicBezTo>
                    <a:pt x="400" y="7"/>
                    <a:pt x="403" y="8"/>
                    <a:pt x="405" y="8"/>
                  </a:cubicBezTo>
                  <a:cubicBezTo>
                    <a:pt x="408" y="9"/>
                    <a:pt x="410" y="10"/>
                    <a:pt x="413" y="11"/>
                  </a:cubicBezTo>
                  <a:cubicBezTo>
                    <a:pt x="415" y="11"/>
                    <a:pt x="415" y="11"/>
                    <a:pt x="415" y="11"/>
                  </a:cubicBezTo>
                  <a:cubicBezTo>
                    <a:pt x="415" y="11"/>
                    <a:pt x="415" y="11"/>
                    <a:pt x="415" y="11"/>
                  </a:cubicBezTo>
                  <a:cubicBezTo>
                    <a:pt x="415" y="11"/>
                    <a:pt x="415" y="11"/>
                    <a:pt x="415" y="11"/>
                  </a:cubicBezTo>
                  <a:cubicBezTo>
                    <a:pt x="416" y="11"/>
                    <a:pt x="416" y="11"/>
                    <a:pt x="416" y="12"/>
                  </a:cubicBezTo>
                  <a:cubicBezTo>
                    <a:pt x="417" y="12"/>
                    <a:pt x="419" y="13"/>
                    <a:pt x="420" y="12"/>
                  </a:cubicBezTo>
                  <a:cubicBezTo>
                    <a:pt x="420" y="12"/>
                    <a:pt x="420" y="12"/>
                    <a:pt x="420" y="12"/>
                  </a:cubicBezTo>
                  <a:cubicBezTo>
                    <a:pt x="421" y="12"/>
                    <a:pt x="421" y="12"/>
                    <a:pt x="421" y="12"/>
                  </a:cubicBezTo>
                  <a:cubicBezTo>
                    <a:pt x="421" y="13"/>
                    <a:pt x="422" y="13"/>
                    <a:pt x="423" y="13"/>
                  </a:cubicBezTo>
                  <a:cubicBezTo>
                    <a:pt x="423" y="13"/>
                    <a:pt x="423" y="13"/>
                    <a:pt x="423" y="13"/>
                  </a:cubicBezTo>
                  <a:cubicBezTo>
                    <a:pt x="424" y="13"/>
                    <a:pt x="424" y="14"/>
                    <a:pt x="424" y="14"/>
                  </a:cubicBezTo>
                  <a:cubicBezTo>
                    <a:pt x="425" y="14"/>
                    <a:pt x="425" y="14"/>
                    <a:pt x="425" y="14"/>
                  </a:cubicBezTo>
                  <a:cubicBezTo>
                    <a:pt x="426" y="14"/>
                    <a:pt x="426" y="14"/>
                    <a:pt x="426" y="15"/>
                  </a:cubicBezTo>
                  <a:cubicBezTo>
                    <a:pt x="426" y="15"/>
                    <a:pt x="426" y="15"/>
                    <a:pt x="426" y="15"/>
                  </a:cubicBezTo>
                  <a:cubicBezTo>
                    <a:pt x="426" y="15"/>
                    <a:pt x="427" y="16"/>
                    <a:pt x="428" y="16"/>
                  </a:cubicBezTo>
                  <a:cubicBezTo>
                    <a:pt x="428" y="17"/>
                    <a:pt x="429" y="17"/>
                    <a:pt x="429" y="17"/>
                  </a:cubicBezTo>
                  <a:cubicBezTo>
                    <a:pt x="430" y="17"/>
                    <a:pt x="430" y="19"/>
                    <a:pt x="431" y="19"/>
                  </a:cubicBezTo>
                  <a:cubicBezTo>
                    <a:pt x="430" y="20"/>
                    <a:pt x="431" y="20"/>
                    <a:pt x="431" y="20"/>
                  </a:cubicBezTo>
                  <a:cubicBezTo>
                    <a:pt x="431" y="20"/>
                    <a:pt x="431" y="21"/>
                    <a:pt x="431" y="21"/>
                  </a:cubicBezTo>
                  <a:cubicBezTo>
                    <a:pt x="431" y="21"/>
                    <a:pt x="431" y="22"/>
                    <a:pt x="431" y="22"/>
                  </a:cubicBezTo>
                  <a:cubicBezTo>
                    <a:pt x="431" y="22"/>
                    <a:pt x="431" y="23"/>
                    <a:pt x="431" y="23"/>
                  </a:cubicBezTo>
                  <a:cubicBezTo>
                    <a:pt x="431" y="23"/>
                    <a:pt x="432" y="24"/>
                    <a:pt x="432" y="24"/>
                  </a:cubicBezTo>
                  <a:cubicBezTo>
                    <a:pt x="432" y="25"/>
                    <a:pt x="431" y="25"/>
                    <a:pt x="431" y="26"/>
                  </a:cubicBezTo>
                  <a:cubicBezTo>
                    <a:pt x="431" y="27"/>
                    <a:pt x="430" y="28"/>
                    <a:pt x="430" y="29"/>
                  </a:cubicBezTo>
                  <a:cubicBezTo>
                    <a:pt x="430" y="29"/>
                    <a:pt x="430" y="29"/>
                    <a:pt x="430" y="29"/>
                  </a:cubicBezTo>
                  <a:cubicBezTo>
                    <a:pt x="429" y="29"/>
                    <a:pt x="429" y="30"/>
                    <a:pt x="428" y="30"/>
                  </a:cubicBezTo>
                  <a:cubicBezTo>
                    <a:pt x="428" y="30"/>
                    <a:pt x="428" y="30"/>
                    <a:pt x="428" y="31"/>
                  </a:cubicBezTo>
                  <a:cubicBezTo>
                    <a:pt x="427" y="31"/>
                    <a:pt x="427" y="31"/>
                    <a:pt x="427" y="31"/>
                  </a:cubicBezTo>
                  <a:cubicBezTo>
                    <a:pt x="426" y="31"/>
                    <a:pt x="424" y="32"/>
                    <a:pt x="423" y="32"/>
                  </a:cubicBezTo>
                  <a:cubicBezTo>
                    <a:pt x="423" y="32"/>
                    <a:pt x="423" y="32"/>
                    <a:pt x="423" y="32"/>
                  </a:cubicBezTo>
                  <a:cubicBezTo>
                    <a:pt x="422" y="32"/>
                    <a:pt x="422" y="32"/>
                    <a:pt x="421" y="32"/>
                  </a:cubicBezTo>
                  <a:cubicBezTo>
                    <a:pt x="421" y="33"/>
                    <a:pt x="420" y="32"/>
                    <a:pt x="420" y="32"/>
                  </a:cubicBezTo>
                  <a:cubicBezTo>
                    <a:pt x="420" y="32"/>
                    <a:pt x="419" y="32"/>
                    <a:pt x="419" y="32"/>
                  </a:cubicBezTo>
                  <a:cubicBezTo>
                    <a:pt x="419" y="32"/>
                    <a:pt x="418" y="32"/>
                    <a:pt x="418" y="32"/>
                  </a:cubicBezTo>
                  <a:cubicBezTo>
                    <a:pt x="417" y="32"/>
                    <a:pt x="417" y="31"/>
                    <a:pt x="416" y="31"/>
                  </a:cubicBezTo>
                  <a:cubicBezTo>
                    <a:pt x="416" y="31"/>
                    <a:pt x="416" y="31"/>
                    <a:pt x="416" y="31"/>
                  </a:cubicBezTo>
                  <a:cubicBezTo>
                    <a:pt x="415" y="31"/>
                    <a:pt x="415" y="30"/>
                    <a:pt x="415" y="30"/>
                  </a:cubicBezTo>
                  <a:cubicBezTo>
                    <a:pt x="415" y="30"/>
                    <a:pt x="415" y="30"/>
                    <a:pt x="414" y="30"/>
                  </a:cubicBezTo>
                  <a:cubicBezTo>
                    <a:pt x="414" y="29"/>
                    <a:pt x="415" y="29"/>
                    <a:pt x="414" y="29"/>
                  </a:cubicBezTo>
                  <a:cubicBezTo>
                    <a:pt x="414" y="28"/>
                    <a:pt x="413" y="30"/>
                    <a:pt x="413" y="29"/>
                  </a:cubicBezTo>
                  <a:cubicBezTo>
                    <a:pt x="413" y="28"/>
                    <a:pt x="412" y="28"/>
                    <a:pt x="411" y="27"/>
                  </a:cubicBezTo>
                  <a:cubicBezTo>
                    <a:pt x="410" y="27"/>
                    <a:pt x="410" y="27"/>
                    <a:pt x="410" y="27"/>
                  </a:cubicBezTo>
                  <a:cubicBezTo>
                    <a:pt x="410" y="27"/>
                    <a:pt x="410" y="27"/>
                    <a:pt x="410" y="27"/>
                  </a:cubicBezTo>
                  <a:cubicBezTo>
                    <a:pt x="410" y="27"/>
                    <a:pt x="410" y="27"/>
                    <a:pt x="410" y="27"/>
                  </a:cubicBezTo>
                  <a:cubicBezTo>
                    <a:pt x="408" y="26"/>
                    <a:pt x="408" y="26"/>
                    <a:pt x="408" y="26"/>
                  </a:cubicBezTo>
                  <a:cubicBezTo>
                    <a:pt x="407" y="26"/>
                    <a:pt x="407" y="26"/>
                    <a:pt x="407" y="26"/>
                  </a:cubicBezTo>
                  <a:cubicBezTo>
                    <a:pt x="399" y="23"/>
                    <a:pt x="390" y="21"/>
                    <a:pt x="383" y="20"/>
                  </a:cubicBezTo>
                  <a:cubicBezTo>
                    <a:pt x="376" y="19"/>
                    <a:pt x="370" y="18"/>
                    <a:pt x="363" y="17"/>
                  </a:cubicBezTo>
                  <a:cubicBezTo>
                    <a:pt x="342" y="15"/>
                    <a:pt x="321" y="16"/>
                    <a:pt x="300" y="17"/>
                  </a:cubicBezTo>
                  <a:cubicBezTo>
                    <a:pt x="288" y="18"/>
                    <a:pt x="273" y="20"/>
                    <a:pt x="262" y="22"/>
                  </a:cubicBezTo>
                  <a:cubicBezTo>
                    <a:pt x="249" y="24"/>
                    <a:pt x="236" y="27"/>
                    <a:pt x="224" y="30"/>
                  </a:cubicBezTo>
                  <a:cubicBezTo>
                    <a:pt x="217" y="32"/>
                    <a:pt x="210" y="34"/>
                    <a:pt x="203" y="36"/>
                  </a:cubicBezTo>
                  <a:cubicBezTo>
                    <a:pt x="196" y="38"/>
                    <a:pt x="196" y="38"/>
                    <a:pt x="196" y="38"/>
                  </a:cubicBezTo>
                  <a:cubicBezTo>
                    <a:pt x="190" y="41"/>
                    <a:pt x="183" y="43"/>
                    <a:pt x="176" y="46"/>
                  </a:cubicBezTo>
                  <a:cubicBezTo>
                    <a:pt x="170" y="49"/>
                    <a:pt x="164" y="51"/>
                    <a:pt x="157" y="54"/>
                  </a:cubicBezTo>
                  <a:cubicBezTo>
                    <a:pt x="148" y="58"/>
                    <a:pt x="138" y="64"/>
                    <a:pt x="127" y="70"/>
                  </a:cubicBezTo>
                  <a:cubicBezTo>
                    <a:pt x="117" y="77"/>
                    <a:pt x="106" y="84"/>
                    <a:pt x="96" y="92"/>
                  </a:cubicBezTo>
                  <a:cubicBezTo>
                    <a:pt x="93" y="94"/>
                    <a:pt x="93" y="94"/>
                    <a:pt x="93" y="94"/>
                  </a:cubicBezTo>
                  <a:cubicBezTo>
                    <a:pt x="80" y="104"/>
                    <a:pt x="69" y="115"/>
                    <a:pt x="59" y="125"/>
                  </a:cubicBezTo>
                  <a:cubicBezTo>
                    <a:pt x="47" y="138"/>
                    <a:pt x="34" y="155"/>
                    <a:pt x="26" y="171"/>
                  </a:cubicBezTo>
                  <a:cubicBezTo>
                    <a:pt x="19" y="186"/>
                    <a:pt x="14" y="201"/>
                    <a:pt x="14" y="217"/>
                  </a:cubicBezTo>
                  <a:cubicBezTo>
                    <a:pt x="15" y="222"/>
                    <a:pt x="15" y="229"/>
                    <a:pt x="17" y="234"/>
                  </a:cubicBezTo>
                  <a:cubicBezTo>
                    <a:pt x="19" y="239"/>
                    <a:pt x="22" y="244"/>
                    <a:pt x="26" y="249"/>
                  </a:cubicBezTo>
                  <a:cubicBezTo>
                    <a:pt x="28" y="252"/>
                    <a:pt x="31" y="255"/>
                    <a:pt x="35" y="258"/>
                  </a:cubicBezTo>
                  <a:cubicBezTo>
                    <a:pt x="40" y="261"/>
                    <a:pt x="45" y="264"/>
                    <a:pt x="51" y="267"/>
                  </a:cubicBezTo>
                  <a:cubicBezTo>
                    <a:pt x="61" y="272"/>
                    <a:pt x="72" y="276"/>
                    <a:pt x="84" y="279"/>
                  </a:cubicBezTo>
                  <a:cubicBezTo>
                    <a:pt x="95" y="282"/>
                    <a:pt x="106" y="284"/>
                    <a:pt x="117" y="285"/>
                  </a:cubicBezTo>
                  <a:cubicBezTo>
                    <a:pt x="121" y="286"/>
                    <a:pt x="125" y="286"/>
                    <a:pt x="129" y="287"/>
                  </a:cubicBezTo>
                  <a:cubicBezTo>
                    <a:pt x="131" y="287"/>
                    <a:pt x="134" y="287"/>
                    <a:pt x="137" y="287"/>
                  </a:cubicBezTo>
                  <a:cubicBezTo>
                    <a:pt x="150" y="289"/>
                    <a:pt x="168" y="290"/>
                    <a:pt x="184" y="291"/>
                  </a:cubicBezTo>
                  <a:cubicBezTo>
                    <a:pt x="206" y="291"/>
                    <a:pt x="227" y="291"/>
                    <a:pt x="251" y="289"/>
                  </a:cubicBezTo>
                  <a:cubicBezTo>
                    <a:pt x="268" y="287"/>
                    <a:pt x="287" y="285"/>
                    <a:pt x="306" y="281"/>
                  </a:cubicBezTo>
                  <a:cubicBezTo>
                    <a:pt x="331" y="276"/>
                    <a:pt x="357" y="268"/>
                    <a:pt x="381" y="259"/>
                  </a:cubicBezTo>
                  <a:cubicBezTo>
                    <a:pt x="395" y="254"/>
                    <a:pt x="407" y="248"/>
                    <a:pt x="419" y="241"/>
                  </a:cubicBezTo>
                  <a:cubicBezTo>
                    <a:pt x="430" y="233"/>
                    <a:pt x="440" y="224"/>
                    <a:pt x="449" y="215"/>
                  </a:cubicBezTo>
                  <a:cubicBezTo>
                    <a:pt x="450" y="214"/>
                    <a:pt x="451" y="213"/>
                    <a:pt x="453" y="211"/>
                  </a:cubicBezTo>
                  <a:cubicBezTo>
                    <a:pt x="455" y="209"/>
                    <a:pt x="454" y="210"/>
                    <a:pt x="456" y="207"/>
                  </a:cubicBezTo>
                  <a:cubicBezTo>
                    <a:pt x="458" y="205"/>
                    <a:pt x="457" y="207"/>
                    <a:pt x="458" y="205"/>
                  </a:cubicBezTo>
                  <a:cubicBezTo>
                    <a:pt x="464" y="198"/>
                    <a:pt x="464" y="198"/>
                    <a:pt x="464" y="198"/>
                  </a:cubicBezTo>
                  <a:cubicBezTo>
                    <a:pt x="465" y="197"/>
                    <a:pt x="466" y="196"/>
                    <a:pt x="467" y="195"/>
                  </a:cubicBezTo>
                  <a:cubicBezTo>
                    <a:pt x="467" y="194"/>
                    <a:pt x="468" y="193"/>
                    <a:pt x="469" y="192"/>
                  </a:cubicBezTo>
                  <a:cubicBezTo>
                    <a:pt x="472" y="187"/>
                    <a:pt x="475" y="182"/>
                    <a:pt x="477" y="177"/>
                  </a:cubicBezTo>
                  <a:cubicBezTo>
                    <a:pt x="482" y="167"/>
                    <a:pt x="486" y="156"/>
                    <a:pt x="487" y="146"/>
                  </a:cubicBezTo>
                  <a:cubicBezTo>
                    <a:pt x="487" y="143"/>
                    <a:pt x="487" y="146"/>
                    <a:pt x="488" y="144"/>
                  </a:cubicBezTo>
                  <a:cubicBezTo>
                    <a:pt x="488" y="142"/>
                    <a:pt x="488" y="141"/>
                    <a:pt x="487" y="139"/>
                  </a:cubicBezTo>
                  <a:cubicBezTo>
                    <a:pt x="487" y="137"/>
                    <a:pt x="487" y="136"/>
                    <a:pt x="487" y="134"/>
                  </a:cubicBezTo>
                  <a:cubicBezTo>
                    <a:pt x="487" y="130"/>
                    <a:pt x="486" y="126"/>
                    <a:pt x="485" y="123"/>
                  </a:cubicBezTo>
                  <a:cubicBezTo>
                    <a:pt x="483" y="115"/>
                    <a:pt x="480" y="108"/>
                    <a:pt x="475" y="103"/>
                  </a:cubicBezTo>
                  <a:cubicBezTo>
                    <a:pt x="472" y="98"/>
                    <a:pt x="467" y="94"/>
                    <a:pt x="462" y="91"/>
                  </a:cubicBezTo>
                  <a:cubicBezTo>
                    <a:pt x="460" y="90"/>
                    <a:pt x="461" y="90"/>
                    <a:pt x="460" y="90"/>
                  </a:cubicBezTo>
                  <a:cubicBezTo>
                    <a:pt x="458" y="89"/>
                    <a:pt x="459" y="89"/>
                    <a:pt x="458" y="88"/>
                  </a:cubicBezTo>
                  <a:cubicBezTo>
                    <a:pt x="456" y="87"/>
                    <a:pt x="456" y="87"/>
                    <a:pt x="456" y="87"/>
                  </a:cubicBezTo>
                  <a:cubicBezTo>
                    <a:pt x="453" y="86"/>
                    <a:pt x="453" y="86"/>
                    <a:pt x="453" y="86"/>
                  </a:cubicBezTo>
                  <a:cubicBezTo>
                    <a:pt x="439" y="78"/>
                    <a:pt x="424" y="72"/>
                    <a:pt x="409" y="67"/>
                  </a:cubicBezTo>
                  <a:cubicBezTo>
                    <a:pt x="406" y="66"/>
                    <a:pt x="406" y="66"/>
                    <a:pt x="402" y="64"/>
                  </a:cubicBezTo>
                  <a:cubicBezTo>
                    <a:pt x="398" y="63"/>
                    <a:pt x="399" y="63"/>
                    <a:pt x="396" y="63"/>
                  </a:cubicBezTo>
                  <a:cubicBezTo>
                    <a:pt x="395" y="63"/>
                    <a:pt x="392" y="61"/>
                    <a:pt x="391" y="61"/>
                  </a:cubicBezTo>
                  <a:cubicBezTo>
                    <a:pt x="390" y="61"/>
                    <a:pt x="391" y="61"/>
                    <a:pt x="391" y="61"/>
                  </a:cubicBezTo>
                  <a:cubicBezTo>
                    <a:pt x="388" y="60"/>
                    <a:pt x="378" y="58"/>
                    <a:pt x="373" y="57"/>
                  </a:cubicBezTo>
                  <a:cubicBezTo>
                    <a:pt x="366" y="56"/>
                    <a:pt x="358" y="54"/>
                    <a:pt x="350" y="53"/>
                  </a:cubicBezTo>
                  <a:cubicBezTo>
                    <a:pt x="358" y="54"/>
                    <a:pt x="365" y="55"/>
                    <a:pt x="367" y="55"/>
                  </a:cubicBezTo>
                  <a:cubicBezTo>
                    <a:pt x="359" y="53"/>
                    <a:pt x="344" y="52"/>
                    <a:pt x="336" y="51"/>
                  </a:cubicBezTo>
                  <a:cubicBezTo>
                    <a:pt x="318" y="50"/>
                    <a:pt x="294" y="52"/>
                    <a:pt x="273" y="56"/>
                  </a:cubicBezTo>
                  <a:cubicBezTo>
                    <a:pt x="272" y="56"/>
                    <a:pt x="271" y="56"/>
                    <a:pt x="271" y="56"/>
                  </a:cubicBezTo>
                  <a:cubicBezTo>
                    <a:pt x="265" y="57"/>
                    <a:pt x="265" y="57"/>
                    <a:pt x="265" y="57"/>
                  </a:cubicBezTo>
                  <a:cubicBezTo>
                    <a:pt x="264" y="58"/>
                    <a:pt x="264" y="58"/>
                    <a:pt x="264" y="58"/>
                  </a:cubicBezTo>
                  <a:cubicBezTo>
                    <a:pt x="264" y="58"/>
                    <a:pt x="263" y="58"/>
                    <a:pt x="262" y="58"/>
                  </a:cubicBezTo>
                  <a:cubicBezTo>
                    <a:pt x="264" y="58"/>
                    <a:pt x="264" y="58"/>
                    <a:pt x="264" y="58"/>
                  </a:cubicBezTo>
                  <a:cubicBezTo>
                    <a:pt x="265" y="57"/>
                    <a:pt x="265" y="57"/>
                    <a:pt x="265" y="57"/>
                  </a:cubicBezTo>
                  <a:cubicBezTo>
                    <a:pt x="266" y="57"/>
                    <a:pt x="266" y="57"/>
                    <a:pt x="266" y="57"/>
                  </a:cubicBezTo>
                  <a:cubicBezTo>
                    <a:pt x="266" y="57"/>
                    <a:pt x="266" y="57"/>
                    <a:pt x="266" y="57"/>
                  </a:cubicBezTo>
                  <a:cubicBezTo>
                    <a:pt x="267" y="57"/>
                    <a:pt x="267" y="57"/>
                    <a:pt x="267" y="57"/>
                  </a:cubicBezTo>
                  <a:cubicBezTo>
                    <a:pt x="288" y="53"/>
                    <a:pt x="309" y="50"/>
                    <a:pt x="330" y="51"/>
                  </a:cubicBezTo>
                  <a:cubicBezTo>
                    <a:pt x="335" y="51"/>
                    <a:pt x="343" y="51"/>
                    <a:pt x="352" y="52"/>
                  </a:cubicBezTo>
                  <a:cubicBezTo>
                    <a:pt x="362" y="53"/>
                    <a:pt x="371" y="55"/>
                    <a:pt x="378" y="57"/>
                  </a:cubicBezTo>
                  <a:cubicBezTo>
                    <a:pt x="387" y="58"/>
                    <a:pt x="391" y="59"/>
                    <a:pt x="387" y="58"/>
                  </a:cubicBezTo>
                  <a:cubicBezTo>
                    <a:pt x="376" y="55"/>
                    <a:pt x="367" y="53"/>
                    <a:pt x="356" y="52"/>
                  </a:cubicBezTo>
                  <a:cubicBezTo>
                    <a:pt x="354" y="51"/>
                    <a:pt x="352" y="51"/>
                    <a:pt x="355" y="51"/>
                  </a:cubicBezTo>
                  <a:cubicBezTo>
                    <a:pt x="377" y="53"/>
                    <a:pt x="401" y="60"/>
                    <a:pt x="418" y="66"/>
                  </a:cubicBezTo>
                  <a:cubicBezTo>
                    <a:pt x="428" y="70"/>
                    <a:pt x="428" y="70"/>
                    <a:pt x="428" y="70"/>
                  </a:cubicBezTo>
                  <a:cubicBezTo>
                    <a:pt x="430" y="70"/>
                    <a:pt x="431" y="71"/>
                    <a:pt x="432" y="71"/>
                  </a:cubicBezTo>
                  <a:cubicBezTo>
                    <a:pt x="432" y="71"/>
                    <a:pt x="430" y="70"/>
                    <a:pt x="430" y="70"/>
                  </a:cubicBezTo>
                  <a:cubicBezTo>
                    <a:pt x="411" y="62"/>
                    <a:pt x="395" y="56"/>
                    <a:pt x="374" y="52"/>
                  </a:cubicBezTo>
                  <a:cubicBezTo>
                    <a:pt x="371" y="51"/>
                    <a:pt x="368" y="51"/>
                    <a:pt x="365" y="50"/>
                  </a:cubicBezTo>
                  <a:cubicBezTo>
                    <a:pt x="358" y="49"/>
                    <a:pt x="347" y="48"/>
                    <a:pt x="338" y="47"/>
                  </a:cubicBezTo>
                  <a:cubicBezTo>
                    <a:pt x="336" y="47"/>
                    <a:pt x="337" y="47"/>
                    <a:pt x="336" y="47"/>
                  </a:cubicBezTo>
                  <a:cubicBezTo>
                    <a:pt x="315" y="46"/>
                    <a:pt x="296" y="48"/>
                    <a:pt x="277" y="51"/>
                  </a:cubicBezTo>
                  <a:cubicBezTo>
                    <a:pt x="293" y="48"/>
                    <a:pt x="310" y="47"/>
                    <a:pt x="325" y="47"/>
                  </a:cubicBezTo>
                  <a:cubicBezTo>
                    <a:pt x="327" y="47"/>
                    <a:pt x="328" y="46"/>
                    <a:pt x="330" y="46"/>
                  </a:cubicBezTo>
                  <a:cubicBezTo>
                    <a:pt x="343" y="47"/>
                    <a:pt x="363" y="49"/>
                    <a:pt x="379" y="52"/>
                  </a:cubicBezTo>
                  <a:cubicBezTo>
                    <a:pt x="381" y="52"/>
                    <a:pt x="382" y="52"/>
                    <a:pt x="375" y="51"/>
                  </a:cubicBezTo>
                  <a:cubicBezTo>
                    <a:pt x="377" y="51"/>
                    <a:pt x="378" y="51"/>
                    <a:pt x="381" y="52"/>
                  </a:cubicBezTo>
                  <a:cubicBezTo>
                    <a:pt x="381" y="52"/>
                    <a:pt x="380" y="52"/>
                    <a:pt x="379" y="52"/>
                  </a:cubicBezTo>
                  <a:cubicBezTo>
                    <a:pt x="388" y="53"/>
                    <a:pt x="389" y="54"/>
                    <a:pt x="398" y="56"/>
                  </a:cubicBezTo>
                  <a:cubicBezTo>
                    <a:pt x="399" y="56"/>
                    <a:pt x="400" y="56"/>
                    <a:pt x="399" y="56"/>
                  </a:cubicBezTo>
                  <a:cubicBezTo>
                    <a:pt x="392" y="54"/>
                    <a:pt x="385" y="52"/>
                    <a:pt x="379" y="51"/>
                  </a:cubicBezTo>
                  <a:cubicBezTo>
                    <a:pt x="375" y="50"/>
                    <a:pt x="372" y="50"/>
                    <a:pt x="369" y="49"/>
                  </a:cubicBezTo>
                  <a:cubicBezTo>
                    <a:pt x="367" y="49"/>
                    <a:pt x="367" y="49"/>
                    <a:pt x="365" y="48"/>
                  </a:cubicBezTo>
                  <a:cubicBezTo>
                    <a:pt x="363" y="48"/>
                    <a:pt x="360" y="48"/>
                    <a:pt x="358" y="48"/>
                  </a:cubicBezTo>
                  <a:cubicBezTo>
                    <a:pt x="353" y="47"/>
                    <a:pt x="353" y="47"/>
                    <a:pt x="353" y="47"/>
                  </a:cubicBezTo>
                  <a:cubicBezTo>
                    <a:pt x="345" y="46"/>
                    <a:pt x="336" y="46"/>
                    <a:pt x="327" y="45"/>
                  </a:cubicBezTo>
                  <a:cubicBezTo>
                    <a:pt x="321" y="45"/>
                    <a:pt x="314" y="45"/>
                    <a:pt x="307" y="46"/>
                  </a:cubicBezTo>
                  <a:cubicBezTo>
                    <a:pt x="310" y="45"/>
                    <a:pt x="315" y="45"/>
                    <a:pt x="320" y="45"/>
                  </a:cubicBezTo>
                  <a:cubicBezTo>
                    <a:pt x="337" y="45"/>
                    <a:pt x="357" y="46"/>
                    <a:pt x="371" y="49"/>
                  </a:cubicBezTo>
                  <a:cubicBezTo>
                    <a:pt x="372" y="49"/>
                    <a:pt x="369" y="48"/>
                    <a:pt x="368" y="48"/>
                  </a:cubicBezTo>
                  <a:cubicBezTo>
                    <a:pt x="363" y="47"/>
                    <a:pt x="360" y="47"/>
                    <a:pt x="356" y="46"/>
                  </a:cubicBezTo>
                  <a:cubicBezTo>
                    <a:pt x="354" y="46"/>
                    <a:pt x="357" y="46"/>
                    <a:pt x="355" y="46"/>
                  </a:cubicBezTo>
                  <a:cubicBezTo>
                    <a:pt x="345" y="45"/>
                    <a:pt x="335" y="45"/>
                    <a:pt x="323" y="45"/>
                  </a:cubicBezTo>
                  <a:cubicBezTo>
                    <a:pt x="322" y="44"/>
                    <a:pt x="319" y="44"/>
                    <a:pt x="321" y="44"/>
                  </a:cubicBezTo>
                  <a:cubicBezTo>
                    <a:pt x="319" y="44"/>
                    <a:pt x="319" y="44"/>
                    <a:pt x="317" y="44"/>
                  </a:cubicBezTo>
                  <a:cubicBezTo>
                    <a:pt x="314" y="44"/>
                    <a:pt x="318" y="44"/>
                    <a:pt x="317" y="44"/>
                  </a:cubicBezTo>
                  <a:cubicBezTo>
                    <a:pt x="314" y="44"/>
                    <a:pt x="310" y="45"/>
                    <a:pt x="308" y="45"/>
                  </a:cubicBezTo>
                  <a:cubicBezTo>
                    <a:pt x="294" y="46"/>
                    <a:pt x="282" y="47"/>
                    <a:pt x="266" y="50"/>
                  </a:cubicBezTo>
                  <a:cubicBezTo>
                    <a:pt x="276" y="48"/>
                    <a:pt x="290" y="46"/>
                    <a:pt x="305" y="45"/>
                  </a:cubicBezTo>
                  <a:cubicBezTo>
                    <a:pt x="308" y="44"/>
                    <a:pt x="304" y="45"/>
                    <a:pt x="307" y="44"/>
                  </a:cubicBezTo>
                  <a:cubicBezTo>
                    <a:pt x="311" y="44"/>
                    <a:pt x="314" y="44"/>
                    <a:pt x="318" y="44"/>
                  </a:cubicBezTo>
                  <a:cubicBezTo>
                    <a:pt x="328" y="44"/>
                    <a:pt x="328" y="44"/>
                    <a:pt x="328" y="44"/>
                  </a:cubicBezTo>
                  <a:cubicBezTo>
                    <a:pt x="333" y="44"/>
                    <a:pt x="338" y="44"/>
                    <a:pt x="343" y="44"/>
                  </a:cubicBezTo>
                  <a:cubicBezTo>
                    <a:pt x="348" y="45"/>
                    <a:pt x="351" y="45"/>
                    <a:pt x="356" y="45"/>
                  </a:cubicBezTo>
                  <a:cubicBezTo>
                    <a:pt x="358" y="46"/>
                    <a:pt x="358" y="45"/>
                    <a:pt x="361" y="46"/>
                  </a:cubicBezTo>
                  <a:cubicBezTo>
                    <a:pt x="362" y="46"/>
                    <a:pt x="357" y="45"/>
                    <a:pt x="360" y="45"/>
                  </a:cubicBezTo>
                  <a:cubicBezTo>
                    <a:pt x="363" y="46"/>
                    <a:pt x="360" y="45"/>
                    <a:pt x="362" y="46"/>
                  </a:cubicBezTo>
                  <a:cubicBezTo>
                    <a:pt x="365" y="46"/>
                    <a:pt x="366" y="46"/>
                    <a:pt x="368" y="46"/>
                  </a:cubicBezTo>
                  <a:cubicBezTo>
                    <a:pt x="375" y="48"/>
                    <a:pt x="382" y="49"/>
                    <a:pt x="389" y="51"/>
                  </a:cubicBezTo>
                  <a:cubicBezTo>
                    <a:pt x="391" y="51"/>
                    <a:pt x="386" y="50"/>
                    <a:pt x="388" y="50"/>
                  </a:cubicBezTo>
                  <a:cubicBezTo>
                    <a:pt x="391" y="51"/>
                    <a:pt x="401" y="54"/>
                    <a:pt x="403" y="54"/>
                  </a:cubicBezTo>
                  <a:cubicBezTo>
                    <a:pt x="411" y="57"/>
                    <a:pt x="415" y="58"/>
                    <a:pt x="424" y="61"/>
                  </a:cubicBezTo>
                  <a:cubicBezTo>
                    <a:pt x="427" y="63"/>
                    <a:pt x="424" y="61"/>
                    <a:pt x="426" y="62"/>
                  </a:cubicBezTo>
                  <a:cubicBezTo>
                    <a:pt x="431" y="64"/>
                    <a:pt x="434" y="65"/>
                    <a:pt x="440" y="68"/>
                  </a:cubicBezTo>
                  <a:cubicBezTo>
                    <a:pt x="444" y="69"/>
                    <a:pt x="450" y="72"/>
                    <a:pt x="455" y="75"/>
                  </a:cubicBezTo>
                  <a:cubicBezTo>
                    <a:pt x="455" y="74"/>
                    <a:pt x="452" y="73"/>
                    <a:pt x="449" y="71"/>
                  </a:cubicBezTo>
                  <a:cubicBezTo>
                    <a:pt x="451" y="72"/>
                    <a:pt x="456" y="75"/>
                    <a:pt x="458" y="76"/>
                  </a:cubicBezTo>
                  <a:cubicBezTo>
                    <a:pt x="466" y="80"/>
                    <a:pt x="473" y="84"/>
                    <a:pt x="480" y="91"/>
                  </a:cubicBezTo>
                  <a:cubicBezTo>
                    <a:pt x="486" y="97"/>
                    <a:pt x="492" y="105"/>
                    <a:pt x="495" y="116"/>
                  </a:cubicBezTo>
                  <a:cubicBezTo>
                    <a:pt x="496" y="119"/>
                    <a:pt x="497" y="120"/>
                    <a:pt x="498" y="123"/>
                  </a:cubicBezTo>
                  <a:cubicBezTo>
                    <a:pt x="498" y="124"/>
                    <a:pt x="498" y="124"/>
                    <a:pt x="498" y="123"/>
                  </a:cubicBezTo>
                  <a:cubicBezTo>
                    <a:pt x="498" y="126"/>
                    <a:pt x="499" y="130"/>
                    <a:pt x="499" y="134"/>
                  </a:cubicBezTo>
                  <a:cubicBezTo>
                    <a:pt x="500" y="136"/>
                    <a:pt x="500" y="139"/>
                    <a:pt x="500" y="141"/>
                  </a:cubicBezTo>
                  <a:cubicBezTo>
                    <a:pt x="500" y="143"/>
                    <a:pt x="500" y="146"/>
                    <a:pt x="500" y="148"/>
                  </a:cubicBezTo>
                  <a:close/>
                  <a:moveTo>
                    <a:pt x="385" y="50"/>
                  </a:moveTo>
                  <a:cubicBezTo>
                    <a:pt x="380" y="49"/>
                    <a:pt x="378" y="49"/>
                    <a:pt x="371" y="47"/>
                  </a:cubicBezTo>
                  <a:cubicBezTo>
                    <a:pt x="369" y="47"/>
                    <a:pt x="367" y="47"/>
                    <a:pt x="364" y="46"/>
                  </a:cubicBezTo>
                  <a:cubicBezTo>
                    <a:pt x="363" y="47"/>
                    <a:pt x="354" y="45"/>
                    <a:pt x="354" y="46"/>
                  </a:cubicBezTo>
                  <a:cubicBezTo>
                    <a:pt x="359" y="46"/>
                    <a:pt x="362" y="47"/>
                    <a:pt x="365" y="47"/>
                  </a:cubicBezTo>
                  <a:cubicBezTo>
                    <a:pt x="367" y="47"/>
                    <a:pt x="364" y="47"/>
                    <a:pt x="366" y="47"/>
                  </a:cubicBezTo>
                  <a:cubicBezTo>
                    <a:pt x="370" y="48"/>
                    <a:pt x="380" y="49"/>
                    <a:pt x="386" y="51"/>
                  </a:cubicBezTo>
                  <a:cubicBezTo>
                    <a:pt x="386" y="51"/>
                    <a:pt x="384" y="50"/>
                    <a:pt x="385" y="50"/>
                  </a:cubicBezTo>
                  <a:close/>
                  <a:moveTo>
                    <a:pt x="387" y="51"/>
                  </a:moveTo>
                  <a:cubicBezTo>
                    <a:pt x="387" y="51"/>
                    <a:pt x="388" y="51"/>
                    <a:pt x="388" y="51"/>
                  </a:cubicBezTo>
                  <a:cubicBezTo>
                    <a:pt x="392" y="52"/>
                    <a:pt x="389" y="51"/>
                    <a:pt x="387" y="51"/>
                  </a:cubicBezTo>
                  <a:close/>
                  <a:moveTo>
                    <a:pt x="391" y="61"/>
                  </a:moveTo>
                  <a:cubicBezTo>
                    <a:pt x="391" y="61"/>
                    <a:pt x="391" y="61"/>
                    <a:pt x="391" y="61"/>
                  </a:cubicBezTo>
                  <a:cubicBezTo>
                    <a:pt x="391" y="61"/>
                    <a:pt x="391" y="61"/>
                    <a:pt x="391" y="61"/>
                  </a:cubicBez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501"/>
            <p:cNvSpPr>
              <a:spLocks noEditPoints="1"/>
            </p:cNvSpPr>
            <p:nvPr/>
          </p:nvSpPr>
          <p:spPr bwMode="auto">
            <a:xfrm>
              <a:off x="7435233" y="4887537"/>
              <a:ext cx="874423" cy="1104961"/>
            </a:xfrm>
            <a:custGeom>
              <a:avLst/>
              <a:gdLst>
                <a:gd name="T0" fmla="*/ 450 w 500"/>
                <a:gd name="T1" fmla="*/ 71 h 305"/>
                <a:gd name="T2" fmla="*/ 422 w 500"/>
                <a:gd name="T3" fmla="*/ 60 h 305"/>
                <a:gd name="T4" fmla="*/ 366 w 500"/>
                <a:gd name="T5" fmla="*/ 54 h 305"/>
                <a:gd name="T6" fmla="*/ 299 w 500"/>
                <a:gd name="T7" fmla="*/ 46 h 305"/>
                <a:gd name="T8" fmla="*/ 265 w 500"/>
                <a:gd name="T9" fmla="*/ 53 h 305"/>
                <a:gd name="T10" fmla="*/ 264 w 500"/>
                <a:gd name="T11" fmla="*/ 53 h 305"/>
                <a:gd name="T12" fmla="*/ 265 w 500"/>
                <a:gd name="T13" fmla="*/ 51 h 305"/>
                <a:gd name="T14" fmla="*/ 265 w 500"/>
                <a:gd name="T15" fmla="*/ 51 h 305"/>
                <a:gd name="T16" fmla="*/ 264 w 500"/>
                <a:gd name="T17" fmla="*/ 51 h 305"/>
                <a:gd name="T18" fmla="*/ 265 w 500"/>
                <a:gd name="T19" fmla="*/ 58 h 305"/>
                <a:gd name="T20" fmla="*/ 263 w 500"/>
                <a:gd name="T21" fmla="*/ 51 h 305"/>
                <a:gd name="T22" fmla="*/ 262 w 500"/>
                <a:gd name="T23" fmla="*/ 53 h 305"/>
                <a:gd name="T24" fmla="*/ 262 w 500"/>
                <a:gd name="T25" fmla="*/ 56 h 305"/>
                <a:gd name="T26" fmla="*/ 262 w 500"/>
                <a:gd name="T27" fmla="*/ 58 h 305"/>
                <a:gd name="T28" fmla="*/ 339 w 500"/>
                <a:gd name="T29" fmla="*/ 54 h 305"/>
                <a:gd name="T30" fmla="*/ 264 w 500"/>
                <a:gd name="T31" fmla="*/ 56 h 305"/>
                <a:gd name="T32" fmla="*/ 263 w 500"/>
                <a:gd name="T33" fmla="*/ 56 h 305"/>
                <a:gd name="T34" fmla="*/ 260 w 500"/>
                <a:gd name="T35" fmla="*/ 52 h 305"/>
                <a:gd name="T36" fmla="*/ 263 w 500"/>
                <a:gd name="T37" fmla="*/ 52 h 305"/>
                <a:gd name="T38" fmla="*/ 494 w 500"/>
                <a:gd name="T39" fmla="*/ 169 h 305"/>
                <a:gd name="T40" fmla="*/ 465 w 500"/>
                <a:gd name="T41" fmla="*/ 217 h 305"/>
                <a:gd name="T42" fmla="*/ 167 w 500"/>
                <a:gd name="T43" fmla="*/ 304 h 305"/>
                <a:gd name="T44" fmla="*/ 2 w 500"/>
                <a:gd name="T45" fmla="*/ 232 h 305"/>
                <a:gd name="T46" fmla="*/ 61 w 500"/>
                <a:gd name="T47" fmla="*/ 102 h 305"/>
                <a:gd name="T48" fmla="*/ 180 w 500"/>
                <a:gd name="T49" fmla="*/ 28 h 305"/>
                <a:gd name="T50" fmla="*/ 304 w 500"/>
                <a:gd name="T51" fmla="*/ 1 h 305"/>
                <a:gd name="T52" fmla="*/ 398 w 500"/>
                <a:gd name="T53" fmla="*/ 6 h 305"/>
                <a:gd name="T54" fmla="*/ 416 w 500"/>
                <a:gd name="T55" fmla="*/ 12 h 305"/>
                <a:gd name="T56" fmla="*/ 424 w 500"/>
                <a:gd name="T57" fmla="*/ 14 h 305"/>
                <a:gd name="T58" fmla="*/ 431 w 500"/>
                <a:gd name="T59" fmla="*/ 19 h 305"/>
                <a:gd name="T60" fmla="*/ 431 w 500"/>
                <a:gd name="T61" fmla="*/ 26 h 305"/>
                <a:gd name="T62" fmla="*/ 423 w 500"/>
                <a:gd name="T63" fmla="*/ 32 h 305"/>
                <a:gd name="T64" fmla="*/ 416 w 500"/>
                <a:gd name="T65" fmla="*/ 31 h 305"/>
                <a:gd name="T66" fmla="*/ 411 w 500"/>
                <a:gd name="T67" fmla="*/ 27 h 305"/>
                <a:gd name="T68" fmla="*/ 383 w 500"/>
                <a:gd name="T69" fmla="*/ 20 h 305"/>
                <a:gd name="T70" fmla="*/ 196 w 500"/>
                <a:gd name="T71" fmla="*/ 38 h 305"/>
                <a:gd name="T72" fmla="*/ 59 w 500"/>
                <a:gd name="T73" fmla="*/ 125 h 305"/>
                <a:gd name="T74" fmla="*/ 51 w 500"/>
                <a:gd name="T75" fmla="*/ 267 h 305"/>
                <a:gd name="T76" fmla="*/ 251 w 500"/>
                <a:gd name="T77" fmla="*/ 289 h 305"/>
                <a:gd name="T78" fmla="*/ 456 w 500"/>
                <a:gd name="T79" fmla="*/ 207 h 305"/>
                <a:gd name="T80" fmla="*/ 487 w 500"/>
                <a:gd name="T81" fmla="*/ 146 h 305"/>
                <a:gd name="T82" fmla="*/ 462 w 500"/>
                <a:gd name="T83" fmla="*/ 91 h 305"/>
                <a:gd name="T84" fmla="*/ 402 w 500"/>
                <a:gd name="T85" fmla="*/ 64 h 305"/>
                <a:gd name="T86" fmla="*/ 367 w 500"/>
                <a:gd name="T87" fmla="*/ 55 h 305"/>
                <a:gd name="T88" fmla="*/ 262 w 500"/>
                <a:gd name="T89" fmla="*/ 58 h 305"/>
                <a:gd name="T90" fmla="*/ 330 w 500"/>
                <a:gd name="T91" fmla="*/ 51 h 305"/>
                <a:gd name="T92" fmla="*/ 418 w 500"/>
                <a:gd name="T93" fmla="*/ 66 h 305"/>
                <a:gd name="T94" fmla="*/ 338 w 500"/>
                <a:gd name="T95" fmla="*/ 47 h 305"/>
                <a:gd name="T96" fmla="*/ 375 w 500"/>
                <a:gd name="T97" fmla="*/ 51 h 305"/>
                <a:gd name="T98" fmla="*/ 369 w 500"/>
                <a:gd name="T99" fmla="*/ 49 h 305"/>
                <a:gd name="T100" fmla="*/ 320 w 500"/>
                <a:gd name="T101" fmla="*/ 45 h 305"/>
                <a:gd name="T102" fmla="*/ 321 w 500"/>
                <a:gd name="T103" fmla="*/ 44 h 305"/>
                <a:gd name="T104" fmla="*/ 307 w 500"/>
                <a:gd name="T105" fmla="*/ 44 h 305"/>
                <a:gd name="T106" fmla="*/ 360 w 500"/>
                <a:gd name="T107" fmla="*/ 45 h 305"/>
                <a:gd name="T108" fmla="*/ 424 w 500"/>
                <a:gd name="T109" fmla="*/ 61 h 305"/>
                <a:gd name="T110" fmla="*/ 480 w 500"/>
                <a:gd name="T111" fmla="*/ 91 h 305"/>
                <a:gd name="T112" fmla="*/ 500 w 500"/>
                <a:gd name="T113" fmla="*/ 148 h 305"/>
                <a:gd name="T114" fmla="*/ 366 w 500"/>
                <a:gd name="T115" fmla="*/ 47 h 305"/>
                <a:gd name="T116" fmla="*/ 391 w 500"/>
                <a:gd name="T117" fmla="*/ 61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00" h="305">
                  <a:moveTo>
                    <a:pt x="484" y="124"/>
                  </a:moveTo>
                  <a:cubicBezTo>
                    <a:pt x="485" y="125"/>
                    <a:pt x="485" y="127"/>
                    <a:pt x="485" y="128"/>
                  </a:cubicBezTo>
                  <a:lnTo>
                    <a:pt x="484" y="124"/>
                  </a:lnTo>
                  <a:close/>
                  <a:moveTo>
                    <a:pt x="450" y="71"/>
                  </a:moveTo>
                  <a:cubicBezTo>
                    <a:pt x="449" y="70"/>
                    <a:pt x="448" y="69"/>
                    <a:pt x="445" y="68"/>
                  </a:cubicBezTo>
                  <a:cubicBezTo>
                    <a:pt x="445" y="68"/>
                    <a:pt x="449" y="70"/>
                    <a:pt x="450" y="71"/>
                  </a:cubicBezTo>
                  <a:close/>
                  <a:moveTo>
                    <a:pt x="438" y="65"/>
                  </a:moveTo>
                  <a:cubicBezTo>
                    <a:pt x="440" y="66"/>
                    <a:pt x="443" y="67"/>
                    <a:pt x="443" y="67"/>
                  </a:cubicBezTo>
                  <a:cubicBezTo>
                    <a:pt x="442" y="67"/>
                    <a:pt x="438" y="65"/>
                    <a:pt x="438" y="65"/>
                  </a:cubicBezTo>
                  <a:close/>
                  <a:moveTo>
                    <a:pt x="422" y="60"/>
                  </a:moveTo>
                  <a:cubicBezTo>
                    <a:pt x="420" y="60"/>
                    <a:pt x="417" y="58"/>
                    <a:pt x="417" y="58"/>
                  </a:cubicBezTo>
                  <a:cubicBezTo>
                    <a:pt x="418" y="59"/>
                    <a:pt x="421" y="60"/>
                    <a:pt x="422" y="60"/>
                  </a:cubicBezTo>
                  <a:close/>
                  <a:moveTo>
                    <a:pt x="413" y="55"/>
                  </a:moveTo>
                  <a:cubicBezTo>
                    <a:pt x="410" y="54"/>
                    <a:pt x="405" y="52"/>
                    <a:pt x="404" y="52"/>
                  </a:cubicBezTo>
                  <a:cubicBezTo>
                    <a:pt x="408" y="53"/>
                    <a:pt x="411" y="54"/>
                    <a:pt x="413" y="55"/>
                  </a:cubicBezTo>
                  <a:close/>
                  <a:moveTo>
                    <a:pt x="366" y="54"/>
                  </a:moveTo>
                  <a:cubicBezTo>
                    <a:pt x="370" y="55"/>
                    <a:pt x="379" y="56"/>
                    <a:pt x="384" y="57"/>
                  </a:cubicBezTo>
                  <a:cubicBezTo>
                    <a:pt x="379" y="56"/>
                    <a:pt x="372" y="55"/>
                    <a:pt x="366" y="54"/>
                  </a:cubicBezTo>
                  <a:close/>
                  <a:moveTo>
                    <a:pt x="366" y="49"/>
                  </a:moveTo>
                  <a:cubicBezTo>
                    <a:pt x="361" y="48"/>
                    <a:pt x="361" y="48"/>
                    <a:pt x="361" y="48"/>
                  </a:cubicBezTo>
                  <a:cubicBezTo>
                    <a:pt x="359" y="48"/>
                    <a:pt x="347" y="47"/>
                    <a:pt x="348" y="47"/>
                  </a:cubicBezTo>
                  <a:cubicBezTo>
                    <a:pt x="356" y="47"/>
                    <a:pt x="366" y="49"/>
                    <a:pt x="372" y="50"/>
                  </a:cubicBezTo>
                  <a:cubicBezTo>
                    <a:pt x="370" y="50"/>
                    <a:pt x="368" y="50"/>
                    <a:pt x="366" y="49"/>
                  </a:cubicBezTo>
                  <a:close/>
                  <a:moveTo>
                    <a:pt x="299" y="46"/>
                  </a:moveTo>
                  <a:cubicBezTo>
                    <a:pt x="296" y="46"/>
                    <a:pt x="296" y="46"/>
                    <a:pt x="296" y="46"/>
                  </a:cubicBezTo>
                  <a:cubicBezTo>
                    <a:pt x="296" y="47"/>
                    <a:pt x="296" y="47"/>
                    <a:pt x="297" y="47"/>
                  </a:cubicBezTo>
                  <a:cubicBezTo>
                    <a:pt x="299" y="46"/>
                    <a:pt x="299" y="46"/>
                    <a:pt x="299" y="46"/>
                  </a:cubicBezTo>
                  <a:close/>
                  <a:moveTo>
                    <a:pt x="264" y="53"/>
                  </a:moveTo>
                  <a:cubicBezTo>
                    <a:pt x="264" y="53"/>
                    <a:pt x="264" y="53"/>
                    <a:pt x="264" y="53"/>
                  </a:cubicBezTo>
                  <a:cubicBezTo>
                    <a:pt x="264" y="53"/>
                    <a:pt x="265" y="53"/>
                    <a:pt x="265" y="53"/>
                  </a:cubicBezTo>
                  <a:cubicBezTo>
                    <a:pt x="265" y="53"/>
                    <a:pt x="265" y="53"/>
                    <a:pt x="265" y="53"/>
                  </a:cubicBezTo>
                  <a:cubicBezTo>
                    <a:pt x="269" y="52"/>
                    <a:pt x="269" y="52"/>
                    <a:pt x="269" y="52"/>
                  </a:cubicBezTo>
                  <a:lnTo>
                    <a:pt x="264" y="53"/>
                  </a:lnTo>
                  <a:close/>
                  <a:moveTo>
                    <a:pt x="264" y="53"/>
                  </a:moveTo>
                  <a:cubicBezTo>
                    <a:pt x="264" y="53"/>
                    <a:pt x="264" y="53"/>
                    <a:pt x="264" y="53"/>
                  </a:cubicBezTo>
                  <a:cubicBezTo>
                    <a:pt x="264" y="53"/>
                    <a:pt x="264" y="53"/>
                    <a:pt x="264" y="53"/>
                  </a:cubicBezTo>
                  <a:cubicBezTo>
                    <a:pt x="263" y="53"/>
                    <a:pt x="264" y="53"/>
                    <a:pt x="264" y="53"/>
                  </a:cubicBezTo>
                  <a:close/>
                  <a:moveTo>
                    <a:pt x="264" y="53"/>
                  </a:moveTo>
                  <a:cubicBezTo>
                    <a:pt x="264" y="53"/>
                    <a:pt x="264" y="53"/>
                    <a:pt x="264" y="53"/>
                  </a:cubicBezTo>
                  <a:cubicBezTo>
                    <a:pt x="264" y="53"/>
                    <a:pt x="264" y="53"/>
                    <a:pt x="264" y="53"/>
                  </a:cubicBezTo>
                  <a:cubicBezTo>
                    <a:pt x="264" y="53"/>
                    <a:pt x="264" y="53"/>
                    <a:pt x="264" y="53"/>
                  </a:cubicBezTo>
                  <a:close/>
                  <a:moveTo>
                    <a:pt x="265" y="51"/>
                  </a:moveTo>
                  <a:cubicBezTo>
                    <a:pt x="264" y="51"/>
                    <a:pt x="264" y="51"/>
                    <a:pt x="264" y="51"/>
                  </a:cubicBezTo>
                  <a:cubicBezTo>
                    <a:pt x="264" y="51"/>
                    <a:pt x="264" y="51"/>
                    <a:pt x="264" y="51"/>
                  </a:cubicBezTo>
                  <a:cubicBezTo>
                    <a:pt x="264" y="51"/>
                    <a:pt x="264" y="51"/>
                    <a:pt x="265" y="51"/>
                  </a:cubicBezTo>
                  <a:cubicBezTo>
                    <a:pt x="265" y="51"/>
                    <a:pt x="265" y="51"/>
                    <a:pt x="265" y="51"/>
                  </a:cubicBezTo>
                  <a:cubicBezTo>
                    <a:pt x="265" y="51"/>
                    <a:pt x="265" y="51"/>
                    <a:pt x="265" y="50"/>
                  </a:cubicBezTo>
                  <a:cubicBezTo>
                    <a:pt x="265" y="51"/>
                    <a:pt x="265" y="51"/>
                    <a:pt x="265" y="51"/>
                  </a:cubicBezTo>
                  <a:close/>
                  <a:moveTo>
                    <a:pt x="265" y="57"/>
                  </a:moveTo>
                  <a:cubicBezTo>
                    <a:pt x="265" y="57"/>
                    <a:pt x="265" y="57"/>
                    <a:pt x="265" y="57"/>
                  </a:cubicBezTo>
                  <a:cubicBezTo>
                    <a:pt x="265" y="57"/>
                    <a:pt x="265" y="57"/>
                    <a:pt x="265" y="57"/>
                  </a:cubicBezTo>
                  <a:close/>
                  <a:moveTo>
                    <a:pt x="264" y="51"/>
                  </a:moveTo>
                  <a:cubicBezTo>
                    <a:pt x="264" y="51"/>
                    <a:pt x="264" y="52"/>
                    <a:pt x="264" y="52"/>
                  </a:cubicBezTo>
                  <a:cubicBezTo>
                    <a:pt x="264" y="52"/>
                    <a:pt x="264" y="52"/>
                    <a:pt x="264" y="51"/>
                  </a:cubicBezTo>
                  <a:close/>
                  <a:moveTo>
                    <a:pt x="264" y="51"/>
                  </a:moveTo>
                  <a:cubicBezTo>
                    <a:pt x="264" y="51"/>
                    <a:pt x="264" y="51"/>
                    <a:pt x="264" y="51"/>
                  </a:cubicBezTo>
                  <a:cubicBezTo>
                    <a:pt x="264" y="51"/>
                    <a:pt x="264" y="51"/>
                    <a:pt x="264" y="51"/>
                  </a:cubicBezTo>
                  <a:close/>
                  <a:moveTo>
                    <a:pt x="265" y="58"/>
                  </a:moveTo>
                  <a:cubicBezTo>
                    <a:pt x="265" y="58"/>
                    <a:pt x="265" y="58"/>
                    <a:pt x="265" y="58"/>
                  </a:cubicBezTo>
                  <a:cubicBezTo>
                    <a:pt x="265" y="58"/>
                    <a:pt x="265" y="58"/>
                    <a:pt x="265" y="58"/>
                  </a:cubicBezTo>
                  <a:close/>
                  <a:moveTo>
                    <a:pt x="265" y="57"/>
                  </a:moveTo>
                  <a:cubicBezTo>
                    <a:pt x="264" y="57"/>
                    <a:pt x="264" y="57"/>
                    <a:pt x="264" y="57"/>
                  </a:cubicBezTo>
                  <a:cubicBezTo>
                    <a:pt x="264" y="57"/>
                    <a:pt x="265" y="57"/>
                    <a:pt x="265" y="57"/>
                  </a:cubicBezTo>
                  <a:close/>
                  <a:moveTo>
                    <a:pt x="263" y="51"/>
                  </a:moveTo>
                  <a:cubicBezTo>
                    <a:pt x="263" y="51"/>
                    <a:pt x="263" y="51"/>
                    <a:pt x="263" y="51"/>
                  </a:cubicBezTo>
                  <a:cubicBezTo>
                    <a:pt x="263" y="51"/>
                    <a:pt x="263" y="51"/>
                    <a:pt x="263" y="51"/>
                  </a:cubicBezTo>
                  <a:close/>
                  <a:moveTo>
                    <a:pt x="263" y="54"/>
                  </a:moveTo>
                  <a:cubicBezTo>
                    <a:pt x="263" y="54"/>
                    <a:pt x="263" y="53"/>
                    <a:pt x="263" y="53"/>
                  </a:cubicBezTo>
                  <a:cubicBezTo>
                    <a:pt x="263" y="53"/>
                    <a:pt x="263" y="53"/>
                    <a:pt x="263" y="54"/>
                  </a:cubicBezTo>
                  <a:close/>
                  <a:moveTo>
                    <a:pt x="262" y="53"/>
                  </a:moveTo>
                  <a:cubicBezTo>
                    <a:pt x="263" y="53"/>
                    <a:pt x="263" y="53"/>
                    <a:pt x="263" y="53"/>
                  </a:cubicBezTo>
                  <a:cubicBezTo>
                    <a:pt x="263" y="53"/>
                    <a:pt x="262" y="53"/>
                    <a:pt x="262" y="53"/>
                  </a:cubicBezTo>
                  <a:close/>
                  <a:moveTo>
                    <a:pt x="262" y="53"/>
                  </a:moveTo>
                  <a:cubicBezTo>
                    <a:pt x="262" y="52"/>
                    <a:pt x="262" y="53"/>
                    <a:pt x="262" y="53"/>
                  </a:cubicBezTo>
                  <a:cubicBezTo>
                    <a:pt x="262" y="53"/>
                    <a:pt x="262" y="52"/>
                    <a:pt x="262" y="52"/>
                  </a:cubicBezTo>
                  <a:cubicBezTo>
                    <a:pt x="262" y="53"/>
                    <a:pt x="262" y="53"/>
                    <a:pt x="262" y="53"/>
                  </a:cubicBezTo>
                  <a:close/>
                  <a:moveTo>
                    <a:pt x="262" y="56"/>
                  </a:moveTo>
                  <a:cubicBezTo>
                    <a:pt x="263" y="56"/>
                    <a:pt x="262" y="56"/>
                    <a:pt x="262" y="56"/>
                  </a:cubicBezTo>
                  <a:close/>
                  <a:moveTo>
                    <a:pt x="261" y="58"/>
                  </a:moveTo>
                  <a:cubicBezTo>
                    <a:pt x="262" y="58"/>
                    <a:pt x="262" y="58"/>
                    <a:pt x="262" y="58"/>
                  </a:cubicBezTo>
                  <a:cubicBezTo>
                    <a:pt x="262" y="58"/>
                    <a:pt x="261" y="58"/>
                    <a:pt x="261" y="58"/>
                  </a:cubicBezTo>
                  <a:close/>
                  <a:moveTo>
                    <a:pt x="262" y="58"/>
                  </a:moveTo>
                  <a:cubicBezTo>
                    <a:pt x="262" y="58"/>
                    <a:pt x="262" y="58"/>
                    <a:pt x="262" y="58"/>
                  </a:cubicBezTo>
                  <a:cubicBezTo>
                    <a:pt x="262" y="59"/>
                    <a:pt x="262" y="59"/>
                    <a:pt x="262" y="58"/>
                  </a:cubicBezTo>
                  <a:close/>
                  <a:moveTo>
                    <a:pt x="262" y="61"/>
                  </a:moveTo>
                  <a:cubicBezTo>
                    <a:pt x="262" y="61"/>
                    <a:pt x="262" y="61"/>
                    <a:pt x="262" y="61"/>
                  </a:cubicBezTo>
                  <a:cubicBezTo>
                    <a:pt x="262" y="61"/>
                    <a:pt x="262" y="61"/>
                    <a:pt x="262" y="61"/>
                  </a:cubicBezTo>
                  <a:close/>
                  <a:moveTo>
                    <a:pt x="261" y="61"/>
                  </a:moveTo>
                  <a:cubicBezTo>
                    <a:pt x="260" y="61"/>
                    <a:pt x="260" y="61"/>
                    <a:pt x="261" y="61"/>
                  </a:cubicBezTo>
                  <a:close/>
                  <a:moveTo>
                    <a:pt x="339" y="54"/>
                  </a:moveTo>
                  <a:cubicBezTo>
                    <a:pt x="334" y="54"/>
                    <a:pt x="330" y="54"/>
                    <a:pt x="326" y="54"/>
                  </a:cubicBezTo>
                  <a:cubicBezTo>
                    <a:pt x="329" y="54"/>
                    <a:pt x="333" y="54"/>
                    <a:pt x="336" y="54"/>
                  </a:cubicBezTo>
                  <a:cubicBezTo>
                    <a:pt x="336" y="54"/>
                    <a:pt x="338" y="54"/>
                    <a:pt x="339" y="54"/>
                  </a:cubicBezTo>
                  <a:close/>
                  <a:moveTo>
                    <a:pt x="263" y="56"/>
                  </a:moveTo>
                  <a:cubicBezTo>
                    <a:pt x="264" y="56"/>
                    <a:pt x="264" y="56"/>
                    <a:pt x="264" y="56"/>
                  </a:cubicBezTo>
                  <a:cubicBezTo>
                    <a:pt x="264" y="56"/>
                    <a:pt x="264" y="56"/>
                    <a:pt x="264" y="56"/>
                  </a:cubicBezTo>
                  <a:cubicBezTo>
                    <a:pt x="264" y="56"/>
                    <a:pt x="265" y="56"/>
                    <a:pt x="265" y="56"/>
                  </a:cubicBezTo>
                  <a:cubicBezTo>
                    <a:pt x="265" y="56"/>
                    <a:pt x="265" y="56"/>
                    <a:pt x="265" y="56"/>
                  </a:cubicBezTo>
                  <a:cubicBezTo>
                    <a:pt x="265" y="56"/>
                    <a:pt x="265" y="56"/>
                    <a:pt x="265" y="56"/>
                  </a:cubicBezTo>
                  <a:cubicBezTo>
                    <a:pt x="265" y="56"/>
                    <a:pt x="265" y="56"/>
                    <a:pt x="265" y="56"/>
                  </a:cubicBezTo>
                  <a:cubicBezTo>
                    <a:pt x="265" y="56"/>
                    <a:pt x="265" y="56"/>
                    <a:pt x="265" y="55"/>
                  </a:cubicBezTo>
                  <a:cubicBezTo>
                    <a:pt x="265" y="56"/>
                    <a:pt x="264" y="56"/>
                    <a:pt x="263" y="56"/>
                  </a:cubicBezTo>
                  <a:close/>
                  <a:moveTo>
                    <a:pt x="264" y="52"/>
                  </a:moveTo>
                  <a:cubicBezTo>
                    <a:pt x="264" y="52"/>
                    <a:pt x="264" y="52"/>
                    <a:pt x="264" y="52"/>
                  </a:cubicBezTo>
                  <a:cubicBezTo>
                    <a:pt x="264" y="52"/>
                    <a:pt x="263" y="52"/>
                    <a:pt x="263" y="52"/>
                  </a:cubicBezTo>
                  <a:cubicBezTo>
                    <a:pt x="263" y="52"/>
                    <a:pt x="264" y="52"/>
                    <a:pt x="264" y="52"/>
                  </a:cubicBezTo>
                  <a:close/>
                  <a:moveTo>
                    <a:pt x="261" y="53"/>
                  </a:moveTo>
                  <a:cubicBezTo>
                    <a:pt x="261" y="52"/>
                    <a:pt x="261" y="52"/>
                    <a:pt x="260" y="52"/>
                  </a:cubicBezTo>
                  <a:cubicBezTo>
                    <a:pt x="260" y="53"/>
                    <a:pt x="259" y="53"/>
                    <a:pt x="259" y="53"/>
                  </a:cubicBezTo>
                  <a:cubicBezTo>
                    <a:pt x="259" y="53"/>
                    <a:pt x="260" y="53"/>
                    <a:pt x="260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1" y="53"/>
                    <a:pt x="261" y="53"/>
                    <a:pt x="262" y="52"/>
                  </a:cubicBezTo>
                  <a:cubicBezTo>
                    <a:pt x="262" y="52"/>
                    <a:pt x="262" y="52"/>
                    <a:pt x="262" y="52"/>
                  </a:cubicBezTo>
                  <a:cubicBezTo>
                    <a:pt x="262" y="52"/>
                    <a:pt x="263" y="52"/>
                    <a:pt x="263" y="52"/>
                  </a:cubicBezTo>
                  <a:cubicBezTo>
                    <a:pt x="262" y="52"/>
                    <a:pt x="262" y="52"/>
                    <a:pt x="261" y="53"/>
                  </a:cubicBezTo>
                  <a:close/>
                  <a:moveTo>
                    <a:pt x="262" y="59"/>
                  </a:moveTo>
                  <a:cubicBezTo>
                    <a:pt x="262" y="59"/>
                    <a:pt x="262" y="59"/>
                    <a:pt x="262" y="59"/>
                  </a:cubicBezTo>
                  <a:cubicBezTo>
                    <a:pt x="262" y="59"/>
                    <a:pt x="262" y="59"/>
                    <a:pt x="262" y="59"/>
                  </a:cubicBezTo>
                  <a:close/>
                  <a:moveTo>
                    <a:pt x="500" y="148"/>
                  </a:moveTo>
                  <a:cubicBezTo>
                    <a:pt x="498" y="158"/>
                    <a:pt x="496" y="166"/>
                    <a:pt x="494" y="169"/>
                  </a:cubicBezTo>
                  <a:cubicBezTo>
                    <a:pt x="493" y="172"/>
                    <a:pt x="495" y="168"/>
                    <a:pt x="494" y="170"/>
                  </a:cubicBezTo>
                  <a:cubicBezTo>
                    <a:pt x="493" y="174"/>
                    <a:pt x="490" y="181"/>
                    <a:pt x="488" y="184"/>
                  </a:cubicBezTo>
                  <a:cubicBezTo>
                    <a:pt x="486" y="189"/>
                    <a:pt x="483" y="194"/>
                    <a:pt x="480" y="199"/>
                  </a:cubicBezTo>
                  <a:cubicBezTo>
                    <a:pt x="478" y="202"/>
                    <a:pt x="477" y="204"/>
                    <a:pt x="475" y="206"/>
                  </a:cubicBezTo>
                  <a:cubicBezTo>
                    <a:pt x="470" y="212"/>
                    <a:pt x="470" y="212"/>
                    <a:pt x="470" y="212"/>
                  </a:cubicBezTo>
                  <a:cubicBezTo>
                    <a:pt x="469" y="214"/>
                    <a:pt x="466" y="216"/>
                    <a:pt x="465" y="217"/>
                  </a:cubicBezTo>
                  <a:cubicBezTo>
                    <a:pt x="462" y="221"/>
                    <a:pt x="456" y="228"/>
                    <a:pt x="452" y="232"/>
                  </a:cubicBezTo>
                  <a:cubicBezTo>
                    <a:pt x="438" y="245"/>
                    <a:pt x="422" y="256"/>
                    <a:pt x="405" y="264"/>
                  </a:cubicBezTo>
                  <a:cubicBezTo>
                    <a:pt x="387" y="272"/>
                    <a:pt x="369" y="278"/>
                    <a:pt x="351" y="284"/>
                  </a:cubicBezTo>
                  <a:cubicBezTo>
                    <a:pt x="314" y="295"/>
                    <a:pt x="277" y="301"/>
                    <a:pt x="239" y="304"/>
                  </a:cubicBezTo>
                  <a:cubicBezTo>
                    <a:pt x="221" y="305"/>
                    <a:pt x="200" y="305"/>
                    <a:pt x="183" y="305"/>
                  </a:cubicBezTo>
                  <a:cubicBezTo>
                    <a:pt x="177" y="304"/>
                    <a:pt x="172" y="304"/>
                    <a:pt x="167" y="304"/>
                  </a:cubicBezTo>
                  <a:cubicBezTo>
                    <a:pt x="155" y="303"/>
                    <a:pt x="142" y="302"/>
                    <a:pt x="129" y="301"/>
                  </a:cubicBezTo>
                  <a:cubicBezTo>
                    <a:pt x="116" y="299"/>
                    <a:pt x="103" y="298"/>
                    <a:pt x="93" y="296"/>
                  </a:cubicBezTo>
                  <a:cubicBezTo>
                    <a:pt x="77" y="292"/>
                    <a:pt x="61" y="288"/>
                    <a:pt x="45" y="280"/>
                  </a:cubicBezTo>
                  <a:cubicBezTo>
                    <a:pt x="38" y="277"/>
                    <a:pt x="32" y="273"/>
                    <a:pt x="27" y="269"/>
                  </a:cubicBezTo>
                  <a:cubicBezTo>
                    <a:pt x="24" y="268"/>
                    <a:pt x="22" y="266"/>
                    <a:pt x="20" y="264"/>
                  </a:cubicBezTo>
                  <a:cubicBezTo>
                    <a:pt x="11" y="256"/>
                    <a:pt x="4" y="244"/>
                    <a:pt x="2" y="232"/>
                  </a:cubicBezTo>
                  <a:cubicBezTo>
                    <a:pt x="1" y="225"/>
                    <a:pt x="0" y="219"/>
                    <a:pt x="0" y="213"/>
                  </a:cubicBezTo>
                  <a:cubicBezTo>
                    <a:pt x="0" y="203"/>
                    <a:pt x="2" y="191"/>
                    <a:pt x="6" y="180"/>
                  </a:cubicBezTo>
                  <a:cubicBezTo>
                    <a:pt x="10" y="169"/>
                    <a:pt x="16" y="158"/>
                    <a:pt x="22" y="148"/>
                  </a:cubicBezTo>
                  <a:cubicBezTo>
                    <a:pt x="25" y="143"/>
                    <a:pt x="29" y="139"/>
                    <a:pt x="32" y="134"/>
                  </a:cubicBezTo>
                  <a:cubicBezTo>
                    <a:pt x="34" y="132"/>
                    <a:pt x="36" y="130"/>
                    <a:pt x="38" y="127"/>
                  </a:cubicBezTo>
                  <a:cubicBezTo>
                    <a:pt x="44" y="119"/>
                    <a:pt x="54" y="109"/>
                    <a:pt x="61" y="102"/>
                  </a:cubicBezTo>
                  <a:cubicBezTo>
                    <a:pt x="65" y="98"/>
                    <a:pt x="69" y="95"/>
                    <a:pt x="74" y="91"/>
                  </a:cubicBezTo>
                  <a:cubicBezTo>
                    <a:pt x="83" y="83"/>
                    <a:pt x="92" y="76"/>
                    <a:pt x="100" y="70"/>
                  </a:cubicBezTo>
                  <a:cubicBezTo>
                    <a:pt x="111" y="62"/>
                    <a:pt x="128" y="52"/>
                    <a:pt x="143" y="45"/>
                  </a:cubicBezTo>
                  <a:cubicBezTo>
                    <a:pt x="144" y="44"/>
                    <a:pt x="144" y="44"/>
                    <a:pt x="144" y="44"/>
                  </a:cubicBezTo>
                  <a:cubicBezTo>
                    <a:pt x="155" y="39"/>
                    <a:pt x="166" y="33"/>
                    <a:pt x="177" y="29"/>
                  </a:cubicBezTo>
                  <a:cubicBezTo>
                    <a:pt x="179" y="29"/>
                    <a:pt x="179" y="29"/>
                    <a:pt x="180" y="28"/>
                  </a:cubicBezTo>
                  <a:cubicBezTo>
                    <a:pt x="194" y="23"/>
                    <a:pt x="194" y="23"/>
                    <a:pt x="194" y="23"/>
                  </a:cubicBezTo>
                  <a:cubicBezTo>
                    <a:pt x="215" y="16"/>
                    <a:pt x="231" y="12"/>
                    <a:pt x="249" y="9"/>
                  </a:cubicBezTo>
                  <a:cubicBezTo>
                    <a:pt x="259" y="6"/>
                    <a:pt x="271" y="5"/>
                    <a:pt x="281" y="3"/>
                  </a:cubicBezTo>
                  <a:cubicBezTo>
                    <a:pt x="284" y="3"/>
                    <a:pt x="287" y="2"/>
                    <a:pt x="290" y="2"/>
                  </a:cubicBezTo>
                  <a:cubicBezTo>
                    <a:pt x="293" y="2"/>
                    <a:pt x="295" y="2"/>
                    <a:pt x="297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7" y="1"/>
                    <a:pt x="311" y="0"/>
                    <a:pt x="314" y="0"/>
                  </a:cubicBezTo>
                  <a:cubicBezTo>
                    <a:pt x="318" y="0"/>
                    <a:pt x="321" y="0"/>
                    <a:pt x="324" y="0"/>
                  </a:cubicBezTo>
                  <a:cubicBezTo>
                    <a:pt x="327" y="0"/>
                    <a:pt x="331" y="0"/>
                    <a:pt x="334" y="0"/>
                  </a:cubicBezTo>
                  <a:cubicBezTo>
                    <a:pt x="343" y="0"/>
                    <a:pt x="351" y="0"/>
                    <a:pt x="361" y="1"/>
                  </a:cubicBezTo>
                  <a:cubicBezTo>
                    <a:pt x="368" y="2"/>
                    <a:pt x="376" y="2"/>
                    <a:pt x="384" y="4"/>
                  </a:cubicBezTo>
                  <a:cubicBezTo>
                    <a:pt x="389" y="4"/>
                    <a:pt x="394" y="5"/>
                    <a:pt x="398" y="6"/>
                  </a:cubicBezTo>
                  <a:cubicBezTo>
                    <a:pt x="400" y="7"/>
                    <a:pt x="403" y="8"/>
                    <a:pt x="405" y="8"/>
                  </a:cubicBezTo>
                  <a:cubicBezTo>
                    <a:pt x="408" y="9"/>
                    <a:pt x="410" y="10"/>
                    <a:pt x="413" y="11"/>
                  </a:cubicBezTo>
                  <a:cubicBezTo>
                    <a:pt x="415" y="11"/>
                    <a:pt x="415" y="11"/>
                    <a:pt x="415" y="11"/>
                  </a:cubicBezTo>
                  <a:cubicBezTo>
                    <a:pt x="415" y="11"/>
                    <a:pt x="415" y="11"/>
                    <a:pt x="415" y="11"/>
                  </a:cubicBezTo>
                  <a:cubicBezTo>
                    <a:pt x="415" y="11"/>
                    <a:pt x="415" y="11"/>
                    <a:pt x="415" y="11"/>
                  </a:cubicBezTo>
                  <a:cubicBezTo>
                    <a:pt x="416" y="11"/>
                    <a:pt x="416" y="11"/>
                    <a:pt x="416" y="12"/>
                  </a:cubicBezTo>
                  <a:cubicBezTo>
                    <a:pt x="417" y="12"/>
                    <a:pt x="419" y="13"/>
                    <a:pt x="420" y="12"/>
                  </a:cubicBezTo>
                  <a:cubicBezTo>
                    <a:pt x="420" y="12"/>
                    <a:pt x="420" y="12"/>
                    <a:pt x="420" y="12"/>
                  </a:cubicBezTo>
                  <a:cubicBezTo>
                    <a:pt x="421" y="12"/>
                    <a:pt x="421" y="12"/>
                    <a:pt x="421" y="12"/>
                  </a:cubicBezTo>
                  <a:cubicBezTo>
                    <a:pt x="421" y="13"/>
                    <a:pt x="422" y="13"/>
                    <a:pt x="423" y="13"/>
                  </a:cubicBezTo>
                  <a:cubicBezTo>
                    <a:pt x="423" y="13"/>
                    <a:pt x="423" y="13"/>
                    <a:pt x="423" y="13"/>
                  </a:cubicBezTo>
                  <a:cubicBezTo>
                    <a:pt x="424" y="13"/>
                    <a:pt x="424" y="14"/>
                    <a:pt x="424" y="14"/>
                  </a:cubicBezTo>
                  <a:cubicBezTo>
                    <a:pt x="425" y="14"/>
                    <a:pt x="425" y="14"/>
                    <a:pt x="425" y="14"/>
                  </a:cubicBezTo>
                  <a:cubicBezTo>
                    <a:pt x="426" y="14"/>
                    <a:pt x="426" y="14"/>
                    <a:pt x="426" y="15"/>
                  </a:cubicBezTo>
                  <a:cubicBezTo>
                    <a:pt x="426" y="15"/>
                    <a:pt x="426" y="15"/>
                    <a:pt x="426" y="15"/>
                  </a:cubicBezTo>
                  <a:cubicBezTo>
                    <a:pt x="426" y="15"/>
                    <a:pt x="427" y="16"/>
                    <a:pt x="428" y="16"/>
                  </a:cubicBezTo>
                  <a:cubicBezTo>
                    <a:pt x="428" y="17"/>
                    <a:pt x="429" y="17"/>
                    <a:pt x="429" y="17"/>
                  </a:cubicBezTo>
                  <a:cubicBezTo>
                    <a:pt x="430" y="17"/>
                    <a:pt x="430" y="19"/>
                    <a:pt x="431" y="19"/>
                  </a:cubicBezTo>
                  <a:cubicBezTo>
                    <a:pt x="430" y="20"/>
                    <a:pt x="431" y="20"/>
                    <a:pt x="431" y="20"/>
                  </a:cubicBezTo>
                  <a:cubicBezTo>
                    <a:pt x="431" y="20"/>
                    <a:pt x="431" y="21"/>
                    <a:pt x="431" y="21"/>
                  </a:cubicBezTo>
                  <a:cubicBezTo>
                    <a:pt x="431" y="21"/>
                    <a:pt x="431" y="22"/>
                    <a:pt x="431" y="22"/>
                  </a:cubicBezTo>
                  <a:cubicBezTo>
                    <a:pt x="431" y="22"/>
                    <a:pt x="431" y="23"/>
                    <a:pt x="431" y="23"/>
                  </a:cubicBezTo>
                  <a:cubicBezTo>
                    <a:pt x="431" y="23"/>
                    <a:pt x="432" y="24"/>
                    <a:pt x="432" y="24"/>
                  </a:cubicBezTo>
                  <a:cubicBezTo>
                    <a:pt x="432" y="25"/>
                    <a:pt x="431" y="25"/>
                    <a:pt x="431" y="26"/>
                  </a:cubicBezTo>
                  <a:cubicBezTo>
                    <a:pt x="431" y="27"/>
                    <a:pt x="430" y="28"/>
                    <a:pt x="430" y="29"/>
                  </a:cubicBezTo>
                  <a:cubicBezTo>
                    <a:pt x="430" y="29"/>
                    <a:pt x="430" y="29"/>
                    <a:pt x="430" y="29"/>
                  </a:cubicBezTo>
                  <a:cubicBezTo>
                    <a:pt x="429" y="29"/>
                    <a:pt x="429" y="30"/>
                    <a:pt x="428" y="30"/>
                  </a:cubicBezTo>
                  <a:cubicBezTo>
                    <a:pt x="428" y="30"/>
                    <a:pt x="428" y="30"/>
                    <a:pt x="428" y="31"/>
                  </a:cubicBezTo>
                  <a:cubicBezTo>
                    <a:pt x="427" y="31"/>
                    <a:pt x="427" y="31"/>
                    <a:pt x="427" y="31"/>
                  </a:cubicBezTo>
                  <a:cubicBezTo>
                    <a:pt x="426" y="31"/>
                    <a:pt x="424" y="32"/>
                    <a:pt x="423" y="32"/>
                  </a:cubicBezTo>
                  <a:cubicBezTo>
                    <a:pt x="423" y="32"/>
                    <a:pt x="423" y="32"/>
                    <a:pt x="423" y="32"/>
                  </a:cubicBezTo>
                  <a:cubicBezTo>
                    <a:pt x="422" y="32"/>
                    <a:pt x="422" y="32"/>
                    <a:pt x="421" y="32"/>
                  </a:cubicBezTo>
                  <a:cubicBezTo>
                    <a:pt x="421" y="33"/>
                    <a:pt x="420" y="32"/>
                    <a:pt x="420" y="32"/>
                  </a:cubicBezTo>
                  <a:cubicBezTo>
                    <a:pt x="420" y="32"/>
                    <a:pt x="419" y="32"/>
                    <a:pt x="419" y="32"/>
                  </a:cubicBezTo>
                  <a:cubicBezTo>
                    <a:pt x="419" y="32"/>
                    <a:pt x="418" y="32"/>
                    <a:pt x="418" y="32"/>
                  </a:cubicBezTo>
                  <a:cubicBezTo>
                    <a:pt x="417" y="32"/>
                    <a:pt x="417" y="31"/>
                    <a:pt x="416" y="31"/>
                  </a:cubicBezTo>
                  <a:cubicBezTo>
                    <a:pt x="416" y="31"/>
                    <a:pt x="416" y="31"/>
                    <a:pt x="416" y="31"/>
                  </a:cubicBezTo>
                  <a:cubicBezTo>
                    <a:pt x="415" y="31"/>
                    <a:pt x="415" y="30"/>
                    <a:pt x="415" y="30"/>
                  </a:cubicBezTo>
                  <a:cubicBezTo>
                    <a:pt x="415" y="30"/>
                    <a:pt x="415" y="30"/>
                    <a:pt x="414" y="30"/>
                  </a:cubicBezTo>
                  <a:cubicBezTo>
                    <a:pt x="414" y="29"/>
                    <a:pt x="415" y="29"/>
                    <a:pt x="414" y="29"/>
                  </a:cubicBezTo>
                  <a:cubicBezTo>
                    <a:pt x="414" y="28"/>
                    <a:pt x="413" y="30"/>
                    <a:pt x="413" y="29"/>
                  </a:cubicBezTo>
                  <a:cubicBezTo>
                    <a:pt x="413" y="28"/>
                    <a:pt x="412" y="28"/>
                    <a:pt x="411" y="27"/>
                  </a:cubicBezTo>
                  <a:cubicBezTo>
                    <a:pt x="410" y="27"/>
                    <a:pt x="410" y="27"/>
                    <a:pt x="410" y="27"/>
                  </a:cubicBezTo>
                  <a:cubicBezTo>
                    <a:pt x="410" y="27"/>
                    <a:pt x="410" y="27"/>
                    <a:pt x="410" y="27"/>
                  </a:cubicBezTo>
                  <a:cubicBezTo>
                    <a:pt x="410" y="27"/>
                    <a:pt x="410" y="27"/>
                    <a:pt x="410" y="27"/>
                  </a:cubicBezTo>
                  <a:cubicBezTo>
                    <a:pt x="408" y="26"/>
                    <a:pt x="408" y="26"/>
                    <a:pt x="408" y="26"/>
                  </a:cubicBezTo>
                  <a:cubicBezTo>
                    <a:pt x="407" y="26"/>
                    <a:pt x="407" y="26"/>
                    <a:pt x="407" y="26"/>
                  </a:cubicBezTo>
                  <a:cubicBezTo>
                    <a:pt x="399" y="23"/>
                    <a:pt x="390" y="21"/>
                    <a:pt x="383" y="20"/>
                  </a:cubicBezTo>
                  <a:cubicBezTo>
                    <a:pt x="376" y="19"/>
                    <a:pt x="370" y="18"/>
                    <a:pt x="363" y="17"/>
                  </a:cubicBezTo>
                  <a:cubicBezTo>
                    <a:pt x="342" y="15"/>
                    <a:pt x="321" y="16"/>
                    <a:pt x="300" y="17"/>
                  </a:cubicBezTo>
                  <a:cubicBezTo>
                    <a:pt x="288" y="18"/>
                    <a:pt x="273" y="20"/>
                    <a:pt x="262" y="22"/>
                  </a:cubicBezTo>
                  <a:cubicBezTo>
                    <a:pt x="249" y="24"/>
                    <a:pt x="236" y="27"/>
                    <a:pt x="224" y="30"/>
                  </a:cubicBezTo>
                  <a:cubicBezTo>
                    <a:pt x="217" y="32"/>
                    <a:pt x="210" y="34"/>
                    <a:pt x="203" y="36"/>
                  </a:cubicBezTo>
                  <a:cubicBezTo>
                    <a:pt x="196" y="38"/>
                    <a:pt x="196" y="38"/>
                    <a:pt x="196" y="38"/>
                  </a:cubicBezTo>
                  <a:cubicBezTo>
                    <a:pt x="190" y="41"/>
                    <a:pt x="183" y="43"/>
                    <a:pt x="176" y="46"/>
                  </a:cubicBezTo>
                  <a:cubicBezTo>
                    <a:pt x="170" y="49"/>
                    <a:pt x="164" y="51"/>
                    <a:pt x="157" y="54"/>
                  </a:cubicBezTo>
                  <a:cubicBezTo>
                    <a:pt x="148" y="58"/>
                    <a:pt x="138" y="64"/>
                    <a:pt x="127" y="70"/>
                  </a:cubicBezTo>
                  <a:cubicBezTo>
                    <a:pt x="117" y="77"/>
                    <a:pt x="106" y="84"/>
                    <a:pt x="96" y="92"/>
                  </a:cubicBezTo>
                  <a:cubicBezTo>
                    <a:pt x="93" y="94"/>
                    <a:pt x="93" y="94"/>
                    <a:pt x="93" y="94"/>
                  </a:cubicBezTo>
                  <a:cubicBezTo>
                    <a:pt x="80" y="104"/>
                    <a:pt x="69" y="115"/>
                    <a:pt x="59" y="125"/>
                  </a:cubicBezTo>
                  <a:cubicBezTo>
                    <a:pt x="47" y="138"/>
                    <a:pt x="34" y="155"/>
                    <a:pt x="26" y="171"/>
                  </a:cubicBezTo>
                  <a:cubicBezTo>
                    <a:pt x="19" y="186"/>
                    <a:pt x="14" y="201"/>
                    <a:pt x="14" y="217"/>
                  </a:cubicBezTo>
                  <a:cubicBezTo>
                    <a:pt x="15" y="222"/>
                    <a:pt x="15" y="229"/>
                    <a:pt x="17" y="234"/>
                  </a:cubicBezTo>
                  <a:cubicBezTo>
                    <a:pt x="19" y="239"/>
                    <a:pt x="22" y="244"/>
                    <a:pt x="26" y="249"/>
                  </a:cubicBezTo>
                  <a:cubicBezTo>
                    <a:pt x="28" y="252"/>
                    <a:pt x="31" y="255"/>
                    <a:pt x="35" y="258"/>
                  </a:cubicBezTo>
                  <a:cubicBezTo>
                    <a:pt x="40" y="261"/>
                    <a:pt x="45" y="264"/>
                    <a:pt x="51" y="267"/>
                  </a:cubicBezTo>
                  <a:cubicBezTo>
                    <a:pt x="61" y="272"/>
                    <a:pt x="72" y="276"/>
                    <a:pt x="84" y="279"/>
                  </a:cubicBezTo>
                  <a:cubicBezTo>
                    <a:pt x="95" y="282"/>
                    <a:pt x="106" y="284"/>
                    <a:pt x="117" y="285"/>
                  </a:cubicBezTo>
                  <a:cubicBezTo>
                    <a:pt x="121" y="286"/>
                    <a:pt x="125" y="286"/>
                    <a:pt x="129" y="287"/>
                  </a:cubicBezTo>
                  <a:cubicBezTo>
                    <a:pt x="131" y="287"/>
                    <a:pt x="134" y="287"/>
                    <a:pt x="137" y="287"/>
                  </a:cubicBezTo>
                  <a:cubicBezTo>
                    <a:pt x="150" y="289"/>
                    <a:pt x="168" y="290"/>
                    <a:pt x="184" y="291"/>
                  </a:cubicBezTo>
                  <a:cubicBezTo>
                    <a:pt x="206" y="291"/>
                    <a:pt x="227" y="291"/>
                    <a:pt x="251" y="289"/>
                  </a:cubicBezTo>
                  <a:cubicBezTo>
                    <a:pt x="268" y="287"/>
                    <a:pt x="287" y="285"/>
                    <a:pt x="306" y="281"/>
                  </a:cubicBezTo>
                  <a:cubicBezTo>
                    <a:pt x="331" y="276"/>
                    <a:pt x="357" y="268"/>
                    <a:pt x="381" y="259"/>
                  </a:cubicBezTo>
                  <a:cubicBezTo>
                    <a:pt x="395" y="254"/>
                    <a:pt x="407" y="248"/>
                    <a:pt x="419" y="241"/>
                  </a:cubicBezTo>
                  <a:cubicBezTo>
                    <a:pt x="430" y="233"/>
                    <a:pt x="440" y="224"/>
                    <a:pt x="449" y="215"/>
                  </a:cubicBezTo>
                  <a:cubicBezTo>
                    <a:pt x="450" y="214"/>
                    <a:pt x="451" y="213"/>
                    <a:pt x="453" y="211"/>
                  </a:cubicBezTo>
                  <a:cubicBezTo>
                    <a:pt x="455" y="209"/>
                    <a:pt x="454" y="210"/>
                    <a:pt x="456" y="207"/>
                  </a:cubicBezTo>
                  <a:cubicBezTo>
                    <a:pt x="458" y="205"/>
                    <a:pt x="457" y="207"/>
                    <a:pt x="458" y="205"/>
                  </a:cubicBezTo>
                  <a:cubicBezTo>
                    <a:pt x="464" y="198"/>
                    <a:pt x="464" y="198"/>
                    <a:pt x="464" y="198"/>
                  </a:cubicBezTo>
                  <a:cubicBezTo>
                    <a:pt x="465" y="197"/>
                    <a:pt x="466" y="196"/>
                    <a:pt x="467" y="195"/>
                  </a:cubicBezTo>
                  <a:cubicBezTo>
                    <a:pt x="467" y="194"/>
                    <a:pt x="468" y="193"/>
                    <a:pt x="469" y="192"/>
                  </a:cubicBezTo>
                  <a:cubicBezTo>
                    <a:pt x="472" y="187"/>
                    <a:pt x="475" y="182"/>
                    <a:pt x="477" y="177"/>
                  </a:cubicBezTo>
                  <a:cubicBezTo>
                    <a:pt x="482" y="167"/>
                    <a:pt x="486" y="156"/>
                    <a:pt x="487" y="146"/>
                  </a:cubicBezTo>
                  <a:cubicBezTo>
                    <a:pt x="487" y="143"/>
                    <a:pt x="487" y="146"/>
                    <a:pt x="488" y="144"/>
                  </a:cubicBezTo>
                  <a:cubicBezTo>
                    <a:pt x="488" y="142"/>
                    <a:pt x="488" y="141"/>
                    <a:pt x="487" y="139"/>
                  </a:cubicBezTo>
                  <a:cubicBezTo>
                    <a:pt x="487" y="137"/>
                    <a:pt x="487" y="136"/>
                    <a:pt x="487" y="134"/>
                  </a:cubicBezTo>
                  <a:cubicBezTo>
                    <a:pt x="487" y="130"/>
                    <a:pt x="486" y="126"/>
                    <a:pt x="485" y="123"/>
                  </a:cubicBezTo>
                  <a:cubicBezTo>
                    <a:pt x="483" y="115"/>
                    <a:pt x="480" y="108"/>
                    <a:pt x="475" y="103"/>
                  </a:cubicBezTo>
                  <a:cubicBezTo>
                    <a:pt x="472" y="98"/>
                    <a:pt x="467" y="94"/>
                    <a:pt x="462" y="91"/>
                  </a:cubicBezTo>
                  <a:cubicBezTo>
                    <a:pt x="460" y="90"/>
                    <a:pt x="461" y="90"/>
                    <a:pt x="460" y="90"/>
                  </a:cubicBezTo>
                  <a:cubicBezTo>
                    <a:pt x="458" y="89"/>
                    <a:pt x="459" y="89"/>
                    <a:pt x="458" y="88"/>
                  </a:cubicBezTo>
                  <a:cubicBezTo>
                    <a:pt x="456" y="87"/>
                    <a:pt x="456" y="87"/>
                    <a:pt x="456" y="87"/>
                  </a:cubicBezTo>
                  <a:cubicBezTo>
                    <a:pt x="453" y="86"/>
                    <a:pt x="453" y="86"/>
                    <a:pt x="453" y="86"/>
                  </a:cubicBezTo>
                  <a:cubicBezTo>
                    <a:pt x="439" y="78"/>
                    <a:pt x="424" y="72"/>
                    <a:pt x="409" y="67"/>
                  </a:cubicBezTo>
                  <a:cubicBezTo>
                    <a:pt x="406" y="66"/>
                    <a:pt x="406" y="66"/>
                    <a:pt x="402" y="64"/>
                  </a:cubicBezTo>
                  <a:cubicBezTo>
                    <a:pt x="398" y="63"/>
                    <a:pt x="399" y="63"/>
                    <a:pt x="396" y="63"/>
                  </a:cubicBezTo>
                  <a:cubicBezTo>
                    <a:pt x="395" y="63"/>
                    <a:pt x="392" y="61"/>
                    <a:pt x="391" y="61"/>
                  </a:cubicBezTo>
                  <a:cubicBezTo>
                    <a:pt x="390" y="61"/>
                    <a:pt x="391" y="61"/>
                    <a:pt x="391" y="61"/>
                  </a:cubicBezTo>
                  <a:cubicBezTo>
                    <a:pt x="388" y="60"/>
                    <a:pt x="378" y="58"/>
                    <a:pt x="373" y="57"/>
                  </a:cubicBezTo>
                  <a:cubicBezTo>
                    <a:pt x="366" y="56"/>
                    <a:pt x="358" y="54"/>
                    <a:pt x="350" y="53"/>
                  </a:cubicBezTo>
                  <a:cubicBezTo>
                    <a:pt x="358" y="54"/>
                    <a:pt x="365" y="55"/>
                    <a:pt x="367" y="55"/>
                  </a:cubicBezTo>
                  <a:cubicBezTo>
                    <a:pt x="359" y="53"/>
                    <a:pt x="344" y="52"/>
                    <a:pt x="336" y="51"/>
                  </a:cubicBezTo>
                  <a:cubicBezTo>
                    <a:pt x="318" y="50"/>
                    <a:pt x="294" y="52"/>
                    <a:pt x="273" y="56"/>
                  </a:cubicBezTo>
                  <a:cubicBezTo>
                    <a:pt x="272" y="56"/>
                    <a:pt x="271" y="56"/>
                    <a:pt x="271" y="56"/>
                  </a:cubicBezTo>
                  <a:cubicBezTo>
                    <a:pt x="265" y="57"/>
                    <a:pt x="265" y="57"/>
                    <a:pt x="265" y="57"/>
                  </a:cubicBezTo>
                  <a:cubicBezTo>
                    <a:pt x="264" y="58"/>
                    <a:pt x="264" y="58"/>
                    <a:pt x="264" y="58"/>
                  </a:cubicBezTo>
                  <a:cubicBezTo>
                    <a:pt x="264" y="58"/>
                    <a:pt x="263" y="58"/>
                    <a:pt x="262" y="58"/>
                  </a:cubicBezTo>
                  <a:cubicBezTo>
                    <a:pt x="264" y="58"/>
                    <a:pt x="264" y="58"/>
                    <a:pt x="264" y="58"/>
                  </a:cubicBezTo>
                  <a:cubicBezTo>
                    <a:pt x="265" y="57"/>
                    <a:pt x="265" y="57"/>
                    <a:pt x="265" y="57"/>
                  </a:cubicBezTo>
                  <a:cubicBezTo>
                    <a:pt x="266" y="57"/>
                    <a:pt x="266" y="57"/>
                    <a:pt x="266" y="57"/>
                  </a:cubicBezTo>
                  <a:cubicBezTo>
                    <a:pt x="266" y="57"/>
                    <a:pt x="266" y="57"/>
                    <a:pt x="266" y="57"/>
                  </a:cubicBezTo>
                  <a:cubicBezTo>
                    <a:pt x="267" y="57"/>
                    <a:pt x="267" y="57"/>
                    <a:pt x="267" y="57"/>
                  </a:cubicBezTo>
                  <a:cubicBezTo>
                    <a:pt x="288" y="53"/>
                    <a:pt x="309" y="50"/>
                    <a:pt x="330" y="51"/>
                  </a:cubicBezTo>
                  <a:cubicBezTo>
                    <a:pt x="335" y="51"/>
                    <a:pt x="343" y="51"/>
                    <a:pt x="352" y="52"/>
                  </a:cubicBezTo>
                  <a:cubicBezTo>
                    <a:pt x="362" y="53"/>
                    <a:pt x="371" y="55"/>
                    <a:pt x="378" y="57"/>
                  </a:cubicBezTo>
                  <a:cubicBezTo>
                    <a:pt x="387" y="58"/>
                    <a:pt x="391" y="59"/>
                    <a:pt x="387" y="58"/>
                  </a:cubicBezTo>
                  <a:cubicBezTo>
                    <a:pt x="376" y="55"/>
                    <a:pt x="367" y="53"/>
                    <a:pt x="356" y="52"/>
                  </a:cubicBezTo>
                  <a:cubicBezTo>
                    <a:pt x="354" y="51"/>
                    <a:pt x="352" y="51"/>
                    <a:pt x="355" y="51"/>
                  </a:cubicBezTo>
                  <a:cubicBezTo>
                    <a:pt x="377" y="53"/>
                    <a:pt x="401" y="60"/>
                    <a:pt x="418" y="66"/>
                  </a:cubicBezTo>
                  <a:cubicBezTo>
                    <a:pt x="428" y="70"/>
                    <a:pt x="428" y="70"/>
                    <a:pt x="428" y="70"/>
                  </a:cubicBezTo>
                  <a:cubicBezTo>
                    <a:pt x="430" y="70"/>
                    <a:pt x="431" y="71"/>
                    <a:pt x="432" y="71"/>
                  </a:cubicBezTo>
                  <a:cubicBezTo>
                    <a:pt x="432" y="71"/>
                    <a:pt x="430" y="70"/>
                    <a:pt x="430" y="70"/>
                  </a:cubicBezTo>
                  <a:cubicBezTo>
                    <a:pt x="411" y="62"/>
                    <a:pt x="395" y="56"/>
                    <a:pt x="374" y="52"/>
                  </a:cubicBezTo>
                  <a:cubicBezTo>
                    <a:pt x="371" y="51"/>
                    <a:pt x="368" y="51"/>
                    <a:pt x="365" y="50"/>
                  </a:cubicBezTo>
                  <a:cubicBezTo>
                    <a:pt x="358" y="49"/>
                    <a:pt x="347" y="48"/>
                    <a:pt x="338" y="47"/>
                  </a:cubicBezTo>
                  <a:cubicBezTo>
                    <a:pt x="336" y="47"/>
                    <a:pt x="337" y="47"/>
                    <a:pt x="336" y="47"/>
                  </a:cubicBezTo>
                  <a:cubicBezTo>
                    <a:pt x="315" y="46"/>
                    <a:pt x="296" y="48"/>
                    <a:pt x="277" y="51"/>
                  </a:cubicBezTo>
                  <a:cubicBezTo>
                    <a:pt x="293" y="48"/>
                    <a:pt x="310" y="47"/>
                    <a:pt x="325" y="47"/>
                  </a:cubicBezTo>
                  <a:cubicBezTo>
                    <a:pt x="327" y="47"/>
                    <a:pt x="328" y="46"/>
                    <a:pt x="330" y="46"/>
                  </a:cubicBezTo>
                  <a:cubicBezTo>
                    <a:pt x="343" y="47"/>
                    <a:pt x="363" y="49"/>
                    <a:pt x="379" y="52"/>
                  </a:cubicBezTo>
                  <a:cubicBezTo>
                    <a:pt x="381" y="52"/>
                    <a:pt x="382" y="52"/>
                    <a:pt x="375" y="51"/>
                  </a:cubicBezTo>
                  <a:cubicBezTo>
                    <a:pt x="377" y="51"/>
                    <a:pt x="378" y="51"/>
                    <a:pt x="381" y="52"/>
                  </a:cubicBezTo>
                  <a:cubicBezTo>
                    <a:pt x="381" y="52"/>
                    <a:pt x="380" y="52"/>
                    <a:pt x="379" y="52"/>
                  </a:cubicBezTo>
                  <a:cubicBezTo>
                    <a:pt x="388" y="53"/>
                    <a:pt x="389" y="54"/>
                    <a:pt x="398" y="56"/>
                  </a:cubicBezTo>
                  <a:cubicBezTo>
                    <a:pt x="399" y="56"/>
                    <a:pt x="400" y="56"/>
                    <a:pt x="399" y="56"/>
                  </a:cubicBezTo>
                  <a:cubicBezTo>
                    <a:pt x="392" y="54"/>
                    <a:pt x="385" y="52"/>
                    <a:pt x="379" y="51"/>
                  </a:cubicBezTo>
                  <a:cubicBezTo>
                    <a:pt x="375" y="50"/>
                    <a:pt x="372" y="50"/>
                    <a:pt x="369" y="49"/>
                  </a:cubicBezTo>
                  <a:cubicBezTo>
                    <a:pt x="367" y="49"/>
                    <a:pt x="367" y="49"/>
                    <a:pt x="365" y="48"/>
                  </a:cubicBezTo>
                  <a:cubicBezTo>
                    <a:pt x="363" y="48"/>
                    <a:pt x="360" y="48"/>
                    <a:pt x="358" y="48"/>
                  </a:cubicBezTo>
                  <a:cubicBezTo>
                    <a:pt x="353" y="47"/>
                    <a:pt x="353" y="47"/>
                    <a:pt x="353" y="47"/>
                  </a:cubicBezTo>
                  <a:cubicBezTo>
                    <a:pt x="345" y="46"/>
                    <a:pt x="336" y="46"/>
                    <a:pt x="327" y="45"/>
                  </a:cubicBezTo>
                  <a:cubicBezTo>
                    <a:pt x="321" y="45"/>
                    <a:pt x="314" y="45"/>
                    <a:pt x="307" y="46"/>
                  </a:cubicBezTo>
                  <a:cubicBezTo>
                    <a:pt x="310" y="45"/>
                    <a:pt x="315" y="45"/>
                    <a:pt x="320" y="45"/>
                  </a:cubicBezTo>
                  <a:cubicBezTo>
                    <a:pt x="337" y="45"/>
                    <a:pt x="357" y="46"/>
                    <a:pt x="371" y="49"/>
                  </a:cubicBezTo>
                  <a:cubicBezTo>
                    <a:pt x="372" y="49"/>
                    <a:pt x="369" y="48"/>
                    <a:pt x="368" y="48"/>
                  </a:cubicBezTo>
                  <a:cubicBezTo>
                    <a:pt x="363" y="47"/>
                    <a:pt x="360" y="47"/>
                    <a:pt x="356" y="46"/>
                  </a:cubicBezTo>
                  <a:cubicBezTo>
                    <a:pt x="354" y="46"/>
                    <a:pt x="357" y="46"/>
                    <a:pt x="355" y="46"/>
                  </a:cubicBezTo>
                  <a:cubicBezTo>
                    <a:pt x="345" y="45"/>
                    <a:pt x="335" y="45"/>
                    <a:pt x="323" y="45"/>
                  </a:cubicBezTo>
                  <a:cubicBezTo>
                    <a:pt x="322" y="44"/>
                    <a:pt x="319" y="44"/>
                    <a:pt x="321" y="44"/>
                  </a:cubicBezTo>
                  <a:cubicBezTo>
                    <a:pt x="319" y="44"/>
                    <a:pt x="319" y="44"/>
                    <a:pt x="317" y="44"/>
                  </a:cubicBezTo>
                  <a:cubicBezTo>
                    <a:pt x="314" y="44"/>
                    <a:pt x="318" y="44"/>
                    <a:pt x="317" y="44"/>
                  </a:cubicBezTo>
                  <a:cubicBezTo>
                    <a:pt x="314" y="44"/>
                    <a:pt x="310" y="45"/>
                    <a:pt x="308" y="45"/>
                  </a:cubicBezTo>
                  <a:cubicBezTo>
                    <a:pt x="294" y="46"/>
                    <a:pt x="282" y="47"/>
                    <a:pt x="266" y="50"/>
                  </a:cubicBezTo>
                  <a:cubicBezTo>
                    <a:pt x="276" y="48"/>
                    <a:pt x="290" y="46"/>
                    <a:pt x="305" y="45"/>
                  </a:cubicBezTo>
                  <a:cubicBezTo>
                    <a:pt x="308" y="44"/>
                    <a:pt x="304" y="45"/>
                    <a:pt x="307" y="44"/>
                  </a:cubicBezTo>
                  <a:cubicBezTo>
                    <a:pt x="311" y="44"/>
                    <a:pt x="314" y="44"/>
                    <a:pt x="318" y="44"/>
                  </a:cubicBezTo>
                  <a:cubicBezTo>
                    <a:pt x="328" y="44"/>
                    <a:pt x="328" y="44"/>
                    <a:pt x="328" y="44"/>
                  </a:cubicBezTo>
                  <a:cubicBezTo>
                    <a:pt x="333" y="44"/>
                    <a:pt x="338" y="44"/>
                    <a:pt x="343" y="44"/>
                  </a:cubicBezTo>
                  <a:cubicBezTo>
                    <a:pt x="348" y="45"/>
                    <a:pt x="351" y="45"/>
                    <a:pt x="356" y="45"/>
                  </a:cubicBezTo>
                  <a:cubicBezTo>
                    <a:pt x="358" y="46"/>
                    <a:pt x="358" y="45"/>
                    <a:pt x="361" y="46"/>
                  </a:cubicBezTo>
                  <a:cubicBezTo>
                    <a:pt x="362" y="46"/>
                    <a:pt x="357" y="45"/>
                    <a:pt x="360" y="45"/>
                  </a:cubicBezTo>
                  <a:cubicBezTo>
                    <a:pt x="363" y="46"/>
                    <a:pt x="360" y="45"/>
                    <a:pt x="362" y="46"/>
                  </a:cubicBezTo>
                  <a:cubicBezTo>
                    <a:pt x="365" y="46"/>
                    <a:pt x="366" y="46"/>
                    <a:pt x="368" y="46"/>
                  </a:cubicBezTo>
                  <a:cubicBezTo>
                    <a:pt x="375" y="48"/>
                    <a:pt x="382" y="49"/>
                    <a:pt x="389" y="51"/>
                  </a:cubicBezTo>
                  <a:cubicBezTo>
                    <a:pt x="391" y="51"/>
                    <a:pt x="386" y="50"/>
                    <a:pt x="388" y="50"/>
                  </a:cubicBezTo>
                  <a:cubicBezTo>
                    <a:pt x="391" y="51"/>
                    <a:pt x="401" y="54"/>
                    <a:pt x="403" y="54"/>
                  </a:cubicBezTo>
                  <a:cubicBezTo>
                    <a:pt x="411" y="57"/>
                    <a:pt x="415" y="58"/>
                    <a:pt x="424" y="61"/>
                  </a:cubicBezTo>
                  <a:cubicBezTo>
                    <a:pt x="427" y="63"/>
                    <a:pt x="424" y="61"/>
                    <a:pt x="426" y="62"/>
                  </a:cubicBezTo>
                  <a:cubicBezTo>
                    <a:pt x="431" y="64"/>
                    <a:pt x="434" y="65"/>
                    <a:pt x="440" y="68"/>
                  </a:cubicBezTo>
                  <a:cubicBezTo>
                    <a:pt x="444" y="69"/>
                    <a:pt x="450" y="72"/>
                    <a:pt x="455" y="75"/>
                  </a:cubicBezTo>
                  <a:cubicBezTo>
                    <a:pt x="455" y="74"/>
                    <a:pt x="452" y="73"/>
                    <a:pt x="449" y="71"/>
                  </a:cubicBezTo>
                  <a:cubicBezTo>
                    <a:pt x="451" y="72"/>
                    <a:pt x="456" y="75"/>
                    <a:pt x="458" y="76"/>
                  </a:cubicBezTo>
                  <a:cubicBezTo>
                    <a:pt x="466" y="80"/>
                    <a:pt x="473" y="84"/>
                    <a:pt x="480" y="91"/>
                  </a:cubicBezTo>
                  <a:cubicBezTo>
                    <a:pt x="486" y="97"/>
                    <a:pt x="492" y="105"/>
                    <a:pt x="495" y="116"/>
                  </a:cubicBezTo>
                  <a:cubicBezTo>
                    <a:pt x="496" y="119"/>
                    <a:pt x="497" y="120"/>
                    <a:pt x="498" y="123"/>
                  </a:cubicBezTo>
                  <a:cubicBezTo>
                    <a:pt x="498" y="124"/>
                    <a:pt x="498" y="124"/>
                    <a:pt x="498" y="123"/>
                  </a:cubicBezTo>
                  <a:cubicBezTo>
                    <a:pt x="498" y="126"/>
                    <a:pt x="499" y="130"/>
                    <a:pt x="499" y="134"/>
                  </a:cubicBezTo>
                  <a:cubicBezTo>
                    <a:pt x="500" y="136"/>
                    <a:pt x="500" y="139"/>
                    <a:pt x="500" y="141"/>
                  </a:cubicBezTo>
                  <a:cubicBezTo>
                    <a:pt x="500" y="143"/>
                    <a:pt x="500" y="146"/>
                    <a:pt x="500" y="148"/>
                  </a:cubicBezTo>
                  <a:close/>
                  <a:moveTo>
                    <a:pt x="385" y="50"/>
                  </a:moveTo>
                  <a:cubicBezTo>
                    <a:pt x="380" y="49"/>
                    <a:pt x="378" y="49"/>
                    <a:pt x="371" y="47"/>
                  </a:cubicBezTo>
                  <a:cubicBezTo>
                    <a:pt x="369" y="47"/>
                    <a:pt x="367" y="47"/>
                    <a:pt x="364" y="46"/>
                  </a:cubicBezTo>
                  <a:cubicBezTo>
                    <a:pt x="363" y="47"/>
                    <a:pt x="354" y="45"/>
                    <a:pt x="354" y="46"/>
                  </a:cubicBezTo>
                  <a:cubicBezTo>
                    <a:pt x="359" y="46"/>
                    <a:pt x="362" y="47"/>
                    <a:pt x="365" y="47"/>
                  </a:cubicBezTo>
                  <a:cubicBezTo>
                    <a:pt x="367" y="47"/>
                    <a:pt x="364" y="47"/>
                    <a:pt x="366" y="47"/>
                  </a:cubicBezTo>
                  <a:cubicBezTo>
                    <a:pt x="370" y="48"/>
                    <a:pt x="380" y="49"/>
                    <a:pt x="386" y="51"/>
                  </a:cubicBezTo>
                  <a:cubicBezTo>
                    <a:pt x="386" y="51"/>
                    <a:pt x="384" y="50"/>
                    <a:pt x="385" y="50"/>
                  </a:cubicBezTo>
                  <a:close/>
                  <a:moveTo>
                    <a:pt x="387" y="51"/>
                  </a:moveTo>
                  <a:cubicBezTo>
                    <a:pt x="387" y="51"/>
                    <a:pt x="388" y="51"/>
                    <a:pt x="388" y="51"/>
                  </a:cubicBezTo>
                  <a:cubicBezTo>
                    <a:pt x="392" y="52"/>
                    <a:pt x="389" y="51"/>
                    <a:pt x="387" y="51"/>
                  </a:cubicBezTo>
                  <a:close/>
                  <a:moveTo>
                    <a:pt x="391" y="61"/>
                  </a:moveTo>
                  <a:cubicBezTo>
                    <a:pt x="391" y="61"/>
                    <a:pt x="391" y="61"/>
                    <a:pt x="391" y="61"/>
                  </a:cubicBezTo>
                  <a:cubicBezTo>
                    <a:pt x="391" y="61"/>
                    <a:pt x="391" y="61"/>
                    <a:pt x="391" y="61"/>
                  </a:cubicBez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501"/>
            <p:cNvSpPr>
              <a:spLocks noEditPoints="1"/>
            </p:cNvSpPr>
            <p:nvPr/>
          </p:nvSpPr>
          <p:spPr bwMode="auto">
            <a:xfrm rot="19800000">
              <a:off x="5311773" y="4125953"/>
              <a:ext cx="1247098" cy="1451565"/>
            </a:xfrm>
            <a:custGeom>
              <a:avLst/>
              <a:gdLst>
                <a:gd name="T0" fmla="*/ 450 w 500"/>
                <a:gd name="T1" fmla="*/ 71 h 305"/>
                <a:gd name="T2" fmla="*/ 422 w 500"/>
                <a:gd name="T3" fmla="*/ 60 h 305"/>
                <a:gd name="T4" fmla="*/ 366 w 500"/>
                <a:gd name="T5" fmla="*/ 54 h 305"/>
                <a:gd name="T6" fmla="*/ 299 w 500"/>
                <a:gd name="T7" fmla="*/ 46 h 305"/>
                <a:gd name="T8" fmla="*/ 265 w 500"/>
                <a:gd name="T9" fmla="*/ 53 h 305"/>
                <a:gd name="T10" fmla="*/ 264 w 500"/>
                <a:gd name="T11" fmla="*/ 53 h 305"/>
                <a:gd name="T12" fmla="*/ 265 w 500"/>
                <a:gd name="T13" fmla="*/ 51 h 305"/>
                <a:gd name="T14" fmla="*/ 265 w 500"/>
                <a:gd name="T15" fmla="*/ 51 h 305"/>
                <a:gd name="T16" fmla="*/ 264 w 500"/>
                <a:gd name="T17" fmla="*/ 51 h 305"/>
                <a:gd name="T18" fmla="*/ 265 w 500"/>
                <a:gd name="T19" fmla="*/ 58 h 305"/>
                <a:gd name="T20" fmla="*/ 263 w 500"/>
                <a:gd name="T21" fmla="*/ 51 h 305"/>
                <a:gd name="T22" fmla="*/ 262 w 500"/>
                <a:gd name="T23" fmla="*/ 53 h 305"/>
                <a:gd name="T24" fmla="*/ 262 w 500"/>
                <a:gd name="T25" fmla="*/ 56 h 305"/>
                <a:gd name="T26" fmla="*/ 262 w 500"/>
                <a:gd name="T27" fmla="*/ 58 h 305"/>
                <a:gd name="T28" fmla="*/ 339 w 500"/>
                <a:gd name="T29" fmla="*/ 54 h 305"/>
                <a:gd name="T30" fmla="*/ 264 w 500"/>
                <a:gd name="T31" fmla="*/ 56 h 305"/>
                <a:gd name="T32" fmla="*/ 263 w 500"/>
                <a:gd name="T33" fmla="*/ 56 h 305"/>
                <a:gd name="T34" fmla="*/ 260 w 500"/>
                <a:gd name="T35" fmla="*/ 52 h 305"/>
                <a:gd name="T36" fmla="*/ 263 w 500"/>
                <a:gd name="T37" fmla="*/ 52 h 305"/>
                <a:gd name="T38" fmla="*/ 494 w 500"/>
                <a:gd name="T39" fmla="*/ 169 h 305"/>
                <a:gd name="T40" fmla="*/ 465 w 500"/>
                <a:gd name="T41" fmla="*/ 217 h 305"/>
                <a:gd name="T42" fmla="*/ 167 w 500"/>
                <a:gd name="T43" fmla="*/ 304 h 305"/>
                <a:gd name="T44" fmla="*/ 2 w 500"/>
                <a:gd name="T45" fmla="*/ 232 h 305"/>
                <a:gd name="T46" fmla="*/ 61 w 500"/>
                <a:gd name="T47" fmla="*/ 102 h 305"/>
                <a:gd name="T48" fmla="*/ 180 w 500"/>
                <a:gd name="T49" fmla="*/ 28 h 305"/>
                <a:gd name="T50" fmla="*/ 304 w 500"/>
                <a:gd name="T51" fmla="*/ 1 h 305"/>
                <a:gd name="T52" fmla="*/ 398 w 500"/>
                <a:gd name="T53" fmla="*/ 6 h 305"/>
                <a:gd name="T54" fmla="*/ 416 w 500"/>
                <a:gd name="T55" fmla="*/ 12 h 305"/>
                <a:gd name="T56" fmla="*/ 424 w 500"/>
                <a:gd name="T57" fmla="*/ 14 h 305"/>
                <a:gd name="T58" fmla="*/ 431 w 500"/>
                <a:gd name="T59" fmla="*/ 19 h 305"/>
                <a:gd name="T60" fmla="*/ 431 w 500"/>
                <a:gd name="T61" fmla="*/ 26 h 305"/>
                <a:gd name="T62" fmla="*/ 423 w 500"/>
                <a:gd name="T63" fmla="*/ 32 h 305"/>
                <a:gd name="T64" fmla="*/ 416 w 500"/>
                <a:gd name="T65" fmla="*/ 31 h 305"/>
                <a:gd name="T66" fmla="*/ 411 w 500"/>
                <a:gd name="T67" fmla="*/ 27 h 305"/>
                <a:gd name="T68" fmla="*/ 383 w 500"/>
                <a:gd name="T69" fmla="*/ 20 h 305"/>
                <a:gd name="T70" fmla="*/ 196 w 500"/>
                <a:gd name="T71" fmla="*/ 38 h 305"/>
                <a:gd name="T72" fmla="*/ 59 w 500"/>
                <a:gd name="T73" fmla="*/ 125 h 305"/>
                <a:gd name="T74" fmla="*/ 51 w 500"/>
                <a:gd name="T75" fmla="*/ 267 h 305"/>
                <a:gd name="T76" fmla="*/ 251 w 500"/>
                <a:gd name="T77" fmla="*/ 289 h 305"/>
                <a:gd name="T78" fmla="*/ 456 w 500"/>
                <a:gd name="T79" fmla="*/ 207 h 305"/>
                <a:gd name="T80" fmla="*/ 487 w 500"/>
                <a:gd name="T81" fmla="*/ 146 h 305"/>
                <a:gd name="T82" fmla="*/ 462 w 500"/>
                <a:gd name="T83" fmla="*/ 91 h 305"/>
                <a:gd name="T84" fmla="*/ 402 w 500"/>
                <a:gd name="T85" fmla="*/ 64 h 305"/>
                <a:gd name="T86" fmla="*/ 367 w 500"/>
                <a:gd name="T87" fmla="*/ 55 h 305"/>
                <a:gd name="T88" fmla="*/ 262 w 500"/>
                <a:gd name="T89" fmla="*/ 58 h 305"/>
                <a:gd name="T90" fmla="*/ 330 w 500"/>
                <a:gd name="T91" fmla="*/ 51 h 305"/>
                <a:gd name="T92" fmla="*/ 418 w 500"/>
                <a:gd name="T93" fmla="*/ 66 h 305"/>
                <a:gd name="T94" fmla="*/ 338 w 500"/>
                <a:gd name="T95" fmla="*/ 47 h 305"/>
                <a:gd name="T96" fmla="*/ 375 w 500"/>
                <a:gd name="T97" fmla="*/ 51 h 305"/>
                <a:gd name="T98" fmla="*/ 369 w 500"/>
                <a:gd name="T99" fmla="*/ 49 h 305"/>
                <a:gd name="T100" fmla="*/ 320 w 500"/>
                <a:gd name="T101" fmla="*/ 45 h 305"/>
                <a:gd name="T102" fmla="*/ 321 w 500"/>
                <a:gd name="T103" fmla="*/ 44 h 305"/>
                <a:gd name="T104" fmla="*/ 307 w 500"/>
                <a:gd name="T105" fmla="*/ 44 h 305"/>
                <a:gd name="T106" fmla="*/ 360 w 500"/>
                <a:gd name="T107" fmla="*/ 45 h 305"/>
                <a:gd name="T108" fmla="*/ 424 w 500"/>
                <a:gd name="T109" fmla="*/ 61 h 305"/>
                <a:gd name="T110" fmla="*/ 480 w 500"/>
                <a:gd name="T111" fmla="*/ 91 h 305"/>
                <a:gd name="T112" fmla="*/ 500 w 500"/>
                <a:gd name="T113" fmla="*/ 148 h 305"/>
                <a:gd name="T114" fmla="*/ 366 w 500"/>
                <a:gd name="T115" fmla="*/ 47 h 305"/>
                <a:gd name="T116" fmla="*/ 391 w 500"/>
                <a:gd name="T117" fmla="*/ 61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00" h="305">
                  <a:moveTo>
                    <a:pt x="484" y="124"/>
                  </a:moveTo>
                  <a:cubicBezTo>
                    <a:pt x="485" y="125"/>
                    <a:pt x="485" y="127"/>
                    <a:pt x="485" y="128"/>
                  </a:cubicBezTo>
                  <a:lnTo>
                    <a:pt x="484" y="124"/>
                  </a:lnTo>
                  <a:close/>
                  <a:moveTo>
                    <a:pt x="450" y="71"/>
                  </a:moveTo>
                  <a:cubicBezTo>
                    <a:pt x="449" y="70"/>
                    <a:pt x="448" y="69"/>
                    <a:pt x="445" y="68"/>
                  </a:cubicBezTo>
                  <a:cubicBezTo>
                    <a:pt x="445" y="68"/>
                    <a:pt x="449" y="70"/>
                    <a:pt x="450" y="71"/>
                  </a:cubicBezTo>
                  <a:close/>
                  <a:moveTo>
                    <a:pt x="438" y="65"/>
                  </a:moveTo>
                  <a:cubicBezTo>
                    <a:pt x="440" y="66"/>
                    <a:pt x="443" y="67"/>
                    <a:pt x="443" y="67"/>
                  </a:cubicBezTo>
                  <a:cubicBezTo>
                    <a:pt x="442" y="67"/>
                    <a:pt x="438" y="65"/>
                    <a:pt x="438" y="65"/>
                  </a:cubicBezTo>
                  <a:close/>
                  <a:moveTo>
                    <a:pt x="422" y="60"/>
                  </a:moveTo>
                  <a:cubicBezTo>
                    <a:pt x="420" y="60"/>
                    <a:pt x="417" y="58"/>
                    <a:pt x="417" y="58"/>
                  </a:cubicBezTo>
                  <a:cubicBezTo>
                    <a:pt x="418" y="59"/>
                    <a:pt x="421" y="60"/>
                    <a:pt x="422" y="60"/>
                  </a:cubicBezTo>
                  <a:close/>
                  <a:moveTo>
                    <a:pt x="413" y="55"/>
                  </a:moveTo>
                  <a:cubicBezTo>
                    <a:pt x="410" y="54"/>
                    <a:pt x="405" y="52"/>
                    <a:pt x="404" y="52"/>
                  </a:cubicBezTo>
                  <a:cubicBezTo>
                    <a:pt x="408" y="53"/>
                    <a:pt x="411" y="54"/>
                    <a:pt x="413" y="55"/>
                  </a:cubicBezTo>
                  <a:close/>
                  <a:moveTo>
                    <a:pt x="366" y="54"/>
                  </a:moveTo>
                  <a:cubicBezTo>
                    <a:pt x="370" y="55"/>
                    <a:pt x="379" y="56"/>
                    <a:pt x="384" y="57"/>
                  </a:cubicBezTo>
                  <a:cubicBezTo>
                    <a:pt x="379" y="56"/>
                    <a:pt x="372" y="55"/>
                    <a:pt x="366" y="54"/>
                  </a:cubicBezTo>
                  <a:close/>
                  <a:moveTo>
                    <a:pt x="366" y="49"/>
                  </a:moveTo>
                  <a:cubicBezTo>
                    <a:pt x="361" y="48"/>
                    <a:pt x="361" y="48"/>
                    <a:pt x="361" y="48"/>
                  </a:cubicBezTo>
                  <a:cubicBezTo>
                    <a:pt x="359" y="48"/>
                    <a:pt x="347" y="47"/>
                    <a:pt x="348" y="47"/>
                  </a:cubicBezTo>
                  <a:cubicBezTo>
                    <a:pt x="356" y="47"/>
                    <a:pt x="366" y="49"/>
                    <a:pt x="372" y="50"/>
                  </a:cubicBezTo>
                  <a:cubicBezTo>
                    <a:pt x="370" y="50"/>
                    <a:pt x="368" y="50"/>
                    <a:pt x="366" y="49"/>
                  </a:cubicBezTo>
                  <a:close/>
                  <a:moveTo>
                    <a:pt x="299" y="46"/>
                  </a:moveTo>
                  <a:cubicBezTo>
                    <a:pt x="296" y="46"/>
                    <a:pt x="296" y="46"/>
                    <a:pt x="296" y="46"/>
                  </a:cubicBezTo>
                  <a:cubicBezTo>
                    <a:pt x="296" y="47"/>
                    <a:pt x="296" y="47"/>
                    <a:pt x="297" y="47"/>
                  </a:cubicBezTo>
                  <a:cubicBezTo>
                    <a:pt x="299" y="46"/>
                    <a:pt x="299" y="46"/>
                    <a:pt x="299" y="46"/>
                  </a:cubicBezTo>
                  <a:close/>
                  <a:moveTo>
                    <a:pt x="264" y="53"/>
                  </a:moveTo>
                  <a:cubicBezTo>
                    <a:pt x="264" y="53"/>
                    <a:pt x="264" y="53"/>
                    <a:pt x="264" y="53"/>
                  </a:cubicBezTo>
                  <a:cubicBezTo>
                    <a:pt x="264" y="53"/>
                    <a:pt x="265" y="53"/>
                    <a:pt x="265" y="53"/>
                  </a:cubicBezTo>
                  <a:cubicBezTo>
                    <a:pt x="265" y="53"/>
                    <a:pt x="265" y="53"/>
                    <a:pt x="265" y="53"/>
                  </a:cubicBezTo>
                  <a:cubicBezTo>
                    <a:pt x="269" y="52"/>
                    <a:pt x="269" y="52"/>
                    <a:pt x="269" y="52"/>
                  </a:cubicBezTo>
                  <a:lnTo>
                    <a:pt x="264" y="53"/>
                  </a:lnTo>
                  <a:close/>
                  <a:moveTo>
                    <a:pt x="264" y="53"/>
                  </a:moveTo>
                  <a:cubicBezTo>
                    <a:pt x="264" y="53"/>
                    <a:pt x="264" y="53"/>
                    <a:pt x="264" y="53"/>
                  </a:cubicBezTo>
                  <a:cubicBezTo>
                    <a:pt x="264" y="53"/>
                    <a:pt x="264" y="53"/>
                    <a:pt x="264" y="53"/>
                  </a:cubicBezTo>
                  <a:cubicBezTo>
                    <a:pt x="263" y="53"/>
                    <a:pt x="264" y="53"/>
                    <a:pt x="264" y="53"/>
                  </a:cubicBezTo>
                  <a:close/>
                  <a:moveTo>
                    <a:pt x="264" y="53"/>
                  </a:moveTo>
                  <a:cubicBezTo>
                    <a:pt x="264" y="53"/>
                    <a:pt x="264" y="53"/>
                    <a:pt x="264" y="53"/>
                  </a:cubicBezTo>
                  <a:cubicBezTo>
                    <a:pt x="264" y="53"/>
                    <a:pt x="264" y="53"/>
                    <a:pt x="264" y="53"/>
                  </a:cubicBezTo>
                  <a:cubicBezTo>
                    <a:pt x="264" y="53"/>
                    <a:pt x="264" y="53"/>
                    <a:pt x="264" y="53"/>
                  </a:cubicBezTo>
                  <a:close/>
                  <a:moveTo>
                    <a:pt x="265" y="51"/>
                  </a:moveTo>
                  <a:cubicBezTo>
                    <a:pt x="264" y="51"/>
                    <a:pt x="264" y="51"/>
                    <a:pt x="264" y="51"/>
                  </a:cubicBezTo>
                  <a:cubicBezTo>
                    <a:pt x="264" y="51"/>
                    <a:pt x="264" y="51"/>
                    <a:pt x="264" y="51"/>
                  </a:cubicBezTo>
                  <a:cubicBezTo>
                    <a:pt x="264" y="51"/>
                    <a:pt x="264" y="51"/>
                    <a:pt x="265" y="51"/>
                  </a:cubicBezTo>
                  <a:cubicBezTo>
                    <a:pt x="265" y="51"/>
                    <a:pt x="265" y="51"/>
                    <a:pt x="265" y="51"/>
                  </a:cubicBezTo>
                  <a:cubicBezTo>
                    <a:pt x="265" y="51"/>
                    <a:pt x="265" y="51"/>
                    <a:pt x="265" y="50"/>
                  </a:cubicBezTo>
                  <a:cubicBezTo>
                    <a:pt x="265" y="51"/>
                    <a:pt x="265" y="51"/>
                    <a:pt x="265" y="51"/>
                  </a:cubicBezTo>
                  <a:close/>
                  <a:moveTo>
                    <a:pt x="265" y="57"/>
                  </a:moveTo>
                  <a:cubicBezTo>
                    <a:pt x="265" y="57"/>
                    <a:pt x="265" y="57"/>
                    <a:pt x="265" y="57"/>
                  </a:cubicBezTo>
                  <a:cubicBezTo>
                    <a:pt x="265" y="57"/>
                    <a:pt x="265" y="57"/>
                    <a:pt x="265" y="57"/>
                  </a:cubicBezTo>
                  <a:close/>
                  <a:moveTo>
                    <a:pt x="264" y="51"/>
                  </a:moveTo>
                  <a:cubicBezTo>
                    <a:pt x="264" y="51"/>
                    <a:pt x="264" y="52"/>
                    <a:pt x="264" y="52"/>
                  </a:cubicBezTo>
                  <a:cubicBezTo>
                    <a:pt x="264" y="52"/>
                    <a:pt x="264" y="52"/>
                    <a:pt x="264" y="51"/>
                  </a:cubicBezTo>
                  <a:close/>
                  <a:moveTo>
                    <a:pt x="264" y="51"/>
                  </a:moveTo>
                  <a:cubicBezTo>
                    <a:pt x="264" y="51"/>
                    <a:pt x="264" y="51"/>
                    <a:pt x="264" y="51"/>
                  </a:cubicBezTo>
                  <a:cubicBezTo>
                    <a:pt x="264" y="51"/>
                    <a:pt x="264" y="51"/>
                    <a:pt x="264" y="51"/>
                  </a:cubicBezTo>
                  <a:close/>
                  <a:moveTo>
                    <a:pt x="265" y="58"/>
                  </a:moveTo>
                  <a:cubicBezTo>
                    <a:pt x="265" y="58"/>
                    <a:pt x="265" y="58"/>
                    <a:pt x="265" y="58"/>
                  </a:cubicBezTo>
                  <a:cubicBezTo>
                    <a:pt x="265" y="58"/>
                    <a:pt x="265" y="58"/>
                    <a:pt x="265" y="58"/>
                  </a:cubicBezTo>
                  <a:close/>
                  <a:moveTo>
                    <a:pt x="265" y="57"/>
                  </a:moveTo>
                  <a:cubicBezTo>
                    <a:pt x="264" y="57"/>
                    <a:pt x="264" y="57"/>
                    <a:pt x="264" y="57"/>
                  </a:cubicBezTo>
                  <a:cubicBezTo>
                    <a:pt x="264" y="57"/>
                    <a:pt x="265" y="57"/>
                    <a:pt x="265" y="57"/>
                  </a:cubicBezTo>
                  <a:close/>
                  <a:moveTo>
                    <a:pt x="263" y="51"/>
                  </a:moveTo>
                  <a:cubicBezTo>
                    <a:pt x="263" y="51"/>
                    <a:pt x="263" y="51"/>
                    <a:pt x="263" y="51"/>
                  </a:cubicBezTo>
                  <a:cubicBezTo>
                    <a:pt x="263" y="51"/>
                    <a:pt x="263" y="51"/>
                    <a:pt x="263" y="51"/>
                  </a:cubicBezTo>
                  <a:close/>
                  <a:moveTo>
                    <a:pt x="263" y="54"/>
                  </a:moveTo>
                  <a:cubicBezTo>
                    <a:pt x="263" y="54"/>
                    <a:pt x="263" y="53"/>
                    <a:pt x="263" y="53"/>
                  </a:cubicBezTo>
                  <a:cubicBezTo>
                    <a:pt x="263" y="53"/>
                    <a:pt x="263" y="53"/>
                    <a:pt x="263" y="54"/>
                  </a:cubicBezTo>
                  <a:close/>
                  <a:moveTo>
                    <a:pt x="262" y="53"/>
                  </a:moveTo>
                  <a:cubicBezTo>
                    <a:pt x="263" y="53"/>
                    <a:pt x="263" y="53"/>
                    <a:pt x="263" y="53"/>
                  </a:cubicBezTo>
                  <a:cubicBezTo>
                    <a:pt x="263" y="53"/>
                    <a:pt x="262" y="53"/>
                    <a:pt x="262" y="53"/>
                  </a:cubicBezTo>
                  <a:close/>
                  <a:moveTo>
                    <a:pt x="262" y="53"/>
                  </a:moveTo>
                  <a:cubicBezTo>
                    <a:pt x="262" y="52"/>
                    <a:pt x="262" y="53"/>
                    <a:pt x="262" y="53"/>
                  </a:cubicBezTo>
                  <a:cubicBezTo>
                    <a:pt x="262" y="53"/>
                    <a:pt x="262" y="52"/>
                    <a:pt x="262" y="52"/>
                  </a:cubicBezTo>
                  <a:cubicBezTo>
                    <a:pt x="262" y="53"/>
                    <a:pt x="262" y="53"/>
                    <a:pt x="262" y="53"/>
                  </a:cubicBezTo>
                  <a:close/>
                  <a:moveTo>
                    <a:pt x="262" y="56"/>
                  </a:moveTo>
                  <a:cubicBezTo>
                    <a:pt x="263" y="56"/>
                    <a:pt x="262" y="56"/>
                    <a:pt x="262" y="56"/>
                  </a:cubicBezTo>
                  <a:close/>
                  <a:moveTo>
                    <a:pt x="261" y="58"/>
                  </a:moveTo>
                  <a:cubicBezTo>
                    <a:pt x="262" y="58"/>
                    <a:pt x="262" y="58"/>
                    <a:pt x="262" y="58"/>
                  </a:cubicBezTo>
                  <a:cubicBezTo>
                    <a:pt x="262" y="58"/>
                    <a:pt x="261" y="58"/>
                    <a:pt x="261" y="58"/>
                  </a:cubicBezTo>
                  <a:close/>
                  <a:moveTo>
                    <a:pt x="262" y="58"/>
                  </a:moveTo>
                  <a:cubicBezTo>
                    <a:pt x="262" y="58"/>
                    <a:pt x="262" y="58"/>
                    <a:pt x="262" y="58"/>
                  </a:cubicBezTo>
                  <a:cubicBezTo>
                    <a:pt x="262" y="59"/>
                    <a:pt x="262" y="59"/>
                    <a:pt x="262" y="58"/>
                  </a:cubicBezTo>
                  <a:close/>
                  <a:moveTo>
                    <a:pt x="262" y="61"/>
                  </a:moveTo>
                  <a:cubicBezTo>
                    <a:pt x="262" y="61"/>
                    <a:pt x="262" y="61"/>
                    <a:pt x="262" y="61"/>
                  </a:cubicBezTo>
                  <a:cubicBezTo>
                    <a:pt x="262" y="61"/>
                    <a:pt x="262" y="61"/>
                    <a:pt x="262" y="61"/>
                  </a:cubicBezTo>
                  <a:close/>
                  <a:moveTo>
                    <a:pt x="261" y="61"/>
                  </a:moveTo>
                  <a:cubicBezTo>
                    <a:pt x="260" y="61"/>
                    <a:pt x="260" y="61"/>
                    <a:pt x="261" y="61"/>
                  </a:cubicBezTo>
                  <a:close/>
                  <a:moveTo>
                    <a:pt x="339" y="54"/>
                  </a:moveTo>
                  <a:cubicBezTo>
                    <a:pt x="334" y="54"/>
                    <a:pt x="330" y="54"/>
                    <a:pt x="326" y="54"/>
                  </a:cubicBezTo>
                  <a:cubicBezTo>
                    <a:pt x="329" y="54"/>
                    <a:pt x="333" y="54"/>
                    <a:pt x="336" y="54"/>
                  </a:cubicBezTo>
                  <a:cubicBezTo>
                    <a:pt x="336" y="54"/>
                    <a:pt x="338" y="54"/>
                    <a:pt x="339" y="54"/>
                  </a:cubicBezTo>
                  <a:close/>
                  <a:moveTo>
                    <a:pt x="263" y="56"/>
                  </a:moveTo>
                  <a:cubicBezTo>
                    <a:pt x="264" y="56"/>
                    <a:pt x="264" y="56"/>
                    <a:pt x="264" y="56"/>
                  </a:cubicBezTo>
                  <a:cubicBezTo>
                    <a:pt x="264" y="56"/>
                    <a:pt x="264" y="56"/>
                    <a:pt x="264" y="56"/>
                  </a:cubicBezTo>
                  <a:cubicBezTo>
                    <a:pt x="264" y="56"/>
                    <a:pt x="265" y="56"/>
                    <a:pt x="265" y="56"/>
                  </a:cubicBezTo>
                  <a:cubicBezTo>
                    <a:pt x="265" y="56"/>
                    <a:pt x="265" y="56"/>
                    <a:pt x="265" y="56"/>
                  </a:cubicBezTo>
                  <a:cubicBezTo>
                    <a:pt x="265" y="56"/>
                    <a:pt x="265" y="56"/>
                    <a:pt x="265" y="56"/>
                  </a:cubicBezTo>
                  <a:cubicBezTo>
                    <a:pt x="265" y="56"/>
                    <a:pt x="265" y="56"/>
                    <a:pt x="265" y="56"/>
                  </a:cubicBezTo>
                  <a:cubicBezTo>
                    <a:pt x="265" y="56"/>
                    <a:pt x="265" y="56"/>
                    <a:pt x="265" y="55"/>
                  </a:cubicBezTo>
                  <a:cubicBezTo>
                    <a:pt x="265" y="56"/>
                    <a:pt x="264" y="56"/>
                    <a:pt x="263" y="56"/>
                  </a:cubicBezTo>
                  <a:close/>
                  <a:moveTo>
                    <a:pt x="264" y="52"/>
                  </a:moveTo>
                  <a:cubicBezTo>
                    <a:pt x="264" y="52"/>
                    <a:pt x="264" y="52"/>
                    <a:pt x="264" y="52"/>
                  </a:cubicBezTo>
                  <a:cubicBezTo>
                    <a:pt x="264" y="52"/>
                    <a:pt x="263" y="52"/>
                    <a:pt x="263" y="52"/>
                  </a:cubicBezTo>
                  <a:cubicBezTo>
                    <a:pt x="263" y="52"/>
                    <a:pt x="264" y="52"/>
                    <a:pt x="264" y="52"/>
                  </a:cubicBezTo>
                  <a:close/>
                  <a:moveTo>
                    <a:pt x="261" y="53"/>
                  </a:moveTo>
                  <a:cubicBezTo>
                    <a:pt x="261" y="52"/>
                    <a:pt x="261" y="52"/>
                    <a:pt x="260" y="52"/>
                  </a:cubicBezTo>
                  <a:cubicBezTo>
                    <a:pt x="260" y="53"/>
                    <a:pt x="259" y="53"/>
                    <a:pt x="259" y="53"/>
                  </a:cubicBezTo>
                  <a:cubicBezTo>
                    <a:pt x="259" y="53"/>
                    <a:pt x="260" y="53"/>
                    <a:pt x="260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1" y="53"/>
                    <a:pt x="261" y="53"/>
                    <a:pt x="262" y="52"/>
                  </a:cubicBezTo>
                  <a:cubicBezTo>
                    <a:pt x="262" y="52"/>
                    <a:pt x="262" y="52"/>
                    <a:pt x="262" y="52"/>
                  </a:cubicBezTo>
                  <a:cubicBezTo>
                    <a:pt x="262" y="52"/>
                    <a:pt x="263" y="52"/>
                    <a:pt x="263" y="52"/>
                  </a:cubicBezTo>
                  <a:cubicBezTo>
                    <a:pt x="262" y="52"/>
                    <a:pt x="262" y="52"/>
                    <a:pt x="261" y="53"/>
                  </a:cubicBezTo>
                  <a:close/>
                  <a:moveTo>
                    <a:pt x="262" y="59"/>
                  </a:moveTo>
                  <a:cubicBezTo>
                    <a:pt x="262" y="59"/>
                    <a:pt x="262" y="59"/>
                    <a:pt x="262" y="59"/>
                  </a:cubicBezTo>
                  <a:cubicBezTo>
                    <a:pt x="262" y="59"/>
                    <a:pt x="262" y="59"/>
                    <a:pt x="262" y="59"/>
                  </a:cubicBezTo>
                  <a:close/>
                  <a:moveTo>
                    <a:pt x="500" y="148"/>
                  </a:moveTo>
                  <a:cubicBezTo>
                    <a:pt x="498" y="158"/>
                    <a:pt x="496" y="166"/>
                    <a:pt x="494" y="169"/>
                  </a:cubicBezTo>
                  <a:cubicBezTo>
                    <a:pt x="493" y="172"/>
                    <a:pt x="495" y="168"/>
                    <a:pt x="494" y="170"/>
                  </a:cubicBezTo>
                  <a:cubicBezTo>
                    <a:pt x="493" y="174"/>
                    <a:pt x="490" y="181"/>
                    <a:pt x="488" y="184"/>
                  </a:cubicBezTo>
                  <a:cubicBezTo>
                    <a:pt x="486" y="189"/>
                    <a:pt x="483" y="194"/>
                    <a:pt x="480" y="199"/>
                  </a:cubicBezTo>
                  <a:cubicBezTo>
                    <a:pt x="478" y="202"/>
                    <a:pt x="477" y="204"/>
                    <a:pt x="475" y="206"/>
                  </a:cubicBezTo>
                  <a:cubicBezTo>
                    <a:pt x="470" y="212"/>
                    <a:pt x="470" y="212"/>
                    <a:pt x="470" y="212"/>
                  </a:cubicBezTo>
                  <a:cubicBezTo>
                    <a:pt x="469" y="214"/>
                    <a:pt x="466" y="216"/>
                    <a:pt x="465" y="217"/>
                  </a:cubicBezTo>
                  <a:cubicBezTo>
                    <a:pt x="462" y="221"/>
                    <a:pt x="456" y="228"/>
                    <a:pt x="452" y="232"/>
                  </a:cubicBezTo>
                  <a:cubicBezTo>
                    <a:pt x="438" y="245"/>
                    <a:pt x="422" y="256"/>
                    <a:pt x="405" y="264"/>
                  </a:cubicBezTo>
                  <a:cubicBezTo>
                    <a:pt x="387" y="272"/>
                    <a:pt x="369" y="278"/>
                    <a:pt x="351" y="284"/>
                  </a:cubicBezTo>
                  <a:cubicBezTo>
                    <a:pt x="314" y="295"/>
                    <a:pt x="277" y="301"/>
                    <a:pt x="239" y="304"/>
                  </a:cubicBezTo>
                  <a:cubicBezTo>
                    <a:pt x="221" y="305"/>
                    <a:pt x="200" y="305"/>
                    <a:pt x="183" y="305"/>
                  </a:cubicBezTo>
                  <a:cubicBezTo>
                    <a:pt x="177" y="304"/>
                    <a:pt x="172" y="304"/>
                    <a:pt x="167" y="304"/>
                  </a:cubicBezTo>
                  <a:cubicBezTo>
                    <a:pt x="155" y="303"/>
                    <a:pt x="142" y="302"/>
                    <a:pt x="129" y="301"/>
                  </a:cubicBezTo>
                  <a:cubicBezTo>
                    <a:pt x="116" y="299"/>
                    <a:pt x="103" y="298"/>
                    <a:pt x="93" y="296"/>
                  </a:cubicBezTo>
                  <a:cubicBezTo>
                    <a:pt x="77" y="292"/>
                    <a:pt x="61" y="288"/>
                    <a:pt x="45" y="280"/>
                  </a:cubicBezTo>
                  <a:cubicBezTo>
                    <a:pt x="38" y="277"/>
                    <a:pt x="32" y="273"/>
                    <a:pt x="27" y="269"/>
                  </a:cubicBezTo>
                  <a:cubicBezTo>
                    <a:pt x="24" y="268"/>
                    <a:pt x="22" y="266"/>
                    <a:pt x="20" y="264"/>
                  </a:cubicBezTo>
                  <a:cubicBezTo>
                    <a:pt x="11" y="256"/>
                    <a:pt x="4" y="244"/>
                    <a:pt x="2" y="232"/>
                  </a:cubicBezTo>
                  <a:cubicBezTo>
                    <a:pt x="1" y="225"/>
                    <a:pt x="0" y="219"/>
                    <a:pt x="0" y="213"/>
                  </a:cubicBezTo>
                  <a:cubicBezTo>
                    <a:pt x="0" y="203"/>
                    <a:pt x="2" y="191"/>
                    <a:pt x="6" y="180"/>
                  </a:cubicBezTo>
                  <a:cubicBezTo>
                    <a:pt x="10" y="169"/>
                    <a:pt x="16" y="158"/>
                    <a:pt x="22" y="148"/>
                  </a:cubicBezTo>
                  <a:cubicBezTo>
                    <a:pt x="25" y="143"/>
                    <a:pt x="29" y="139"/>
                    <a:pt x="32" y="134"/>
                  </a:cubicBezTo>
                  <a:cubicBezTo>
                    <a:pt x="34" y="132"/>
                    <a:pt x="36" y="130"/>
                    <a:pt x="38" y="127"/>
                  </a:cubicBezTo>
                  <a:cubicBezTo>
                    <a:pt x="44" y="119"/>
                    <a:pt x="54" y="109"/>
                    <a:pt x="61" y="102"/>
                  </a:cubicBezTo>
                  <a:cubicBezTo>
                    <a:pt x="65" y="98"/>
                    <a:pt x="69" y="95"/>
                    <a:pt x="74" y="91"/>
                  </a:cubicBezTo>
                  <a:cubicBezTo>
                    <a:pt x="83" y="83"/>
                    <a:pt x="92" y="76"/>
                    <a:pt x="100" y="70"/>
                  </a:cubicBezTo>
                  <a:cubicBezTo>
                    <a:pt x="111" y="62"/>
                    <a:pt x="128" y="52"/>
                    <a:pt x="143" y="45"/>
                  </a:cubicBezTo>
                  <a:cubicBezTo>
                    <a:pt x="144" y="44"/>
                    <a:pt x="144" y="44"/>
                    <a:pt x="144" y="44"/>
                  </a:cubicBezTo>
                  <a:cubicBezTo>
                    <a:pt x="155" y="39"/>
                    <a:pt x="166" y="33"/>
                    <a:pt x="177" y="29"/>
                  </a:cubicBezTo>
                  <a:cubicBezTo>
                    <a:pt x="179" y="29"/>
                    <a:pt x="179" y="29"/>
                    <a:pt x="180" y="28"/>
                  </a:cubicBezTo>
                  <a:cubicBezTo>
                    <a:pt x="194" y="23"/>
                    <a:pt x="194" y="23"/>
                    <a:pt x="194" y="23"/>
                  </a:cubicBezTo>
                  <a:cubicBezTo>
                    <a:pt x="215" y="16"/>
                    <a:pt x="231" y="12"/>
                    <a:pt x="249" y="9"/>
                  </a:cubicBezTo>
                  <a:cubicBezTo>
                    <a:pt x="259" y="6"/>
                    <a:pt x="271" y="5"/>
                    <a:pt x="281" y="3"/>
                  </a:cubicBezTo>
                  <a:cubicBezTo>
                    <a:pt x="284" y="3"/>
                    <a:pt x="287" y="2"/>
                    <a:pt x="290" y="2"/>
                  </a:cubicBezTo>
                  <a:cubicBezTo>
                    <a:pt x="293" y="2"/>
                    <a:pt x="295" y="2"/>
                    <a:pt x="297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7" y="1"/>
                    <a:pt x="311" y="0"/>
                    <a:pt x="314" y="0"/>
                  </a:cubicBezTo>
                  <a:cubicBezTo>
                    <a:pt x="318" y="0"/>
                    <a:pt x="321" y="0"/>
                    <a:pt x="324" y="0"/>
                  </a:cubicBezTo>
                  <a:cubicBezTo>
                    <a:pt x="327" y="0"/>
                    <a:pt x="331" y="0"/>
                    <a:pt x="334" y="0"/>
                  </a:cubicBezTo>
                  <a:cubicBezTo>
                    <a:pt x="343" y="0"/>
                    <a:pt x="351" y="0"/>
                    <a:pt x="361" y="1"/>
                  </a:cubicBezTo>
                  <a:cubicBezTo>
                    <a:pt x="368" y="2"/>
                    <a:pt x="376" y="2"/>
                    <a:pt x="384" y="4"/>
                  </a:cubicBezTo>
                  <a:cubicBezTo>
                    <a:pt x="389" y="4"/>
                    <a:pt x="394" y="5"/>
                    <a:pt x="398" y="6"/>
                  </a:cubicBezTo>
                  <a:cubicBezTo>
                    <a:pt x="400" y="7"/>
                    <a:pt x="403" y="8"/>
                    <a:pt x="405" y="8"/>
                  </a:cubicBezTo>
                  <a:cubicBezTo>
                    <a:pt x="408" y="9"/>
                    <a:pt x="410" y="10"/>
                    <a:pt x="413" y="11"/>
                  </a:cubicBezTo>
                  <a:cubicBezTo>
                    <a:pt x="415" y="11"/>
                    <a:pt x="415" y="11"/>
                    <a:pt x="415" y="11"/>
                  </a:cubicBezTo>
                  <a:cubicBezTo>
                    <a:pt x="415" y="11"/>
                    <a:pt x="415" y="11"/>
                    <a:pt x="415" y="11"/>
                  </a:cubicBezTo>
                  <a:cubicBezTo>
                    <a:pt x="415" y="11"/>
                    <a:pt x="415" y="11"/>
                    <a:pt x="415" y="11"/>
                  </a:cubicBezTo>
                  <a:cubicBezTo>
                    <a:pt x="416" y="11"/>
                    <a:pt x="416" y="11"/>
                    <a:pt x="416" y="12"/>
                  </a:cubicBezTo>
                  <a:cubicBezTo>
                    <a:pt x="417" y="12"/>
                    <a:pt x="419" y="13"/>
                    <a:pt x="420" y="12"/>
                  </a:cubicBezTo>
                  <a:cubicBezTo>
                    <a:pt x="420" y="12"/>
                    <a:pt x="420" y="12"/>
                    <a:pt x="420" y="12"/>
                  </a:cubicBezTo>
                  <a:cubicBezTo>
                    <a:pt x="421" y="12"/>
                    <a:pt x="421" y="12"/>
                    <a:pt x="421" y="12"/>
                  </a:cubicBezTo>
                  <a:cubicBezTo>
                    <a:pt x="421" y="13"/>
                    <a:pt x="422" y="13"/>
                    <a:pt x="423" y="13"/>
                  </a:cubicBezTo>
                  <a:cubicBezTo>
                    <a:pt x="423" y="13"/>
                    <a:pt x="423" y="13"/>
                    <a:pt x="423" y="13"/>
                  </a:cubicBezTo>
                  <a:cubicBezTo>
                    <a:pt x="424" y="13"/>
                    <a:pt x="424" y="14"/>
                    <a:pt x="424" y="14"/>
                  </a:cubicBezTo>
                  <a:cubicBezTo>
                    <a:pt x="425" y="14"/>
                    <a:pt x="425" y="14"/>
                    <a:pt x="425" y="14"/>
                  </a:cubicBezTo>
                  <a:cubicBezTo>
                    <a:pt x="426" y="14"/>
                    <a:pt x="426" y="14"/>
                    <a:pt x="426" y="15"/>
                  </a:cubicBezTo>
                  <a:cubicBezTo>
                    <a:pt x="426" y="15"/>
                    <a:pt x="426" y="15"/>
                    <a:pt x="426" y="15"/>
                  </a:cubicBezTo>
                  <a:cubicBezTo>
                    <a:pt x="426" y="15"/>
                    <a:pt x="427" y="16"/>
                    <a:pt x="428" y="16"/>
                  </a:cubicBezTo>
                  <a:cubicBezTo>
                    <a:pt x="428" y="17"/>
                    <a:pt x="429" y="17"/>
                    <a:pt x="429" y="17"/>
                  </a:cubicBezTo>
                  <a:cubicBezTo>
                    <a:pt x="430" y="17"/>
                    <a:pt x="430" y="19"/>
                    <a:pt x="431" y="19"/>
                  </a:cubicBezTo>
                  <a:cubicBezTo>
                    <a:pt x="430" y="20"/>
                    <a:pt x="431" y="20"/>
                    <a:pt x="431" y="20"/>
                  </a:cubicBezTo>
                  <a:cubicBezTo>
                    <a:pt x="431" y="20"/>
                    <a:pt x="431" y="21"/>
                    <a:pt x="431" y="21"/>
                  </a:cubicBezTo>
                  <a:cubicBezTo>
                    <a:pt x="431" y="21"/>
                    <a:pt x="431" y="22"/>
                    <a:pt x="431" y="22"/>
                  </a:cubicBezTo>
                  <a:cubicBezTo>
                    <a:pt x="431" y="22"/>
                    <a:pt x="431" y="23"/>
                    <a:pt x="431" y="23"/>
                  </a:cubicBezTo>
                  <a:cubicBezTo>
                    <a:pt x="431" y="23"/>
                    <a:pt x="432" y="24"/>
                    <a:pt x="432" y="24"/>
                  </a:cubicBezTo>
                  <a:cubicBezTo>
                    <a:pt x="432" y="25"/>
                    <a:pt x="431" y="25"/>
                    <a:pt x="431" y="26"/>
                  </a:cubicBezTo>
                  <a:cubicBezTo>
                    <a:pt x="431" y="27"/>
                    <a:pt x="430" y="28"/>
                    <a:pt x="430" y="29"/>
                  </a:cubicBezTo>
                  <a:cubicBezTo>
                    <a:pt x="430" y="29"/>
                    <a:pt x="430" y="29"/>
                    <a:pt x="430" y="29"/>
                  </a:cubicBezTo>
                  <a:cubicBezTo>
                    <a:pt x="429" y="29"/>
                    <a:pt x="429" y="30"/>
                    <a:pt x="428" y="30"/>
                  </a:cubicBezTo>
                  <a:cubicBezTo>
                    <a:pt x="428" y="30"/>
                    <a:pt x="428" y="30"/>
                    <a:pt x="428" y="31"/>
                  </a:cubicBezTo>
                  <a:cubicBezTo>
                    <a:pt x="427" y="31"/>
                    <a:pt x="427" y="31"/>
                    <a:pt x="427" y="31"/>
                  </a:cubicBezTo>
                  <a:cubicBezTo>
                    <a:pt x="426" y="31"/>
                    <a:pt x="424" y="32"/>
                    <a:pt x="423" y="32"/>
                  </a:cubicBezTo>
                  <a:cubicBezTo>
                    <a:pt x="423" y="32"/>
                    <a:pt x="423" y="32"/>
                    <a:pt x="423" y="32"/>
                  </a:cubicBezTo>
                  <a:cubicBezTo>
                    <a:pt x="422" y="32"/>
                    <a:pt x="422" y="32"/>
                    <a:pt x="421" y="32"/>
                  </a:cubicBezTo>
                  <a:cubicBezTo>
                    <a:pt x="421" y="33"/>
                    <a:pt x="420" y="32"/>
                    <a:pt x="420" y="32"/>
                  </a:cubicBezTo>
                  <a:cubicBezTo>
                    <a:pt x="420" y="32"/>
                    <a:pt x="419" y="32"/>
                    <a:pt x="419" y="32"/>
                  </a:cubicBezTo>
                  <a:cubicBezTo>
                    <a:pt x="419" y="32"/>
                    <a:pt x="418" y="32"/>
                    <a:pt x="418" y="32"/>
                  </a:cubicBezTo>
                  <a:cubicBezTo>
                    <a:pt x="417" y="32"/>
                    <a:pt x="417" y="31"/>
                    <a:pt x="416" y="31"/>
                  </a:cubicBezTo>
                  <a:cubicBezTo>
                    <a:pt x="416" y="31"/>
                    <a:pt x="416" y="31"/>
                    <a:pt x="416" y="31"/>
                  </a:cubicBezTo>
                  <a:cubicBezTo>
                    <a:pt x="415" y="31"/>
                    <a:pt x="415" y="30"/>
                    <a:pt x="415" y="30"/>
                  </a:cubicBezTo>
                  <a:cubicBezTo>
                    <a:pt x="415" y="30"/>
                    <a:pt x="415" y="30"/>
                    <a:pt x="414" y="30"/>
                  </a:cubicBezTo>
                  <a:cubicBezTo>
                    <a:pt x="414" y="29"/>
                    <a:pt x="415" y="29"/>
                    <a:pt x="414" y="29"/>
                  </a:cubicBezTo>
                  <a:cubicBezTo>
                    <a:pt x="414" y="28"/>
                    <a:pt x="413" y="30"/>
                    <a:pt x="413" y="29"/>
                  </a:cubicBezTo>
                  <a:cubicBezTo>
                    <a:pt x="413" y="28"/>
                    <a:pt x="412" y="28"/>
                    <a:pt x="411" y="27"/>
                  </a:cubicBezTo>
                  <a:cubicBezTo>
                    <a:pt x="410" y="27"/>
                    <a:pt x="410" y="27"/>
                    <a:pt x="410" y="27"/>
                  </a:cubicBezTo>
                  <a:cubicBezTo>
                    <a:pt x="410" y="27"/>
                    <a:pt x="410" y="27"/>
                    <a:pt x="410" y="27"/>
                  </a:cubicBezTo>
                  <a:cubicBezTo>
                    <a:pt x="410" y="27"/>
                    <a:pt x="410" y="27"/>
                    <a:pt x="410" y="27"/>
                  </a:cubicBezTo>
                  <a:cubicBezTo>
                    <a:pt x="408" y="26"/>
                    <a:pt x="408" y="26"/>
                    <a:pt x="408" y="26"/>
                  </a:cubicBezTo>
                  <a:cubicBezTo>
                    <a:pt x="407" y="26"/>
                    <a:pt x="407" y="26"/>
                    <a:pt x="407" y="26"/>
                  </a:cubicBezTo>
                  <a:cubicBezTo>
                    <a:pt x="399" y="23"/>
                    <a:pt x="390" y="21"/>
                    <a:pt x="383" y="20"/>
                  </a:cubicBezTo>
                  <a:cubicBezTo>
                    <a:pt x="376" y="19"/>
                    <a:pt x="370" y="18"/>
                    <a:pt x="363" y="17"/>
                  </a:cubicBezTo>
                  <a:cubicBezTo>
                    <a:pt x="342" y="15"/>
                    <a:pt x="321" y="16"/>
                    <a:pt x="300" y="17"/>
                  </a:cubicBezTo>
                  <a:cubicBezTo>
                    <a:pt x="288" y="18"/>
                    <a:pt x="273" y="20"/>
                    <a:pt x="262" y="22"/>
                  </a:cubicBezTo>
                  <a:cubicBezTo>
                    <a:pt x="249" y="24"/>
                    <a:pt x="236" y="27"/>
                    <a:pt x="224" y="30"/>
                  </a:cubicBezTo>
                  <a:cubicBezTo>
                    <a:pt x="217" y="32"/>
                    <a:pt x="210" y="34"/>
                    <a:pt x="203" y="36"/>
                  </a:cubicBezTo>
                  <a:cubicBezTo>
                    <a:pt x="196" y="38"/>
                    <a:pt x="196" y="38"/>
                    <a:pt x="196" y="38"/>
                  </a:cubicBezTo>
                  <a:cubicBezTo>
                    <a:pt x="190" y="41"/>
                    <a:pt x="183" y="43"/>
                    <a:pt x="176" y="46"/>
                  </a:cubicBezTo>
                  <a:cubicBezTo>
                    <a:pt x="170" y="49"/>
                    <a:pt x="164" y="51"/>
                    <a:pt x="157" y="54"/>
                  </a:cubicBezTo>
                  <a:cubicBezTo>
                    <a:pt x="148" y="58"/>
                    <a:pt x="138" y="64"/>
                    <a:pt x="127" y="70"/>
                  </a:cubicBezTo>
                  <a:cubicBezTo>
                    <a:pt x="117" y="77"/>
                    <a:pt x="106" y="84"/>
                    <a:pt x="96" y="92"/>
                  </a:cubicBezTo>
                  <a:cubicBezTo>
                    <a:pt x="93" y="94"/>
                    <a:pt x="93" y="94"/>
                    <a:pt x="93" y="94"/>
                  </a:cubicBezTo>
                  <a:cubicBezTo>
                    <a:pt x="80" y="104"/>
                    <a:pt x="69" y="115"/>
                    <a:pt x="59" y="125"/>
                  </a:cubicBezTo>
                  <a:cubicBezTo>
                    <a:pt x="47" y="138"/>
                    <a:pt x="34" y="155"/>
                    <a:pt x="26" y="171"/>
                  </a:cubicBezTo>
                  <a:cubicBezTo>
                    <a:pt x="19" y="186"/>
                    <a:pt x="14" y="201"/>
                    <a:pt x="14" y="217"/>
                  </a:cubicBezTo>
                  <a:cubicBezTo>
                    <a:pt x="15" y="222"/>
                    <a:pt x="15" y="229"/>
                    <a:pt x="17" y="234"/>
                  </a:cubicBezTo>
                  <a:cubicBezTo>
                    <a:pt x="19" y="239"/>
                    <a:pt x="22" y="244"/>
                    <a:pt x="26" y="249"/>
                  </a:cubicBezTo>
                  <a:cubicBezTo>
                    <a:pt x="28" y="252"/>
                    <a:pt x="31" y="255"/>
                    <a:pt x="35" y="258"/>
                  </a:cubicBezTo>
                  <a:cubicBezTo>
                    <a:pt x="40" y="261"/>
                    <a:pt x="45" y="264"/>
                    <a:pt x="51" y="267"/>
                  </a:cubicBezTo>
                  <a:cubicBezTo>
                    <a:pt x="61" y="272"/>
                    <a:pt x="72" y="276"/>
                    <a:pt x="84" y="279"/>
                  </a:cubicBezTo>
                  <a:cubicBezTo>
                    <a:pt x="95" y="282"/>
                    <a:pt x="106" y="284"/>
                    <a:pt x="117" y="285"/>
                  </a:cubicBezTo>
                  <a:cubicBezTo>
                    <a:pt x="121" y="286"/>
                    <a:pt x="125" y="286"/>
                    <a:pt x="129" y="287"/>
                  </a:cubicBezTo>
                  <a:cubicBezTo>
                    <a:pt x="131" y="287"/>
                    <a:pt x="134" y="287"/>
                    <a:pt x="137" y="287"/>
                  </a:cubicBezTo>
                  <a:cubicBezTo>
                    <a:pt x="150" y="289"/>
                    <a:pt x="168" y="290"/>
                    <a:pt x="184" y="291"/>
                  </a:cubicBezTo>
                  <a:cubicBezTo>
                    <a:pt x="206" y="291"/>
                    <a:pt x="227" y="291"/>
                    <a:pt x="251" y="289"/>
                  </a:cubicBezTo>
                  <a:cubicBezTo>
                    <a:pt x="268" y="287"/>
                    <a:pt x="287" y="285"/>
                    <a:pt x="306" y="281"/>
                  </a:cubicBezTo>
                  <a:cubicBezTo>
                    <a:pt x="331" y="276"/>
                    <a:pt x="357" y="268"/>
                    <a:pt x="381" y="259"/>
                  </a:cubicBezTo>
                  <a:cubicBezTo>
                    <a:pt x="395" y="254"/>
                    <a:pt x="407" y="248"/>
                    <a:pt x="419" y="241"/>
                  </a:cubicBezTo>
                  <a:cubicBezTo>
                    <a:pt x="430" y="233"/>
                    <a:pt x="440" y="224"/>
                    <a:pt x="449" y="215"/>
                  </a:cubicBezTo>
                  <a:cubicBezTo>
                    <a:pt x="450" y="214"/>
                    <a:pt x="451" y="213"/>
                    <a:pt x="453" y="211"/>
                  </a:cubicBezTo>
                  <a:cubicBezTo>
                    <a:pt x="455" y="209"/>
                    <a:pt x="454" y="210"/>
                    <a:pt x="456" y="207"/>
                  </a:cubicBezTo>
                  <a:cubicBezTo>
                    <a:pt x="458" y="205"/>
                    <a:pt x="457" y="207"/>
                    <a:pt x="458" y="205"/>
                  </a:cubicBezTo>
                  <a:cubicBezTo>
                    <a:pt x="464" y="198"/>
                    <a:pt x="464" y="198"/>
                    <a:pt x="464" y="198"/>
                  </a:cubicBezTo>
                  <a:cubicBezTo>
                    <a:pt x="465" y="197"/>
                    <a:pt x="466" y="196"/>
                    <a:pt x="467" y="195"/>
                  </a:cubicBezTo>
                  <a:cubicBezTo>
                    <a:pt x="467" y="194"/>
                    <a:pt x="468" y="193"/>
                    <a:pt x="469" y="192"/>
                  </a:cubicBezTo>
                  <a:cubicBezTo>
                    <a:pt x="472" y="187"/>
                    <a:pt x="475" y="182"/>
                    <a:pt x="477" y="177"/>
                  </a:cubicBezTo>
                  <a:cubicBezTo>
                    <a:pt x="482" y="167"/>
                    <a:pt x="486" y="156"/>
                    <a:pt x="487" y="146"/>
                  </a:cubicBezTo>
                  <a:cubicBezTo>
                    <a:pt x="487" y="143"/>
                    <a:pt x="487" y="146"/>
                    <a:pt x="488" y="144"/>
                  </a:cubicBezTo>
                  <a:cubicBezTo>
                    <a:pt x="488" y="142"/>
                    <a:pt x="488" y="141"/>
                    <a:pt x="487" y="139"/>
                  </a:cubicBezTo>
                  <a:cubicBezTo>
                    <a:pt x="487" y="137"/>
                    <a:pt x="487" y="136"/>
                    <a:pt x="487" y="134"/>
                  </a:cubicBezTo>
                  <a:cubicBezTo>
                    <a:pt x="487" y="130"/>
                    <a:pt x="486" y="126"/>
                    <a:pt x="485" y="123"/>
                  </a:cubicBezTo>
                  <a:cubicBezTo>
                    <a:pt x="483" y="115"/>
                    <a:pt x="480" y="108"/>
                    <a:pt x="475" y="103"/>
                  </a:cubicBezTo>
                  <a:cubicBezTo>
                    <a:pt x="472" y="98"/>
                    <a:pt x="467" y="94"/>
                    <a:pt x="462" y="91"/>
                  </a:cubicBezTo>
                  <a:cubicBezTo>
                    <a:pt x="460" y="90"/>
                    <a:pt x="461" y="90"/>
                    <a:pt x="460" y="90"/>
                  </a:cubicBezTo>
                  <a:cubicBezTo>
                    <a:pt x="458" y="89"/>
                    <a:pt x="459" y="89"/>
                    <a:pt x="458" y="88"/>
                  </a:cubicBezTo>
                  <a:cubicBezTo>
                    <a:pt x="456" y="87"/>
                    <a:pt x="456" y="87"/>
                    <a:pt x="456" y="87"/>
                  </a:cubicBezTo>
                  <a:cubicBezTo>
                    <a:pt x="453" y="86"/>
                    <a:pt x="453" y="86"/>
                    <a:pt x="453" y="86"/>
                  </a:cubicBezTo>
                  <a:cubicBezTo>
                    <a:pt x="439" y="78"/>
                    <a:pt x="424" y="72"/>
                    <a:pt x="409" y="67"/>
                  </a:cubicBezTo>
                  <a:cubicBezTo>
                    <a:pt x="406" y="66"/>
                    <a:pt x="406" y="66"/>
                    <a:pt x="402" y="64"/>
                  </a:cubicBezTo>
                  <a:cubicBezTo>
                    <a:pt x="398" y="63"/>
                    <a:pt x="399" y="63"/>
                    <a:pt x="396" y="63"/>
                  </a:cubicBezTo>
                  <a:cubicBezTo>
                    <a:pt x="395" y="63"/>
                    <a:pt x="392" y="61"/>
                    <a:pt x="391" y="61"/>
                  </a:cubicBezTo>
                  <a:cubicBezTo>
                    <a:pt x="390" y="61"/>
                    <a:pt x="391" y="61"/>
                    <a:pt x="391" y="61"/>
                  </a:cubicBezTo>
                  <a:cubicBezTo>
                    <a:pt x="388" y="60"/>
                    <a:pt x="378" y="58"/>
                    <a:pt x="373" y="57"/>
                  </a:cubicBezTo>
                  <a:cubicBezTo>
                    <a:pt x="366" y="56"/>
                    <a:pt x="358" y="54"/>
                    <a:pt x="350" y="53"/>
                  </a:cubicBezTo>
                  <a:cubicBezTo>
                    <a:pt x="358" y="54"/>
                    <a:pt x="365" y="55"/>
                    <a:pt x="367" y="55"/>
                  </a:cubicBezTo>
                  <a:cubicBezTo>
                    <a:pt x="359" y="53"/>
                    <a:pt x="344" y="52"/>
                    <a:pt x="336" y="51"/>
                  </a:cubicBezTo>
                  <a:cubicBezTo>
                    <a:pt x="318" y="50"/>
                    <a:pt x="294" y="52"/>
                    <a:pt x="273" y="56"/>
                  </a:cubicBezTo>
                  <a:cubicBezTo>
                    <a:pt x="272" y="56"/>
                    <a:pt x="271" y="56"/>
                    <a:pt x="271" y="56"/>
                  </a:cubicBezTo>
                  <a:cubicBezTo>
                    <a:pt x="265" y="57"/>
                    <a:pt x="265" y="57"/>
                    <a:pt x="265" y="57"/>
                  </a:cubicBezTo>
                  <a:cubicBezTo>
                    <a:pt x="264" y="58"/>
                    <a:pt x="264" y="58"/>
                    <a:pt x="264" y="58"/>
                  </a:cubicBezTo>
                  <a:cubicBezTo>
                    <a:pt x="264" y="58"/>
                    <a:pt x="263" y="58"/>
                    <a:pt x="262" y="58"/>
                  </a:cubicBezTo>
                  <a:cubicBezTo>
                    <a:pt x="264" y="58"/>
                    <a:pt x="264" y="58"/>
                    <a:pt x="264" y="58"/>
                  </a:cubicBezTo>
                  <a:cubicBezTo>
                    <a:pt x="265" y="57"/>
                    <a:pt x="265" y="57"/>
                    <a:pt x="265" y="57"/>
                  </a:cubicBezTo>
                  <a:cubicBezTo>
                    <a:pt x="266" y="57"/>
                    <a:pt x="266" y="57"/>
                    <a:pt x="266" y="57"/>
                  </a:cubicBezTo>
                  <a:cubicBezTo>
                    <a:pt x="266" y="57"/>
                    <a:pt x="266" y="57"/>
                    <a:pt x="266" y="57"/>
                  </a:cubicBezTo>
                  <a:cubicBezTo>
                    <a:pt x="267" y="57"/>
                    <a:pt x="267" y="57"/>
                    <a:pt x="267" y="57"/>
                  </a:cubicBezTo>
                  <a:cubicBezTo>
                    <a:pt x="288" y="53"/>
                    <a:pt x="309" y="50"/>
                    <a:pt x="330" y="51"/>
                  </a:cubicBezTo>
                  <a:cubicBezTo>
                    <a:pt x="335" y="51"/>
                    <a:pt x="343" y="51"/>
                    <a:pt x="352" y="52"/>
                  </a:cubicBezTo>
                  <a:cubicBezTo>
                    <a:pt x="362" y="53"/>
                    <a:pt x="371" y="55"/>
                    <a:pt x="378" y="57"/>
                  </a:cubicBezTo>
                  <a:cubicBezTo>
                    <a:pt x="387" y="58"/>
                    <a:pt x="391" y="59"/>
                    <a:pt x="387" y="58"/>
                  </a:cubicBezTo>
                  <a:cubicBezTo>
                    <a:pt x="376" y="55"/>
                    <a:pt x="367" y="53"/>
                    <a:pt x="356" y="52"/>
                  </a:cubicBezTo>
                  <a:cubicBezTo>
                    <a:pt x="354" y="51"/>
                    <a:pt x="352" y="51"/>
                    <a:pt x="355" y="51"/>
                  </a:cubicBezTo>
                  <a:cubicBezTo>
                    <a:pt x="377" y="53"/>
                    <a:pt x="401" y="60"/>
                    <a:pt x="418" y="66"/>
                  </a:cubicBezTo>
                  <a:cubicBezTo>
                    <a:pt x="428" y="70"/>
                    <a:pt x="428" y="70"/>
                    <a:pt x="428" y="70"/>
                  </a:cubicBezTo>
                  <a:cubicBezTo>
                    <a:pt x="430" y="70"/>
                    <a:pt x="431" y="71"/>
                    <a:pt x="432" y="71"/>
                  </a:cubicBezTo>
                  <a:cubicBezTo>
                    <a:pt x="432" y="71"/>
                    <a:pt x="430" y="70"/>
                    <a:pt x="430" y="70"/>
                  </a:cubicBezTo>
                  <a:cubicBezTo>
                    <a:pt x="411" y="62"/>
                    <a:pt x="395" y="56"/>
                    <a:pt x="374" y="52"/>
                  </a:cubicBezTo>
                  <a:cubicBezTo>
                    <a:pt x="371" y="51"/>
                    <a:pt x="368" y="51"/>
                    <a:pt x="365" y="50"/>
                  </a:cubicBezTo>
                  <a:cubicBezTo>
                    <a:pt x="358" y="49"/>
                    <a:pt x="347" y="48"/>
                    <a:pt x="338" y="47"/>
                  </a:cubicBezTo>
                  <a:cubicBezTo>
                    <a:pt x="336" y="47"/>
                    <a:pt x="337" y="47"/>
                    <a:pt x="336" y="47"/>
                  </a:cubicBezTo>
                  <a:cubicBezTo>
                    <a:pt x="315" y="46"/>
                    <a:pt x="296" y="48"/>
                    <a:pt x="277" y="51"/>
                  </a:cubicBezTo>
                  <a:cubicBezTo>
                    <a:pt x="293" y="48"/>
                    <a:pt x="310" y="47"/>
                    <a:pt x="325" y="47"/>
                  </a:cubicBezTo>
                  <a:cubicBezTo>
                    <a:pt x="327" y="47"/>
                    <a:pt x="328" y="46"/>
                    <a:pt x="330" y="46"/>
                  </a:cubicBezTo>
                  <a:cubicBezTo>
                    <a:pt x="343" y="47"/>
                    <a:pt x="363" y="49"/>
                    <a:pt x="379" y="52"/>
                  </a:cubicBezTo>
                  <a:cubicBezTo>
                    <a:pt x="381" y="52"/>
                    <a:pt x="382" y="52"/>
                    <a:pt x="375" y="51"/>
                  </a:cubicBezTo>
                  <a:cubicBezTo>
                    <a:pt x="377" y="51"/>
                    <a:pt x="378" y="51"/>
                    <a:pt x="381" y="52"/>
                  </a:cubicBezTo>
                  <a:cubicBezTo>
                    <a:pt x="381" y="52"/>
                    <a:pt x="380" y="52"/>
                    <a:pt x="379" y="52"/>
                  </a:cubicBezTo>
                  <a:cubicBezTo>
                    <a:pt x="388" y="53"/>
                    <a:pt x="389" y="54"/>
                    <a:pt x="398" y="56"/>
                  </a:cubicBezTo>
                  <a:cubicBezTo>
                    <a:pt x="399" y="56"/>
                    <a:pt x="400" y="56"/>
                    <a:pt x="399" y="56"/>
                  </a:cubicBezTo>
                  <a:cubicBezTo>
                    <a:pt x="392" y="54"/>
                    <a:pt x="385" y="52"/>
                    <a:pt x="379" y="51"/>
                  </a:cubicBezTo>
                  <a:cubicBezTo>
                    <a:pt x="375" y="50"/>
                    <a:pt x="372" y="50"/>
                    <a:pt x="369" y="49"/>
                  </a:cubicBezTo>
                  <a:cubicBezTo>
                    <a:pt x="367" y="49"/>
                    <a:pt x="367" y="49"/>
                    <a:pt x="365" y="48"/>
                  </a:cubicBezTo>
                  <a:cubicBezTo>
                    <a:pt x="363" y="48"/>
                    <a:pt x="360" y="48"/>
                    <a:pt x="358" y="48"/>
                  </a:cubicBezTo>
                  <a:cubicBezTo>
                    <a:pt x="353" y="47"/>
                    <a:pt x="353" y="47"/>
                    <a:pt x="353" y="47"/>
                  </a:cubicBezTo>
                  <a:cubicBezTo>
                    <a:pt x="345" y="46"/>
                    <a:pt x="336" y="46"/>
                    <a:pt x="327" y="45"/>
                  </a:cubicBezTo>
                  <a:cubicBezTo>
                    <a:pt x="321" y="45"/>
                    <a:pt x="314" y="45"/>
                    <a:pt x="307" y="46"/>
                  </a:cubicBezTo>
                  <a:cubicBezTo>
                    <a:pt x="310" y="45"/>
                    <a:pt x="315" y="45"/>
                    <a:pt x="320" y="45"/>
                  </a:cubicBezTo>
                  <a:cubicBezTo>
                    <a:pt x="337" y="45"/>
                    <a:pt x="357" y="46"/>
                    <a:pt x="371" y="49"/>
                  </a:cubicBezTo>
                  <a:cubicBezTo>
                    <a:pt x="372" y="49"/>
                    <a:pt x="369" y="48"/>
                    <a:pt x="368" y="48"/>
                  </a:cubicBezTo>
                  <a:cubicBezTo>
                    <a:pt x="363" y="47"/>
                    <a:pt x="360" y="47"/>
                    <a:pt x="356" y="46"/>
                  </a:cubicBezTo>
                  <a:cubicBezTo>
                    <a:pt x="354" y="46"/>
                    <a:pt x="357" y="46"/>
                    <a:pt x="355" y="46"/>
                  </a:cubicBezTo>
                  <a:cubicBezTo>
                    <a:pt x="345" y="45"/>
                    <a:pt x="335" y="45"/>
                    <a:pt x="323" y="45"/>
                  </a:cubicBezTo>
                  <a:cubicBezTo>
                    <a:pt x="322" y="44"/>
                    <a:pt x="319" y="44"/>
                    <a:pt x="321" y="44"/>
                  </a:cubicBezTo>
                  <a:cubicBezTo>
                    <a:pt x="319" y="44"/>
                    <a:pt x="319" y="44"/>
                    <a:pt x="317" y="44"/>
                  </a:cubicBezTo>
                  <a:cubicBezTo>
                    <a:pt x="314" y="44"/>
                    <a:pt x="318" y="44"/>
                    <a:pt x="317" y="44"/>
                  </a:cubicBezTo>
                  <a:cubicBezTo>
                    <a:pt x="314" y="44"/>
                    <a:pt x="310" y="45"/>
                    <a:pt x="308" y="45"/>
                  </a:cubicBezTo>
                  <a:cubicBezTo>
                    <a:pt x="294" y="46"/>
                    <a:pt x="282" y="47"/>
                    <a:pt x="266" y="50"/>
                  </a:cubicBezTo>
                  <a:cubicBezTo>
                    <a:pt x="276" y="48"/>
                    <a:pt x="290" y="46"/>
                    <a:pt x="305" y="45"/>
                  </a:cubicBezTo>
                  <a:cubicBezTo>
                    <a:pt x="308" y="44"/>
                    <a:pt x="304" y="45"/>
                    <a:pt x="307" y="44"/>
                  </a:cubicBezTo>
                  <a:cubicBezTo>
                    <a:pt x="311" y="44"/>
                    <a:pt x="314" y="44"/>
                    <a:pt x="318" y="44"/>
                  </a:cubicBezTo>
                  <a:cubicBezTo>
                    <a:pt x="328" y="44"/>
                    <a:pt x="328" y="44"/>
                    <a:pt x="328" y="44"/>
                  </a:cubicBezTo>
                  <a:cubicBezTo>
                    <a:pt x="333" y="44"/>
                    <a:pt x="338" y="44"/>
                    <a:pt x="343" y="44"/>
                  </a:cubicBezTo>
                  <a:cubicBezTo>
                    <a:pt x="348" y="45"/>
                    <a:pt x="351" y="45"/>
                    <a:pt x="356" y="45"/>
                  </a:cubicBezTo>
                  <a:cubicBezTo>
                    <a:pt x="358" y="46"/>
                    <a:pt x="358" y="45"/>
                    <a:pt x="361" y="46"/>
                  </a:cubicBezTo>
                  <a:cubicBezTo>
                    <a:pt x="362" y="46"/>
                    <a:pt x="357" y="45"/>
                    <a:pt x="360" y="45"/>
                  </a:cubicBezTo>
                  <a:cubicBezTo>
                    <a:pt x="363" y="46"/>
                    <a:pt x="360" y="45"/>
                    <a:pt x="362" y="46"/>
                  </a:cubicBezTo>
                  <a:cubicBezTo>
                    <a:pt x="365" y="46"/>
                    <a:pt x="366" y="46"/>
                    <a:pt x="368" y="46"/>
                  </a:cubicBezTo>
                  <a:cubicBezTo>
                    <a:pt x="375" y="48"/>
                    <a:pt x="382" y="49"/>
                    <a:pt x="389" y="51"/>
                  </a:cubicBezTo>
                  <a:cubicBezTo>
                    <a:pt x="391" y="51"/>
                    <a:pt x="386" y="50"/>
                    <a:pt x="388" y="50"/>
                  </a:cubicBezTo>
                  <a:cubicBezTo>
                    <a:pt x="391" y="51"/>
                    <a:pt x="401" y="54"/>
                    <a:pt x="403" y="54"/>
                  </a:cubicBezTo>
                  <a:cubicBezTo>
                    <a:pt x="411" y="57"/>
                    <a:pt x="415" y="58"/>
                    <a:pt x="424" y="61"/>
                  </a:cubicBezTo>
                  <a:cubicBezTo>
                    <a:pt x="427" y="63"/>
                    <a:pt x="424" y="61"/>
                    <a:pt x="426" y="62"/>
                  </a:cubicBezTo>
                  <a:cubicBezTo>
                    <a:pt x="431" y="64"/>
                    <a:pt x="434" y="65"/>
                    <a:pt x="440" y="68"/>
                  </a:cubicBezTo>
                  <a:cubicBezTo>
                    <a:pt x="444" y="69"/>
                    <a:pt x="450" y="72"/>
                    <a:pt x="455" y="75"/>
                  </a:cubicBezTo>
                  <a:cubicBezTo>
                    <a:pt x="455" y="74"/>
                    <a:pt x="452" y="73"/>
                    <a:pt x="449" y="71"/>
                  </a:cubicBezTo>
                  <a:cubicBezTo>
                    <a:pt x="451" y="72"/>
                    <a:pt x="456" y="75"/>
                    <a:pt x="458" y="76"/>
                  </a:cubicBezTo>
                  <a:cubicBezTo>
                    <a:pt x="466" y="80"/>
                    <a:pt x="473" y="84"/>
                    <a:pt x="480" y="91"/>
                  </a:cubicBezTo>
                  <a:cubicBezTo>
                    <a:pt x="486" y="97"/>
                    <a:pt x="492" y="105"/>
                    <a:pt x="495" y="116"/>
                  </a:cubicBezTo>
                  <a:cubicBezTo>
                    <a:pt x="496" y="119"/>
                    <a:pt x="497" y="120"/>
                    <a:pt x="498" y="123"/>
                  </a:cubicBezTo>
                  <a:cubicBezTo>
                    <a:pt x="498" y="124"/>
                    <a:pt x="498" y="124"/>
                    <a:pt x="498" y="123"/>
                  </a:cubicBezTo>
                  <a:cubicBezTo>
                    <a:pt x="498" y="126"/>
                    <a:pt x="499" y="130"/>
                    <a:pt x="499" y="134"/>
                  </a:cubicBezTo>
                  <a:cubicBezTo>
                    <a:pt x="500" y="136"/>
                    <a:pt x="500" y="139"/>
                    <a:pt x="500" y="141"/>
                  </a:cubicBezTo>
                  <a:cubicBezTo>
                    <a:pt x="500" y="143"/>
                    <a:pt x="500" y="146"/>
                    <a:pt x="500" y="148"/>
                  </a:cubicBezTo>
                  <a:close/>
                  <a:moveTo>
                    <a:pt x="385" y="50"/>
                  </a:moveTo>
                  <a:cubicBezTo>
                    <a:pt x="380" y="49"/>
                    <a:pt x="378" y="49"/>
                    <a:pt x="371" y="47"/>
                  </a:cubicBezTo>
                  <a:cubicBezTo>
                    <a:pt x="369" y="47"/>
                    <a:pt x="367" y="47"/>
                    <a:pt x="364" y="46"/>
                  </a:cubicBezTo>
                  <a:cubicBezTo>
                    <a:pt x="363" y="47"/>
                    <a:pt x="354" y="45"/>
                    <a:pt x="354" y="46"/>
                  </a:cubicBezTo>
                  <a:cubicBezTo>
                    <a:pt x="359" y="46"/>
                    <a:pt x="362" y="47"/>
                    <a:pt x="365" y="47"/>
                  </a:cubicBezTo>
                  <a:cubicBezTo>
                    <a:pt x="367" y="47"/>
                    <a:pt x="364" y="47"/>
                    <a:pt x="366" y="47"/>
                  </a:cubicBezTo>
                  <a:cubicBezTo>
                    <a:pt x="370" y="48"/>
                    <a:pt x="380" y="49"/>
                    <a:pt x="386" y="51"/>
                  </a:cubicBezTo>
                  <a:cubicBezTo>
                    <a:pt x="386" y="51"/>
                    <a:pt x="384" y="50"/>
                    <a:pt x="385" y="50"/>
                  </a:cubicBezTo>
                  <a:close/>
                  <a:moveTo>
                    <a:pt x="387" y="51"/>
                  </a:moveTo>
                  <a:cubicBezTo>
                    <a:pt x="387" y="51"/>
                    <a:pt x="388" y="51"/>
                    <a:pt x="388" y="51"/>
                  </a:cubicBezTo>
                  <a:cubicBezTo>
                    <a:pt x="392" y="52"/>
                    <a:pt x="389" y="51"/>
                    <a:pt x="387" y="51"/>
                  </a:cubicBezTo>
                  <a:close/>
                  <a:moveTo>
                    <a:pt x="391" y="61"/>
                  </a:moveTo>
                  <a:cubicBezTo>
                    <a:pt x="391" y="61"/>
                    <a:pt x="391" y="61"/>
                    <a:pt x="391" y="61"/>
                  </a:cubicBezTo>
                  <a:cubicBezTo>
                    <a:pt x="391" y="61"/>
                    <a:pt x="391" y="61"/>
                    <a:pt x="391" y="61"/>
                  </a:cubicBez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35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8" y="531788"/>
            <a:ext cx="229537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6000" b="1" baseline="30000" dirty="0" smtClean="0">
                <a:latin typeface="Candara"/>
                <a:cs typeface="Candara"/>
              </a:rPr>
              <a:t>Examples</a:t>
            </a:r>
            <a:endParaRPr lang="it-IT" sz="6000" dirty="0">
              <a:latin typeface="Candara"/>
              <a:cs typeface="Candara"/>
            </a:endParaRPr>
          </a:p>
        </p:txBody>
      </p:sp>
      <p:cxnSp>
        <p:nvCxnSpPr>
          <p:cNvPr id="5" name="Connettore 1 4"/>
          <p:cNvCxnSpPr/>
          <p:nvPr/>
        </p:nvCxnSpPr>
        <p:spPr>
          <a:xfrm>
            <a:off x="259298" y="1239674"/>
            <a:ext cx="8563860" cy="0"/>
          </a:xfrm>
          <a:prstGeom prst="line">
            <a:avLst/>
          </a:prstGeom>
          <a:ln w="1905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Immagine 9" descr="hands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91" y="1276466"/>
            <a:ext cx="7242237" cy="2800660"/>
          </a:xfrm>
          <a:prstGeom prst="rect">
            <a:avLst/>
          </a:prstGeom>
        </p:spPr>
      </p:pic>
      <p:pic>
        <p:nvPicPr>
          <p:cNvPr id="11" name="Immagine 10" descr="hands_bw 2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91" y="4077126"/>
            <a:ext cx="7242237" cy="2736000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3121190" y="3955535"/>
            <a:ext cx="5188466" cy="2036963"/>
            <a:chOff x="3121190" y="3955535"/>
            <a:chExt cx="5188466" cy="2036963"/>
          </a:xfrm>
        </p:grpSpPr>
        <p:sp>
          <p:nvSpPr>
            <p:cNvPr id="6" name="Freeform 501"/>
            <p:cNvSpPr>
              <a:spLocks noEditPoints="1"/>
            </p:cNvSpPr>
            <p:nvPr/>
          </p:nvSpPr>
          <p:spPr bwMode="auto">
            <a:xfrm>
              <a:off x="3121190" y="3955535"/>
              <a:ext cx="1634907" cy="1475473"/>
            </a:xfrm>
            <a:custGeom>
              <a:avLst/>
              <a:gdLst>
                <a:gd name="T0" fmla="*/ 450 w 500"/>
                <a:gd name="T1" fmla="*/ 71 h 305"/>
                <a:gd name="T2" fmla="*/ 422 w 500"/>
                <a:gd name="T3" fmla="*/ 60 h 305"/>
                <a:gd name="T4" fmla="*/ 366 w 500"/>
                <a:gd name="T5" fmla="*/ 54 h 305"/>
                <a:gd name="T6" fmla="*/ 299 w 500"/>
                <a:gd name="T7" fmla="*/ 46 h 305"/>
                <a:gd name="T8" fmla="*/ 265 w 500"/>
                <a:gd name="T9" fmla="*/ 53 h 305"/>
                <a:gd name="T10" fmla="*/ 264 w 500"/>
                <a:gd name="T11" fmla="*/ 53 h 305"/>
                <a:gd name="T12" fmla="*/ 265 w 500"/>
                <a:gd name="T13" fmla="*/ 51 h 305"/>
                <a:gd name="T14" fmla="*/ 265 w 500"/>
                <a:gd name="T15" fmla="*/ 51 h 305"/>
                <a:gd name="T16" fmla="*/ 264 w 500"/>
                <a:gd name="T17" fmla="*/ 51 h 305"/>
                <a:gd name="T18" fmla="*/ 265 w 500"/>
                <a:gd name="T19" fmla="*/ 58 h 305"/>
                <a:gd name="T20" fmla="*/ 263 w 500"/>
                <a:gd name="T21" fmla="*/ 51 h 305"/>
                <a:gd name="T22" fmla="*/ 262 w 500"/>
                <a:gd name="T23" fmla="*/ 53 h 305"/>
                <a:gd name="T24" fmla="*/ 262 w 500"/>
                <a:gd name="T25" fmla="*/ 56 h 305"/>
                <a:gd name="T26" fmla="*/ 262 w 500"/>
                <a:gd name="T27" fmla="*/ 58 h 305"/>
                <a:gd name="T28" fmla="*/ 339 w 500"/>
                <a:gd name="T29" fmla="*/ 54 h 305"/>
                <a:gd name="T30" fmla="*/ 264 w 500"/>
                <a:gd name="T31" fmla="*/ 56 h 305"/>
                <a:gd name="T32" fmla="*/ 263 w 500"/>
                <a:gd name="T33" fmla="*/ 56 h 305"/>
                <a:gd name="T34" fmla="*/ 260 w 500"/>
                <a:gd name="T35" fmla="*/ 52 h 305"/>
                <a:gd name="T36" fmla="*/ 263 w 500"/>
                <a:gd name="T37" fmla="*/ 52 h 305"/>
                <a:gd name="T38" fmla="*/ 494 w 500"/>
                <a:gd name="T39" fmla="*/ 169 h 305"/>
                <a:gd name="T40" fmla="*/ 465 w 500"/>
                <a:gd name="T41" fmla="*/ 217 h 305"/>
                <a:gd name="T42" fmla="*/ 167 w 500"/>
                <a:gd name="T43" fmla="*/ 304 h 305"/>
                <a:gd name="T44" fmla="*/ 2 w 500"/>
                <a:gd name="T45" fmla="*/ 232 h 305"/>
                <a:gd name="T46" fmla="*/ 61 w 500"/>
                <a:gd name="T47" fmla="*/ 102 h 305"/>
                <a:gd name="T48" fmla="*/ 180 w 500"/>
                <a:gd name="T49" fmla="*/ 28 h 305"/>
                <a:gd name="T50" fmla="*/ 304 w 500"/>
                <a:gd name="T51" fmla="*/ 1 h 305"/>
                <a:gd name="T52" fmla="*/ 398 w 500"/>
                <a:gd name="T53" fmla="*/ 6 h 305"/>
                <a:gd name="T54" fmla="*/ 416 w 500"/>
                <a:gd name="T55" fmla="*/ 12 h 305"/>
                <a:gd name="T56" fmla="*/ 424 w 500"/>
                <a:gd name="T57" fmla="*/ 14 h 305"/>
                <a:gd name="T58" fmla="*/ 431 w 500"/>
                <a:gd name="T59" fmla="*/ 19 h 305"/>
                <a:gd name="T60" fmla="*/ 431 w 500"/>
                <a:gd name="T61" fmla="*/ 26 h 305"/>
                <a:gd name="T62" fmla="*/ 423 w 500"/>
                <a:gd name="T63" fmla="*/ 32 h 305"/>
                <a:gd name="T64" fmla="*/ 416 w 500"/>
                <a:gd name="T65" fmla="*/ 31 h 305"/>
                <a:gd name="T66" fmla="*/ 411 w 500"/>
                <a:gd name="T67" fmla="*/ 27 h 305"/>
                <a:gd name="T68" fmla="*/ 383 w 500"/>
                <a:gd name="T69" fmla="*/ 20 h 305"/>
                <a:gd name="T70" fmla="*/ 196 w 500"/>
                <a:gd name="T71" fmla="*/ 38 h 305"/>
                <a:gd name="T72" fmla="*/ 59 w 500"/>
                <a:gd name="T73" fmla="*/ 125 h 305"/>
                <a:gd name="T74" fmla="*/ 51 w 500"/>
                <a:gd name="T75" fmla="*/ 267 h 305"/>
                <a:gd name="T76" fmla="*/ 251 w 500"/>
                <a:gd name="T77" fmla="*/ 289 h 305"/>
                <a:gd name="T78" fmla="*/ 456 w 500"/>
                <a:gd name="T79" fmla="*/ 207 h 305"/>
                <a:gd name="T80" fmla="*/ 487 w 500"/>
                <a:gd name="T81" fmla="*/ 146 h 305"/>
                <a:gd name="T82" fmla="*/ 462 w 500"/>
                <a:gd name="T83" fmla="*/ 91 h 305"/>
                <a:gd name="T84" fmla="*/ 402 w 500"/>
                <a:gd name="T85" fmla="*/ 64 h 305"/>
                <a:gd name="T86" fmla="*/ 367 w 500"/>
                <a:gd name="T87" fmla="*/ 55 h 305"/>
                <a:gd name="T88" fmla="*/ 262 w 500"/>
                <a:gd name="T89" fmla="*/ 58 h 305"/>
                <a:gd name="T90" fmla="*/ 330 w 500"/>
                <a:gd name="T91" fmla="*/ 51 h 305"/>
                <a:gd name="T92" fmla="*/ 418 w 500"/>
                <a:gd name="T93" fmla="*/ 66 h 305"/>
                <a:gd name="T94" fmla="*/ 338 w 500"/>
                <a:gd name="T95" fmla="*/ 47 h 305"/>
                <a:gd name="T96" fmla="*/ 375 w 500"/>
                <a:gd name="T97" fmla="*/ 51 h 305"/>
                <a:gd name="T98" fmla="*/ 369 w 500"/>
                <a:gd name="T99" fmla="*/ 49 h 305"/>
                <a:gd name="T100" fmla="*/ 320 w 500"/>
                <a:gd name="T101" fmla="*/ 45 h 305"/>
                <a:gd name="T102" fmla="*/ 321 w 500"/>
                <a:gd name="T103" fmla="*/ 44 h 305"/>
                <a:gd name="T104" fmla="*/ 307 w 500"/>
                <a:gd name="T105" fmla="*/ 44 h 305"/>
                <a:gd name="T106" fmla="*/ 360 w 500"/>
                <a:gd name="T107" fmla="*/ 45 h 305"/>
                <a:gd name="T108" fmla="*/ 424 w 500"/>
                <a:gd name="T109" fmla="*/ 61 h 305"/>
                <a:gd name="T110" fmla="*/ 480 w 500"/>
                <a:gd name="T111" fmla="*/ 91 h 305"/>
                <a:gd name="T112" fmla="*/ 500 w 500"/>
                <a:gd name="T113" fmla="*/ 148 h 305"/>
                <a:gd name="T114" fmla="*/ 366 w 500"/>
                <a:gd name="T115" fmla="*/ 47 h 305"/>
                <a:gd name="T116" fmla="*/ 391 w 500"/>
                <a:gd name="T117" fmla="*/ 61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00" h="305">
                  <a:moveTo>
                    <a:pt x="484" y="124"/>
                  </a:moveTo>
                  <a:cubicBezTo>
                    <a:pt x="485" y="125"/>
                    <a:pt x="485" y="127"/>
                    <a:pt x="485" y="128"/>
                  </a:cubicBezTo>
                  <a:lnTo>
                    <a:pt x="484" y="124"/>
                  </a:lnTo>
                  <a:close/>
                  <a:moveTo>
                    <a:pt x="450" y="71"/>
                  </a:moveTo>
                  <a:cubicBezTo>
                    <a:pt x="449" y="70"/>
                    <a:pt x="448" y="69"/>
                    <a:pt x="445" y="68"/>
                  </a:cubicBezTo>
                  <a:cubicBezTo>
                    <a:pt x="445" y="68"/>
                    <a:pt x="449" y="70"/>
                    <a:pt x="450" y="71"/>
                  </a:cubicBezTo>
                  <a:close/>
                  <a:moveTo>
                    <a:pt x="438" y="65"/>
                  </a:moveTo>
                  <a:cubicBezTo>
                    <a:pt x="440" y="66"/>
                    <a:pt x="443" y="67"/>
                    <a:pt x="443" y="67"/>
                  </a:cubicBezTo>
                  <a:cubicBezTo>
                    <a:pt x="442" y="67"/>
                    <a:pt x="438" y="65"/>
                    <a:pt x="438" y="65"/>
                  </a:cubicBezTo>
                  <a:close/>
                  <a:moveTo>
                    <a:pt x="422" y="60"/>
                  </a:moveTo>
                  <a:cubicBezTo>
                    <a:pt x="420" y="60"/>
                    <a:pt x="417" y="58"/>
                    <a:pt x="417" y="58"/>
                  </a:cubicBezTo>
                  <a:cubicBezTo>
                    <a:pt x="418" y="59"/>
                    <a:pt x="421" y="60"/>
                    <a:pt x="422" y="60"/>
                  </a:cubicBezTo>
                  <a:close/>
                  <a:moveTo>
                    <a:pt x="413" y="55"/>
                  </a:moveTo>
                  <a:cubicBezTo>
                    <a:pt x="410" y="54"/>
                    <a:pt x="405" y="52"/>
                    <a:pt x="404" y="52"/>
                  </a:cubicBezTo>
                  <a:cubicBezTo>
                    <a:pt x="408" y="53"/>
                    <a:pt x="411" y="54"/>
                    <a:pt x="413" y="55"/>
                  </a:cubicBezTo>
                  <a:close/>
                  <a:moveTo>
                    <a:pt x="366" y="54"/>
                  </a:moveTo>
                  <a:cubicBezTo>
                    <a:pt x="370" y="55"/>
                    <a:pt x="379" y="56"/>
                    <a:pt x="384" y="57"/>
                  </a:cubicBezTo>
                  <a:cubicBezTo>
                    <a:pt x="379" y="56"/>
                    <a:pt x="372" y="55"/>
                    <a:pt x="366" y="54"/>
                  </a:cubicBezTo>
                  <a:close/>
                  <a:moveTo>
                    <a:pt x="366" y="49"/>
                  </a:moveTo>
                  <a:cubicBezTo>
                    <a:pt x="361" y="48"/>
                    <a:pt x="361" y="48"/>
                    <a:pt x="361" y="48"/>
                  </a:cubicBezTo>
                  <a:cubicBezTo>
                    <a:pt x="359" y="48"/>
                    <a:pt x="347" y="47"/>
                    <a:pt x="348" y="47"/>
                  </a:cubicBezTo>
                  <a:cubicBezTo>
                    <a:pt x="356" y="47"/>
                    <a:pt x="366" y="49"/>
                    <a:pt x="372" y="50"/>
                  </a:cubicBezTo>
                  <a:cubicBezTo>
                    <a:pt x="370" y="50"/>
                    <a:pt x="368" y="50"/>
                    <a:pt x="366" y="49"/>
                  </a:cubicBezTo>
                  <a:close/>
                  <a:moveTo>
                    <a:pt x="299" y="46"/>
                  </a:moveTo>
                  <a:cubicBezTo>
                    <a:pt x="296" y="46"/>
                    <a:pt x="296" y="46"/>
                    <a:pt x="296" y="46"/>
                  </a:cubicBezTo>
                  <a:cubicBezTo>
                    <a:pt x="296" y="47"/>
                    <a:pt x="296" y="47"/>
                    <a:pt x="297" y="47"/>
                  </a:cubicBezTo>
                  <a:cubicBezTo>
                    <a:pt x="299" y="46"/>
                    <a:pt x="299" y="46"/>
                    <a:pt x="299" y="46"/>
                  </a:cubicBezTo>
                  <a:close/>
                  <a:moveTo>
                    <a:pt x="264" y="53"/>
                  </a:moveTo>
                  <a:cubicBezTo>
                    <a:pt x="264" y="53"/>
                    <a:pt x="264" y="53"/>
                    <a:pt x="264" y="53"/>
                  </a:cubicBezTo>
                  <a:cubicBezTo>
                    <a:pt x="264" y="53"/>
                    <a:pt x="265" y="53"/>
                    <a:pt x="265" y="53"/>
                  </a:cubicBezTo>
                  <a:cubicBezTo>
                    <a:pt x="265" y="53"/>
                    <a:pt x="265" y="53"/>
                    <a:pt x="265" y="53"/>
                  </a:cubicBezTo>
                  <a:cubicBezTo>
                    <a:pt x="269" y="52"/>
                    <a:pt x="269" y="52"/>
                    <a:pt x="269" y="52"/>
                  </a:cubicBezTo>
                  <a:lnTo>
                    <a:pt x="264" y="53"/>
                  </a:lnTo>
                  <a:close/>
                  <a:moveTo>
                    <a:pt x="264" y="53"/>
                  </a:moveTo>
                  <a:cubicBezTo>
                    <a:pt x="264" y="53"/>
                    <a:pt x="264" y="53"/>
                    <a:pt x="264" y="53"/>
                  </a:cubicBezTo>
                  <a:cubicBezTo>
                    <a:pt x="264" y="53"/>
                    <a:pt x="264" y="53"/>
                    <a:pt x="264" y="53"/>
                  </a:cubicBezTo>
                  <a:cubicBezTo>
                    <a:pt x="263" y="53"/>
                    <a:pt x="264" y="53"/>
                    <a:pt x="264" y="53"/>
                  </a:cubicBezTo>
                  <a:close/>
                  <a:moveTo>
                    <a:pt x="264" y="53"/>
                  </a:moveTo>
                  <a:cubicBezTo>
                    <a:pt x="264" y="53"/>
                    <a:pt x="264" y="53"/>
                    <a:pt x="264" y="53"/>
                  </a:cubicBezTo>
                  <a:cubicBezTo>
                    <a:pt x="264" y="53"/>
                    <a:pt x="264" y="53"/>
                    <a:pt x="264" y="53"/>
                  </a:cubicBezTo>
                  <a:cubicBezTo>
                    <a:pt x="264" y="53"/>
                    <a:pt x="264" y="53"/>
                    <a:pt x="264" y="53"/>
                  </a:cubicBezTo>
                  <a:close/>
                  <a:moveTo>
                    <a:pt x="265" y="51"/>
                  </a:moveTo>
                  <a:cubicBezTo>
                    <a:pt x="264" y="51"/>
                    <a:pt x="264" y="51"/>
                    <a:pt x="264" y="51"/>
                  </a:cubicBezTo>
                  <a:cubicBezTo>
                    <a:pt x="264" y="51"/>
                    <a:pt x="264" y="51"/>
                    <a:pt x="264" y="51"/>
                  </a:cubicBezTo>
                  <a:cubicBezTo>
                    <a:pt x="264" y="51"/>
                    <a:pt x="264" y="51"/>
                    <a:pt x="265" y="51"/>
                  </a:cubicBezTo>
                  <a:cubicBezTo>
                    <a:pt x="265" y="51"/>
                    <a:pt x="265" y="51"/>
                    <a:pt x="265" y="51"/>
                  </a:cubicBezTo>
                  <a:cubicBezTo>
                    <a:pt x="265" y="51"/>
                    <a:pt x="265" y="51"/>
                    <a:pt x="265" y="50"/>
                  </a:cubicBezTo>
                  <a:cubicBezTo>
                    <a:pt x="265" y="51"/>
                    <a:pt x="265" y="51"/>
                    <a:pt x="265" y="51"/>
                  </a:cubicBezTo>
                  <a:close/>
                  <a:moveTo>
                    <a:pt x="265" y="57"/>
                  </a:moveTo>
                  <a:cubicBezTo>
                    <a:pt x="265" y="57"/>
                    <a:pt x="265" y="57"/>
                    <a:pt x="265" y="57"/>
                  </a:cubicBezTo>
                  <a:cubicBezTo>
                    <a:pt x="265" y="57"/>
                    <a:pt x="265" y="57"/>
                    <a:pt x="265" y="57"/>
                  </a:cubicBezTo>
                  <a:close/>
                  <a:moveTo>
                    <a:pt x="264" y="51"/>
                  </a:moveTo>
                  <a:cubicBezTo>
                    <a:pt x="264" y="51"/>
                    <a:pt x="264" y="52"/>
                    <a:pt x="264" y="52"/>
                  </a:cubicBezTo>
                  <a:cubicBezTo>
                    <a:pt x="264" y="52"/>
                    <a:pt x="264" y="52"/>
                    <a:pt x="264" y="51"/>
                  </a:cubicBezTo>
                  <a:close/>
                  <a:moveTo>
                    <a:pt x="264" y="51"/>
                  </a:moveTo>
                  <a:cubicBezTo>
                    <a:pt x="264" y="51"/>
                    <a:pt x="264" y="51"/>
                    <a:pt x="264" y="51"/>
                  </a:cubicBezTo>
                  <a:cubicBezTo>
                    <a:pt x="264" y="51"/>
                    <a:pt x="264" y="51"/>
                    <a:pt x="264" y="51"/>
                  </a:cubicBezTo>
                  <a:close/>
                  <a:moveTo>
                    <a:pt x="265" y="58"/>
                  </a:moveTo>
                  <a:cubicBezTo>
                    <a:pt x="265" y="58"/>
                    <a:pt x="265" y="58"/>
                    <a:pt x="265" y="58"/>
                  </a:cubicBezTo>
                  <a:cubicBezTo>
                    <a:pt x="265" y="58"/>
                    <a:pt x="265" y="58"/>
                    <a:pt x="265" y="58"/>
                  </a:cubicBezTo>
                  <a:close/>
                  <a:moveTo>
                    <a:pt x="265" y="57"/>
                  </a:moveTo>
                  <a:cubicBezTo>
                    <a:pt x="264" y="57"/>
                    <a:pt x="264" y="57"/>
                    <a:pt x="264" y="57"/>
                  </a:cubicBezTo>
                  <a:cubicBezTo>
                    <a:pt x="264" y="57"/>
                    <a:pt x="265" y="57"/>
                    <a:pt x="265" y="57"/>
                  </a:cubicBezTo>
                  <a:close/>
                  <a:moveTo>
                    <a:pt x="263" y="51"/>
                  </a:moveTo>
                  <a:cubicBezTo>
                    <a:pt x="263" y="51"/>
                    <a:pt x="263" y="51"/>
                    <a:pt x="263" y="51"/>
                  </a:cubicBezTo>
                  <a:cubicBezTo>
                    <a:pt x="263" y="51"/>
                    <a:pt x="263" y="51"/>
                    <a:pt x="263" y="51"/>
                  </a:cubicBezTo>
                  <a:close/>
                  <a:moveTo>
                    <a:pt x="263" y="54"/>
                  </a:moveTo>
                  <a:cubicBezTo>
                    <a:pt x="263" y="54"/>
                    <a:pt x="263" y="53"/>
                    <a:pt x="263" y="53"/>
                  </a:cubicBezTo>
                  <a:cubicBezTo>
                    <a:pt x="263" y="53"/>
                    <a:pt x="263" y="53"/>
                    <a:pt x="263" y="54"/>
                  </a:cubicBezTo>
                  <a:close/>
                  <a:moveTo>
                    <a:pt x="262" y="53"/>
                  </a:moveTo>
                  <a:cubicBezTo>
                    <a:pt x="263" y="53"/>
                    <a:pt x="263" y="53"/>
                    <a:pt x="263" y="53"/>
                  </a:cubicBezTo>
                  <a:cubicBezTo>
                    <a:pt x="263" y="53"/>
                    <a:pt x="262" y="53"/>
                    <a:pt x="262" y="53"/>
                  </a:cubicBezTo>
                  <a:close/>
                  <a:moveTo>
                    <a:pt x="262" y="53"/>
                  </a:moveTo>
                  <a:cubicBezTo>
                    <a:pt x="262" y="52"/>
                    <a:pt x="262" y="53"/>
                    <a:pt x="262" y="53"/>
                  </a:cubicBezTo>
                  <a:cubicBezTo>
                    <a:pt x="262" y="53"/>
                    <a:pt x="262" y="52"/>
                    <a:pt x="262" y="52"/>
                  </a:cubicBezTo>
                  <a:cubicBezTo>
                    <a:pt x="262" y="53"/>
                    <a:pt x="262" y="53"/>
                    <a:pt x="262" y="53"/>
                  </a:cubicBezTo>
                  <a:close/>
                  <a:moveTo>
                    <a:pt x="262" y="56"/>
                  </a:moveTo>
                  <a:cubicBezTo>
                    <a:pt x="263" y="56"/>
                    <a:pt x="262" y="56"/>
                    <a:pt x="262" y="56"/>
                  </a:cubicBezTo>
                  <a:close/>
                  <a:moveTo>
                    <a:pt x="261" y="58"/>
                  </a:moveTo>
                  <a:cubicBezTo>
                    <a:pt x="262" y="58"/>
                    <a:pt x="262" y="58"/>
                    <a:pt x="262" y="58"/>
                  </a:cubicBezTo>
                  <a:cubicBezTo>
                    <a:pt x="262" y="58"/>
                    <a:pt x="261" y="58"/>
                    <a:pt x="261" y="58"/>
                  </a:cubicBezTo>
                  <a:close/>
                  <a:moveTo>
                    <a:pt x="262" y="58"/>
                  </a:moveTo>
                  <a:cubicBezTo>
                    <a:pt x="262" y="58"/>
                    <a:pt x="262" y="58"/>
                    <a:pt x="262" y="58"/>
                  </a:cubicBezTo>
                  <a:cubicBezTo>
                    <a:pt x="262" y="59"/>
                    <a:pt x="262" y="59"/>
                    <a:pt x="262" y="58"/>
                  </a:cubicBezTo>
                  <a:close/>
                  <a:moveTo>
                    <a:pt x="262" y="61"/>
                  </a:moveTo>
                  <a:cubicBezTo>
                    <a:pt x="262" y="61"/>
                    <a:pt x="262" y="61"/>
                    <a:pt x="262" y="61"/>
                  </a:cubicBezTo>
                  <a:cubicBezTo>
                    <a:pt x="262" y="61"/>
                    <a:pt x="262" y="61"/>
                    <a:pt x="262" y="61"/>
                  </a:cubicBezTo>
                  <a:close/>
                  <a:moveTo>
                    <a:pt x="261" y="61"/>
                  </a:moveTo>
                  <a:cubicBezTo>
                    <a:pt x="260" y="61"/>
                    <a:pt x="260" y="61"/>
                    <a:pt x="261" y="61"/>
                  </a:cubicBezTo>
                  <a:close/>
                  <a:moveTo>
                    <a:pt x="339" y="54"/>
                  </a:moveTo>
                  <a:cubicBezTo>
                    <a:pt x="334" y="54"/>
                    <a:pt x="330" y="54"/>
                    <a:pt x="326" y="54"/>
                  </a:cubicBezTo>
                  <a:cubicBezTo>
                    <a:pt x="329" y="54"/>
                    <a:pt x="333" y="54"/>
                    <a:pt x="336" y="54"/>
                  </a:cubicBezTo>
                  <a:cubicBezTo>
                    <a:pt x="336" y="54"/>
                    <a:pt x="338" y="54"/>
                    <a:pt x="339" y="54"/>
                  </a:cubicBezTo>
                  <a:close/>
                  <a:moveTo>
                    <a:pt x="263" y="56"/>
                  </a:moveTo>
                  <a:cubicBezTo>
                    <a:pt x="264" y="56"/>
                    <a:pt x="264" y="56"/>
                    <a:pt x="264" y="56"/>
                  </a:cubicBezTo>
                  <a:cubicBezTo>
                    <a:pt x="264" y="56"/>
                    <a:pt x="264" y="56"/>
                    <a:pt x="264" y="56"/>
                  </a:cubicBezTo>
                  <a:cubicBezTo>
                    <a:pt x="264" y="56"/>
                    <a:pt x="265" y="56"/>
                    <a:pt x="265" y="56"/>
                  </a:cubicBezTo>
                  <a:cubicBezTo>
                    <a:pt x="265" y="56"/>
                    <a:pt x="265" y="56"/>
                    <a:pt x="265" y="56"/>
                  </a:cubicBezTo>
                  <a:cubicBezTo>
                    <a:pt x="265" y="56"/>
                    <a:pt x="265" y="56"/>
                    <a:pt x="265" y="56"/>
                  </a:cubicBezTo>
                  <a:cubicBezTo>
                    <a:pt x="265" y="56"/>
                    <a:pt x="265" y="56"/>
                    <a:pt x="265" y="56"/>
                  </a:cubicBezTo>
                  <a:cubicBezTo>
                    <a:pt x="265" y="56"/>
                    <a:pt x="265" y="56"/>
                    <a:pt x="265" y="55"/>
                  </a:cubicBezTo>
                  <a:cubicBezTo>
                    <a:pt x="265" y="56"/>
                    <a:pt x="264" y="56"/>
                    <a:pt x="263" y="56"/>
                  </a:cubicBezTo>
                  <a:close/>
                  <a:moveTo>
                    <a:pt x="264" y="52"/>
                  </a:moveTo>
                  <a:cubicBezTo>
                    <a:pt x="264" y="52"/>
                    <a:pt x="264" y="52"/>
                    <a:pt x="264" y="52"/>
                  </a:cubicBezTo>
                  <a:cubicBezTo>
                    <a:pt x="264" y="52"/>
                    <a:pt x="263" y="52"/>
                    <a:pt x="263" y="52"/>
                  </a:cubicBezTo>
                  <a:cubicBezTo>
                    <a:pt x="263" y="52"/>
                    <a:pt x="264" y="52"/>
                    <a:pt x="264" y="52"/>
                  </a:cubicBezTo>
                  <a:close/>
                  <a:moveTo>
                    <a:pt x="261" y="53"/>
                  </a:moveTo>
                  <a:cubicBezTo>
                    <a:pt x="261" y="52"/>
                    <a:pt x="261" y="52"/>
                    <a:pt x="260" y="52"/>
                  </a:cubicBezTo>
                  <a:cubicBezTo>
                    <a:pt x="260" y="53"/>
                    <a:pt x="259" y="53"/>
                    <a:pt x="259" y="53"/>
                  </a:cubicBezTo>
                  <a:cubicBezTo>
                    <a:pt x="259" y="53"/>
                    <a:pt x="260" y="53"/>
                    <a:pt x="260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1" y="53"/>
                    <a:pt x="261" y="53"/>
                    <a:pt x="262" y="52"/>
                  </a:cubicBezTo>
                  <a:cubicBezTo>
                    <a:pt x="262" y="52"/>
                    <a:pt x="262" y="52"/>
                    <a:pt x="262" y="52"/>
                  </a:cubicBezTo>
                  <a:cubicBezTo>
                    <a:pt x="262" y="52"/>
                    <a:pt x="263" y="52"/>
                    <a:pt x="263" y="52"/>
                  </a:cubicBezTo>
                  <a:cubicBezTo>
                    <a:pt x="262" y="52"/>
                    <a:pt x="262" y="52"/>
                    <a:pt x="261" y="53"/>
                  </a:cubicBezTo>
                  <a:close/>
                  <a:moveTo>
                    <a:pt x="262" y="59"/>
                  </a:moveTo>
                  <a:cubicBezTo>
                    <a:pt x="262" y="59"/>
                    <a:pt x="262" y="59"/>
                    <a:pt x="262" y="59"/>
                  </a:cubicBezTo>
                  <a:cubicBezTo>
                    <a:pt x="262" y="59"/>
                    <a:pt x="262" y="59"/>
                    <a:pt x="262" y="59"/>
                  </a:cubicBezTo>
                  <a:close/>
                  <a:moveTo>
                    <a:pt x="500" y="148"/>
                  </a:moveTo>
                  <a:cubicBezTo>
                    <a:pt x="498" y="158"/>
                    <a:pt x="496" y="166"/>
                    <a:pt x="494" y="169"/>
                  </a:cubicBezTo>
                  <a:cubicBezTo>
                    <a:pt x="493" y="172"/>
                    <a:pt x="495" y="168"/>
                    <a:pt x="494" y="170"/>
                  </a:cubicBezTo>
                  <a:cubicBezTo>
                    <a:pt x="493" y="174"/>
                    <a:pt x="490" y="181"/>
                    <a:pt x="488" y="184"/>
                  </a:cubicBezTo>
                  <a:cubicBezTo>
                    <a:pt x="486" y="189"/>
                    <a:pt x="483" y="194"/>
                    <a:pt x="480" y="199"/>
                  </a:cubicBezTo>
                  <a:cubicBezTo>
                    <a:pt x="478" y="202"/>
                    <a:pt x="477" y="204"/>
                    <a:pt x="475" y="206"/>
                  </a:cubicBezTo>
                  <a:cubicBezTo>
                    <a:pt x="470" y="212"/>
                    <a:pt x="470" y="212"/>
                    <a:pt x="470" y="212"/>
                  </a:cubicBezTo>
                  <a:cubicBezTo>
                    <a:pt x="469" y="214"/>
                    <a:pt x="466" y="216"/>
                    <a:pt x="465" y="217"/>
                  </a:cubicBezTo>
                  <a:cubicBezTo>
                    <a:pt x="462" y="221"/>
                    <a:pt x="456" y="228"/>
                    <a:pt x="452" y="232"/>
                  </a:cubicBezTo>
                  <a:cubicBezTo>
                    <a:pt x="438" y="245"/>
                    <a:pt x="422" y="256"/>
                    <a:pt x="405" y="264"/>
                  </a:cubicBezTo>
                  <a:cubicBezTo>
                    <a:pt x="387" y="272"/>
                    <a:pt x="369" y="278"/>
                    <a:pt x="351" y="284"/>
                  </a:cubicBezTo>
                  <a:cubicBezTo>
                    <a:pt x="314" y="295"/>
                    <a:pt x="277" y="301"/>
                    <a:pt x="239" y="304"/>
                  </a:cubicBezTo>
                  <a:cubicBezTo>
                    <a:pt x="221" y="305"/>
                    <a:pt x="200" y="305"/>
                    <a:pt x="183" y="305"/>
                  </a:cubicBezTo>
                  <a:cubicBezTo>
                    <a:pt x="177" y="304"/>
                    <a:pt x="172" y="304"/>
                    <a:pt x="167" y="304"/>
                  </a:cubicBezTo>
                  <a:cubicBezTo>
                    <a:pt x="155" y="303"/>
                    <a:pt x="142" y="302"/>
                    <a:pt x="129" y="301"/>
                  </a:cubicBezTo>
                  <a:cubicBezTo>
                    <a:pt x="116" y="299"/>
                    <a:pt x="103" y="298"/>
                    <a:pt x="93" y="296"/>
                  </a:cubicBezTo>
                  <a:cubicBezTo>
                    <a:pt x="77" y="292"/>
                    <a:pt x="61" y="288"/>
                    <a:pt x="45" y="280"/>
                  </a:cubicBezTo>
                  <a:cubicBezTo>
                    <a:pt x="38" y="277"/>
                    <a:pt x="32" y="273"/>
                    <a:pt x="27" y="269"/>
                  </a:cubicBezTo>
                  <a:cubicBezTo>
                    <a:pt x="24" y="268"/>
                    <a:pt x="22" y="266"/>
                    <a:pt x="20" y="264"/>
                  </a:cubicBezTo>
                  <a:cubicBezTo>
                    <a:pt x="11" y="256"/>
                    <a:pt x="4" y="244"/>
                    <a:pt x="2" y="232"/>
                  </a:cubicBezTo>
                  <a:cubicBezTo>
                    <a:pt x="1" y="225"/>
                    <a:pt x="0" y="219"/>
                    <a:pt x="0" y="213"/>
                  </a:cubicBezTo>
                  <a:cubicBezTo>
                    <a:pt x="0" y="203"/>
                    <a:pt x="2" y="191"/>
                    <a:pt x="6" y="180"/>
                  </a:cubicBezTo>
                  <a:cubicBezTo>
                    <a:pt x="10" y="169"/>
                    <a:pt x="16" y="158"/>
                    <a:pt x="22" y="148"/>
                  </a:cubicBezTo>
                  <a:cubicBezTo>
                    <a:pt x="25" y="143"/>
                    <a:pt x="29" y="139"/>
                    <a:pt x="32" y="134"/>
                  </a:cubicBezTo>
                  <a:cubicBezTo>
                    <a:pt x="34" y="132"/>
                    <a:pt x="36" y="130"/>
                    <a:pt x="38" y="127"/>
                  </a:cubicBezTo>
                  <a:cubicBezTo>
                    <a:pt x="44" y="119"/>
                    <a:pt x="54" y="109"/>
                    <a:pt x="61" y="102"/>
                  </a:cubicBezTo>
                  <a:cubicBezTo>
                    <a:pt x="65" y="98"/>
                    <a:pt x="69" y="95"/>
                    <a:pt x="74" y="91"/>
                  </a:cubicBezTo>
                  <a:cubicBezTo>
                    <a:pt x="83" y="83"/>
                    <a:pt x="92" y="76"/>
                    <a:pt x="100" y="70"/>
                  </a:cubicBezTo>
                  <a:cubicBezTo>
                    <a:pt x="111" y="62"/>
                    <a:pt x="128" y="52"/>
                    <a:pt x="143" y="45"/>
                  </a:cubicBezTo>
                  <a:cubicBezTo>
                    <a:pt x="144" y="44"/>
                    <a:pt x="144" y="44"/>
                    <a:pt x="144" y="44"/>
                  </a:cubicBezTo>
                  <a:cubicBezTo>
                    <a:pt x="155" y="39"/>
                    <a:pt x="166" y="33"/>
                    <a:pt x="177" y="29"/>
                  </a:cubicBezTo>
                  <a:cubicBezTo>
                    <a:pt x="179" y="29"/>
                    <a:pt x="179" y="29"/>
                    <a:pt x="180" y="28"/>
                  </a:cubicBezTo>
                  <a:cubicBezTo>
                    <a:pt x="194" y="23"/>
                    <a:pt x="194" y="23"/>
                    <a:pt x="194" y="23"/>
                  </a:cubicBezTo>
                  <a:cubicBezTo>
                    <a:pt x="215" y="16"/>
                    <a:pt x="231" y="12"/>
                    <a:pt x="249" y="9"/>
                  </a:cubicBezTo>
                  <a:cubicBezTo>
                    <a:pt x="259" y="6"/>
                    <a:pt x="271" y="5"/>
                    <a:pt x="281" y="3"/>
                  </a:cubicBezTo>
                  <a:cubicBezTo>
                    <a:pt x="284" y="3"/>
                    <a:pt x="287" y="2"/>
                    <a:pt x="290" y="2"/>
                  </a:cubicBezTo>
                  <a:cubicBezTo>
                    <a:pt x="293" y="2"/>
                    <a:pt x="295" y="2"/>
                    <a:pt x="297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7" y="1"/>
                    <a:pt x="311" y="0"/>
                    <a:pt x="314" y="0"/>
                  </a:cubicBezTo>
                  <a:cubicBezTo>
                    <a:pt x="318" y="0"/>
                    <a:pt x="321" y="0"/>
                    <a:pt x="324" y="0"/>
                  </a:cubicBezTo>
                  <a:cubicBezTo>
                    <a:pt x="327" y="0"/>
                    <a:pt x="331" y="0"/>
                    <a:pt x="334" y="0"/>
                  </a:cubicBezTo>
                  <a:cubicBezTo>
                    <a:pt x="343" y="0"/>
                    <a:pt x="351" y="0"/>
                    <a:pt x="361" y="1"/>
                  </a:cubicBezTo>
                  <a:cubicBezTo>
                    <a:pt x="368" y="2"/>
                    <a:pt x="376" y="2"/>
                    <a:pt x="384" y="4"/>
                  </a:cubicBezTo>
                  <a:cubicBezTo>
                    <a:pt x="389" y="4"/>
                    <a:pt x="394" y="5"/>
                    <a:pt x="398" y="6"/>
                  </a:cubicBezTo>
                  <a:cubicBezTo>
                    <a:pt x="400" y="7"/>
                    <a:pt x="403" y="8"/>
                    <a:pt x="405" y="8"/>
                  </a:cubicBezTo>
                  <a:cubicBezTo>
                    <a:pt x="408" y="9"/>
                    <a:pt x="410" y="10"/>
                    <a:pt x="413" y="11"/>
                  </a:cubicBezTo>
                  <a:cubicBezTo>
                    <a:pt x="415" y="11"/>
                    <a:pt x="415" y="11"/>
                    <a:pt x="415" y="11"/>
                  </a:cubicBezTo>
                  <a:cubicBezTo>
                    <a:pt x="415" y="11"/>
                    <a:pt x="415" y="11"/>
                    <a:pt x="415" y="11"/>
                  </a:cubicBezTo>
                  <a:cubicBezTo>
                    <a:pt x="415" y="11"/>
                    <a:pt x="415" y="11"/>
                    <a:pt x="415" y="11"/>
                  </a:cubicBezTo>
                  <a:cubicBezTo>
                    <a:pt x="416" y="11"/>
                    <a:pt x="416" y="11"/>
                    <a:pt x="416" y="12"/>
                  </a:cubicBezTo>
                  <a:cubicBezTo>
                    <a:pt x="417" y="12"/>
                    <a:pt x="419" y="13"/>
                    <a:pt x="420" y="12"/>
                  </a:cubicBezTo>
                  <a:cubicBezTo>
                    <a:pt x="420" y="12"/>
                    <a:pt x="420" y="12"/>
                    <a:pt x="420" y="12"/>
                  </a:cubicBezTo>
                  <a:cubicBezTo>
                    <a:pt x="421" y="12"/>
                    <a:pt x="421" y="12"/>
                    <a:pt x="421" y="12"/>
                  </a:cubicBezTo>
                  <a:cubicBezTo>
                    <a:pt x="421" y="13"/>
                    <a:pt x="422" y="13"/>
                    <a:pt x="423" y="13"/>
                  </a:cubicBezTo>
                  <a:cubicBezTo>
                    <a:pt x="423" y="13"/>
                    <a:pt x="423" y="13"/>
                    <a:pt x="423" y="13"/>
                  </a:cubicBezTo>
                  <a:cubicBezTo>
                    <a:pt x="424" y="13"/>
                    <a:pt x="424" y="14"/>
                    <a:pt x="424" y="14"/>
                  </a:cubicBezTo>
                  <a:cubicBezTo>
                    <a:pt x="425" y="14"/>
                    <a:pt x="425" y="14"/>
                    <a:pt x="425" y="14"/>
                  </a:cubicBezTo>
                  <a:cubicBezTo>
                    <a:pt x="426" y="14"/>
                    <a:pt x="426" y="14"/>
                    <a:pt x="426" y="15"/>
                  </a:cubicBezTo>
                  <a:cubicBezTo>
                    <a:pt x="426" y="15"/>
                    <a:pt x="426" y="15"/>
                    <a:pt x="426" y="15"/>
                  </a:cubicBezTo>
                  <a:cubicBezTo>
                    <a:pt x="426" y="15"/>
                    <a:pt x="427" y="16"/>
                    <a:pt x="428" y="16"/>
                  </a:cubicBezTo>
                  <a:cubicBezTo>
                    <a:pt x="428" y="17"/>
                    <a:pt x="429" y="17"/>
                    <a:pt x="429" y="17"/>
                  </a:cubicBezTo>
                  <a:cubicBezTo>
                    <a:pt x="430" y="17"/>
                    <a:pt x="430" y="19"/>
                    <a:pt x="431" y="19"/>
                  </a:cubicBezTo>
                  <a:cubicBezTo>
                    <a:pt x="430" y="20"/>
                    <a:pt x="431" y="20"/>
                    <a:pt x="431" y="20"/>
                  </a:cubicBezTo>
                  <a:cubicBezTo>
                    <a:pt x="431" y="20"/>
                    <a:pt x="431" y="21"/>
                    <a:pt x="431" y="21"/>
                  </a:cubicBezTo>
                  <a:cubicBezTo>
                    <a:pt x="431" y="21"/>
                    <a:pt x="431" y="22"/>
                    <a:pt x="431" y="22"/>
                  </a:cubicBezTo>
                  <a:cubicBezTo>
                    <a:pt x="431" y="22"/>
                    <a:pt x="431" y="23"/>
                    <a:pt x="431" y="23"/>
                  </a:cubicBezTo>
                  <a:cubicBezTo>
                    <a:pt x="431" y="23"/>
                    <a:pt x="432" y="24"/>
                    <a:pt x="432" y="24"/>
                  </a:cubicBezTo>
                  <a:cubicBezTo>
                    <a:pt x="432" y="25"/>
                    <a:pt x="431" y="25"/>
                    <a:pt x="431" y="26"/>
                  </a:cubicBezTo>
                  <a:cubicBezTo>
                    <a:pt x="431" y="27"/>
                    <a:pt x="430" y="28"/>
                    <a:pt x="430" y="29"/>
                  </a:cubicBezTo>
                  <a:cubicBezTo>
                    <a:pt x="430" y="29"/>
                    <a:pt x="430" y="29"/>
                    <a:pt x="430" y="29"/>
                  </a:cubicBezTo>
                  <a:cubicBezTo>
                    <a:pt x="429" y="29"/>
                    <a:pt x="429" y="30"/>
                    <a:pt x="428" y="30"/>
                  </a:cubicBezTo>
                  <a:cubicBezTo>
                    <a:pt x="428" y="30"/>
                    <a:pt x="428" y="30"/>
                    <a:pt x="428" y="31"/>
                  </a:cubicBezTo>
                  <a:cubicBezTo>
                    <a:pt x="427" y="31"/>
                    <a:pt x="427" y="31"/>
                    <a:pt x="427" y="31"/>
                  </a:cubicBezTo>
                  <a:cubicBezTo>
                    <a:pt x="426" y="31"/>
                    <a:pt x="424" y="32"/>
                    <a:pt x="423" y="32"/>
                  </a:cubicBezTo>
                  <a:cubicBezTo>
                    <a:pt x="423" y="32"/>
                    <a:pt x="423" y="32"/>
                    <a:pt x="423" y="32"/>
                  </a:cubicBezTo>
                  <a:cubicBezTo>
                    <a:pt x="422" y="32"/>
                    <a:pt x="422" y="32"/>
                    <a:pt x="421" y="32"/>
                  </a:cubicBezTo>
                  <a:cubicBezTo>
                    <a:pt x="421" y="33"/>
                    <a:pt x="420" y="32"/>
                    <a:pt x="420" y="32"/>
                  </a:cubicBezTo>
                  <a:cubicBezTo>
                    <a:pt x="420" y="32"/>
                    <a:pt x="419" y="32"/>
                    <a:pt x="419" y="32"/>
                  </a:cubicBezTo>
                  <a:cubicBezTo>
                    <a:pt x="419" y="32"/>
                    <a:pt x="418" y="32"/>
                    <a:pt x="418" y="32"/>
                  </a:cubicBezTo>
                  <a:cubicBezTo>
                    <a:pt x="417" y="32"/>
                    <a:pt x="417" y="31"/>
                    <a:pt x="416" y="31"/>
                  </a:cubicBezTo>
                  <a:cubicBezTo>
                    <a:pt x="416" y="31"/>
                    <a:pt x="416" y="31"/>
                    <a:pt x="416" y="31"/>
                  </a:cubicBezTo>
                  <a:cubicBezTo>
                    <a:pt x="415" y="31"/>
                    <a:pt x="415" y="30"/>
                    <a:pt x="415" y="30"/>
                  </a:cubicBezTo>
                  <a:cubicBezTo>
                    <a:pt x="415" y="30"/>
                    <a:pt x="415" y="30"/>
                    <a:pt x="414" y="30"/>
                  </a:cubicBezTo>
                  <a:cubicBezTo>
                    <a:pt x="414" y="29"/>
                    <a:pt x="415" y="29"/>
                    <a:pt x="414" y="29"/>
                  </a:cubicBezTo>
                  <a:cubicBezTo>
                    <a:pt x="414" y="28"/>
                    <a:pt x="413" y="30"/>
                    <a:pt x="413" y="29"/>
                  </a:cubicBezTo>
                  <a:cubicBezTo>
                    <a:pt x="413" y="28"/>
                    <a:pt x="412" y="28"/>
                    <a:pt x="411" y="27"/>
                  </a:cubicBezTo>
                  <a:cubicBezTo>
                    <a:pt x="410" y="27"/>
                    <a:pt x="410" y="27"/>
                    <a:pt x="410" y="27"/>
                  </a:cubicBezTo>
                  <a:cubicBezTo>
                    <a:pt x="410" y="27"/>
                    <a:pt x="410" y="27"/>
                    <a:pt x="410" y="27"/>
                  </a:cubicBezTo>
                  <a:cubicBezTo>
                    <a:pt x="410" y="27"/>
                    <a:pt x="410" y="27"/>
                    <a:pt x="410" y="27"/>
                  </a:cubicBezTo>
                  <a:cubicBezTo>
                    <a:pt x="408" y="26"/>
                    <a:pt x="408" y="26"/>
                    <a:pt x="408" y="26"/>
                  </a:cubicBezTo>
                  <a:cubicBezTo>
                    <a:pt x="407" y="26"/>
                    <a:pt x="407" y="26"/>
                    <a:pt x="407" y="26"/>
                  </a:cubicBezTo>
                  <a:cubicBezTo>
                    <a:pt x="399" y="23"/>
                    <a:pt x="390" y="21"/>
                    <a:pt x="383" y="20"/>
                  </a:cubicBezTo>
                  <a:cubicBezTo>
                    <a:pt x="376" y="19"/>
                    <a:pt x="370" y="18"/>
                    <a:pt x="363" y="17"/>
                  </a:cubicBezTo>
                  <a:cubicBezTo>
                    <a:pt x="342" y="15"/>
                    <a:pt x="321" y="16"/>
                    <a:pt x="300" y="17"/>
                  </a:cubicBezTo>
                  <a:cubicBezTo>
                    <a:pt x="288" y="18"/>
                    <a:pt x="273" y="20"/>
                    <a:pt x="262" y="22"/>
                  </a:cubicBezTo>
                  <a:cubicBezTo>
                    <a:pt x="249" y="24"/>
                    <a:pt x="236" y="27"/>
                    <a:pt x="224" y="30"/>
                  </a:cubicBezTo>
                  <a:cubicBezTo>
                    <a:pt x="217" y="32"/>
                    <a:pt x="210" y="34"/>
                    <a:pt x="203" y="36"/>
                  </a:cubicBezTo>
                  <a:cubicBezTo>
                    <a:pt x="196" y="38"/>
                    <a:pt x="196" y="38"/>
                    <a:pt x="196" y="38"/>
                  </a:cubicBezTo>
                  <a:cubicBezTo>
                    <a:pt x="190" y="41"/>
                    <a:pt x="183" y="43"/>
                    <a:pt x="176" y="46"/>
                  </a:cubicBezTo>
                  <a:cubicBezTo>
                    <a:pt x="170" y="49"/>
                    <a:pt x="164" y="51"/>
                    <a:pt x="157" y="54"/>
                  </a:cubicBezTo>
                  <a:cubicBezTo>
                    <a:pt x="148" y="58"/>
                    <a:pt x="138" y="64"/>
                    <a:pt x="127" y="70"/>
                  </a:cubicBezTo>
                  <a:cubicBezTo>
                    <a:pt x="117" y="77"/>
                    <a:pt x="106" y="84"/>
                    <a:pt x="96" y="92"/>
                  </a:cubicBezTo>
                  <a:cubicBezTo>
                    <a:pt x="93" y="94"/>
                    <a:pt x="93" y="94"/>
                    <a:pt x="93" y="94"/>
                  </a:cubicBezTo>
                  <a:cubicBezTo>
                    <a:pt x="80" y="104"/>
                    <a:pt x="69" y="115"/>
                    <a:pt x="59" y="125"/>
                  </a:cubicBezTo>
                  <a:cubicBezTo>
                    <a:pt x="47" y="138"/>
                    <a:pt x="34" y="155"/>
                    <a:pt x="26" y="171"/>
                  </a:cubicBezTo>
                  <a:cubicBezTo>
                    <a:pt x="19" y="186"/>
                    <a:pt x="14" y="201"/>
                    <a:pt x="14" y="217"/>
                  </a:cubicBezTo>
                  <a:cubicBezTo>
                    <a:pt x="15" y="222"/>
                    <a:pt x="15" y="229"/>
                    <a:pt x="17" y="234"/>
                  </a:cubicBezTo>
                  <a:cubicBezTo>
                    <a:pt x="19" y="239"/>
                    <a:pt x="22" y="244"/>
                    <a:pt x="26" y="249"/>
                  </a:cubicBezTo>
                  <a:cubicBezTo>
                    <a:pt x="28" y="252"/>
                    <a:pt x="31" y="255"/>
                    <a:pt x="35" y="258"/>
                  </a:cubicBezTo>
                  <a:cubicBezTo>
                    <a:pt x="40" y="261"/>
                    <a:pt x="45" y="264"/>
                    <a:pt x="51" y="267"/>
                  </a:cubicBezTo>
                  <a:cubicBezTo>
                    <a:pt x="61" y="272"/>
                    <a:pt x="72" y="276"/>
                    <a:pt x="84" y="279"/>
                  </a:cubicBezTo>
                  <a:cubicBezTo>
                    <a:pt x="95" y="282"/>
                    <a:pt x="106" y="284"/>
                    <a:pt x="117" y="285"/>
                  </a:cubicBezTo>
                  <a:cubicBezTo>
                    <a:pt x="121" y="286"/>
                    <a:pt x="125" y="286"/>
                    <a:pt x="129" y="287"/>
                  </a:cubicBezTo>
                  <a:cubicBezTo>
                    <a:pt x="131" y="287"/>
                    <a:pt x="134" y="287"/>
                    <a:pt x="137" y="287"/>
                  </a:cubicBezTo>
                  <a:cubicBezTo>
                    <a:pt x="150" y="289"/>
                    <a:pt x="168" y="290"/>
                    <a:pt x="184" y="291"/>
                  </a:cubicBezTo>
                  <a:cubicBezTo>
                    <a:pt x="206" y="291"/>
                    <a:pt x="227" y="291"/>
                    <a:pt x="251" y="289"/>
                  </a:cubicBezTo>
                  <a:cubicBezTo>
                    <a:pt x="268" y="287"/>
                    <a:pt x="287" y="285"/>
                    <a:pt x="306" y="281"/>
                  </a:cubicBezTo>
                  <a:cubicBezTo>
                    <a:pt x="331" y="276"/>
                    <a:pt x="357" y="268"/>
                    <a:pt x="381" y="259"/>
                  </a:cubicBezTo>
                  <a:cubicBezTo>
                    <a:pt x="395" y="254"/>
                    <a:pt x="407" y="248"/>
                    <a:pt x="419" y="241"/>
                  </a:cubicBezTo>
                  <a:cubicBezTo>
                    <a:pt x="430" y="233"/>
                    <a:pt x="440" y="224"/>
                    <a:pt x="449" y="215"/>
                  </a:cubicBezTo>
                  <a:cubicBezTo>
                    <a:pt x="450" y="214"/>
                    <a:pt x="451" y="213"/>
                    <a:pt x="453" y="211"/>
                  </a:cubicBezTo>
                  <a:cubicBezTo>
                    <a:pt x="455" y="209"/>
                    <a:pt x="454" y="210"/>
                    <a:pt x="456" y="207"/>
                  </a:cubicBezTo>
                  <a:cubicBezTo>
                    <a:pt x="458" y="205"/>
                    <a:pt x="457" y="207"/>
                    <a:pt x="458" y="205"/>
                  </a:cubicBezTo>
                  <a:cubicBezTo>
                    <a:pt x="464" y="198"/>
                    <a:pt x="464" y="198"/>
                    <a:pt x="464" y="198"/>
                  </a:cubicBezTo>
                  <a:cubicBezTo>
                    <a:pt x="465" y="197"/>
                    <a:pt x="466" y="196"/>
                    <a:pt x="467" y="195"/>
                  </a:cubicBezTo>
                  <a:cubicBezTo>
                    <a:pt x="467" y="194"/>
                    <a:pt x="468" y="193"/>
                    <a:pt x="469" y="192"/>
                  </a:cubicBezTo>
                  <a:cubicBezTo>
                    <a:pt x="472" y="187"/>
                    <a:pt x="475" y="182"/>
                    <a:pt x="477" y="177"/>
                  </a:cubicBezTo>
                  <a:cubicBezTo>
                    <a:pt x="482" y="167"/>
                    <a:pt x="486" y="156"/>
                    <a:pt x="487" y="146"/>
                  </a:cubicBezTo>
                  <a:cubicBezTo>
                    <a:pt x="487" y="143"/>
                    <a:pt x="487" y="146"/>
                    <a:pt x="488" y="144"/>
                  </a:cubicBezTo>
                  <a:cubicBezTo>
                    <a:pt x="488" y="142"/>
                    <a:pt x="488" y="141"/>
                    <a:pt x="487" y="139"/>
                  </a:cubicBezTo>
                  <a:cubicBezTo>
                    <a:pt x="487" y="137"/>
                    <a:pt x="487" y="136"/>
                    <a:pt x="487" y="134"/>
                  </a:cubicBezTo>
                  <a:cubicBezTo>
                    <a:pt x="487" y="130"/>
                    <a:pt x="486" y="126"/>
                    <a:pt x="485" y="123"/>
                  </a:cubicBezTo>
                  <a:cubicBezTo>
                    <a:pt x="483" y="115"/>
                    <a:pt x="480" y="108"/>
                    <a:pt x="475" y="103"/>
                  </a:cubicBezTo>
                  <a:cubicBezTo>
                    <a:pt x="472" y="98"/>
                    <a:pt x="467" y="94"/>
                    <a:pt x="462" y="91"/>
                  </a:cubicBezTo>
                  <a:cubicBezTo>
                    <a:pt x="460" y="90"/>
                    <a:pt x="461" y="90"/>
                    <a:pt x="460" y="90"/>
                  </a:cubicBezTo>
                  <a:cubicBezTo>
                    <a:pt x="458" y="89"/>
                    <a:pt x="459" y="89"/>
                    <a:pt x="458" y="88"/>
                  </a:cubicBezTo>
                  <a:cubicBezTo>
                    <a:pt x="456" y="87"/>
                    <a:pt x="456" y="87"/>
                    <a:pt x="456" y="87"/>
                  </a:cubicBezTo>
                  <a:cubicBezTo>
                    <a:pt x="453" y="86"/>
                    <a:pt x="453" y="86"/>
                    <a:pt x="453" y="86"/>
                  </a:cubicBezTo>
                  <a:cubicBezTo>
                    <a:pt x="439" y="78"/>
                    <a:pt x="424" y="72"/>
                    <a:pt x="409" y="67"/>
                  </a:cubicBezTo>
                  <a:cubicBezTo>
                    <a:pt x="406" y="66"/>
                    <a:pt x="406" y="66"/>
                    <a:pt x="402" y="64"/>
                  </a:cubicBezTo>
                  <a:cubicBezTo>
                    <a:pt x="398" y="63"/>
                    <a:pt x="399" y="63"/>
                    <a:pt x="396" y="63"/>
                  </a:cubicBezTo>
                  <a:cubicBezTo>
                    <a:pt x="395" y="63"/>
                    <a:pt x="392" y="61"/>
                    <a:pt x="391" y="61"/>
                  </a:cubicBezTo>
                  <a:cubicBezTo>
                    <a:pt x="390" y="61"/>
                    <a:pt x="391" y="61"/>
                    <a:pt x="391" y="61"/>
                  </a:cubicBezTo>
                  <a:cubicBezTo>
                    <a:pt x="388" y="60"/>
                    <a:pt x="378" y="58"/>
                    <a:pt x="373" y="57"/>
                  </a:cubicBezTo>
                  <a:cubicBezTo>
                    <a:pt x="366" y="56"/>
                    <a:pt x="358" y="54"/>
                    <a:pt x="350" y="53"/>
                  </a:cubicBezTo>
                  <a:cubicBezTo>
                    <a:pt x="358" y="54"/>
                    <a:pt x="365" y="55"/>
                    <a:pt x="367" y="55"/>
                  </a:cubicBezTo>
                  <a:cubicBezTo>
                    <a:pt x="359" y="53"/>
                    <a:pt x="344" y="52"/>
                    <a:pt x="336" y="51"/>
                  </a:cubicBezTo>
                  <a:cubicBezTo>
                    <a:pt x="318" y="50"/>
                    <a:pt x="294" y="52"/>
                    <a:pt x="273" y="56"/>
                  </a:cubicBezTo>
                  <a:cubicBezTo>
                    <a:pt x="272" y="56"/>
                    <a:pt x="271" y="56"/>
                    <a:pt x="271" y="56"/>
                  </a:cubicBezTo>
                  <a:cubicBezTo>
                    <a:pt x="265" y="57"/>
                    <a:pt x="265" y="57"/>
                    <a:pt x="265" y="57"/>
                  </a:cubicBezTo>
                  <a:cubicBezTo>
                    <a:pt x="264" y="58"/>
                    <a:pt x="264" y="58"/>
                    <a:pt x="264" y="58"/>
                  </a:cubicBezTo>
                  <a:cubicBezTo>
                    <a:pt x="264" y="58"/>
                    <a:pt x="263" y="58"/>
                    <a:pt x="262" y="58"/>
                  </a:cubicBezTo>
                  <a:cubicBezTo>
                    <a:pt x="264" y="58"/>
                    <a:pt x="264" y="58"/>
                    <a:pt x="264" y="58"/>
                  </a:cubicBezTo>
                  <a:cubicBezTo>
                    <a:pt x="265" y="57"/>
                    <a:pt x="265" y="57"/>
                    <a:pt x="265" y="57"/>
                  </a:cubicBezTo>
                  <a:cubicBezTo>
                    <a:pt x="266" y="57"/>
                    <a:pt x="266" y="57"/>
                    <a:pt x="266" y="57"/>
                  </a:cubicBezTo>
                  <a:cubicBezTo>
                    <a:pt x="266" y="57"/>
                    <a:pt x="266" y="57"/>
                    <a:pt x="266" y="57"/>
                  </a:cubicBezTo>
                  <a:cubicBezTo>
                    <a:pt x="267" y="57"/>
                    <a:pt x="267" y="57"/>
                    <a:pt x="267" y="57"/>
                  </a:cubicBezTo>
                  <a:cubicBezTo>
                    <a:pt x="288" y="53"/>
                    <a:pt x="309" y="50"/>
                    <a:pt x="330" y="51"/>
                  </a:cubicBezTo>
                  <a:cubicBezTo>
                    <a:pt x="335" y="51"/>
                    <a:pt x="343" y="51"/>
                    <a:pt x="352" y="52"/>
                  </a:cubicBezTo>
                  <a:cubicBezTo>
                    <a:pt x="362" y="53"/>
                    <a:pt x="371" y="55"/>
                    <a:pt x="378" y="57"/>
                  </a:cubicBezTo>
                  <a:cubicBezTo>
                    <a:pt x="387" y="58"/>
                    <a:pt x="391" y="59"/>
                    <a:pt x="387" y="58"/>
                  </a:cubicBezTo>
                  <a:cubicBezTo>
                    <a:pt x="376" y="55"/>
                    <a:pt x="367" y="53"/>
                    <a:pt x="356" y="52"/>
                  </a:cubicBezTo>
                  <a:cubicBezTo>
                    <a:pt x="354" y="51"/>
                    <a:pt x="352" y="51"/>
                    <a:pt x="355" y="51"/>
                  </a:cubicBezTo>
                  <a:cubicBezTo>
                    <a:pt x="377" y="53"/>
                    <a:pt x="401" y="60"/>
                    <a:pt x="418" y="66"/>
                  </a:cubicBezTo>
                  <a:cubicBezTo>
                    <a:pt x="428" y="70"/>
                    <a:pt x="428" y="70"/>
                    <a:pt x="428" y="70"/>
                  </a:cubicBezTo>
                  <a:cubicBezTo>
                    <a:pt x="430" y="70"/>
                    <a:pt x="431" y="71"/>
                    <a:pt x="432" y="71"/>
                  </a:cubicBezTo>
                  <a:cubicBezTo>
                    <a:pt x="432" y="71"/>
                    <a:pt x="430" y="70"/>
                    <a:pt x="430" y="70"/>
                  </a:cubicBezTo>
                  <a:cubicBezTo>
                    <a:pt x="411" y="62"/>
                    <a:pt x="395" y="56"/>
                    <a:pt x="374" y="52"/>
                  </a:cubicBezTo>
                  <a:cubicBezTo>
                    <a:pt x="371" y="51"/>
                    <a:pt x="368" y="51"/>
                    <a:pt x="365" y="50"/>
                  </a:cubicBezTo>
                  <a:cubicBezTo>
                    <a:pt x="358" y="49"/>
                    <a:pt x="347" y="48"/>
                    <a:pt x="338" y="47"/>
                  </a:cubicBezTo>
                  <a:cubicBezTo>
                    <a:pt x="336" y="47"/>
                    <a:pt x="337" y="47"/>
                    <a:pt x="336" y="47"/>
                  </a:cubicBezTo>
                  <a:cubicBezTo>
                    <a:pt x="315" y="46"/>
                    <a:pt x="296" y="48"/>
                    <a:pt x="277" y="51"/>
                  </a:cubicBezTo>
                  <a:cubicBezTo>
                    <a:pt x="293" y="48"/>
                    <a:pt x="310" y="47"/>
                    <a:pt x="325" y="47"/>
                  </a:cubicBezTo>
                  <a:cubicBezTo>
                    <a:pt x="327" y="47"/>
                    <a:pt x="328" y="46"/>
                    <a:pt x="330" y="46"/>
                  </a:cubicBezTo>
                  <a:cubicBezTo>
                    <a:pt x="343" y="47"/>
                    <a:pt x="363" y="49"/>
                    <a:pt x="379" y="52"/>
                  </a:cubicBezTo>
                  <a:cubicBezTo>
                    <a:pt x="381" y="52"/>
                    <a:pt x="382" y="52"/>
                    <a:pt x="375" y="51"/>
                  </a:cubicBezTo>
                  <a:cubicBezTo>
                    <a:pt x="377" y="51"/>
                    <a:pt x="378" y="51"/>
                    <a:pt x="381" y="52"/>
                  </a:cubicBezTo>
                  <a:cubicBezTo>
                    <a:pt x="381" y="52"/>
                    <a:pt x="380" y="52"/>
                    <a:pt x="379" y="52"/>
                  </a:cubicBezTo>
                  <a:cubicBezTo>
                    <a:pt x="388" y="53"/>
                    <a:pt x="389" y="54"/>
                    <a:pt x="398" y="56"/>
                  </a:cubicBezTo>
                  <a:cubicBezTo>
                    <a:pt x="399" y="56"/>
                    <a:pt x="400" y="56"/>
                    <a:pt x="399" y="56"/>
                  </a:cubicBezTo>
                  <a:cubicBezTo>
                    <a:pt x="392" y="54"/>
                    <a:pt x="385" y="52"/>
                    <a:pt x="379" y="51"/>
                  </a:cubicBezTo>
                  <a:cubicBezTo>
                    <a:pt x="375" y="50"/>
                    <a:pt x="372" y="50"/>
                    <a:pt x="369" y="49"/>
                  </a:cubicBezTo>
                  <a:cubicBezTo>
                    <a:pt x="367" y="49"/>
                    <a:pt x="367" y="49"/>
                    <a:pt x="365" y="48"/>
                  </a:cubicBezTo>
                  <a:cubicBezTo>
                    <a:pt x="363" y="48"/>
                    <a:pt x="360" y="48"/>
                    <a:pt x="358" y="48"/>
                  </a:cubicBezTo>
                  <a:cubicBezTo>
                    <a:pt x="353" y="47"/>
                    <a:pt x="353" y="47"/>
                    <a:pt x="353" y="47"/>
                  </a:cubicBezTo>
                  <a:cubicBezTo>
                    <a:pt x="345" y="46"/>
                    <a:pt x="336" y="46"/>
                    <a:pt x="327" y="45"/>
                  </a:cubicBezTo>
                  <a:cubicBezTo>
                    <a:pt x="321" y="45"/>
                    <a:pt x="314" y="45"/>
                    <a:pt x="307" y="46"/>
                  </a:cubicBezTo>
                  <a:cubicBezTo>
                    <a:pt x="310" y="45"/>
                    <a:pt x="315" y="45"/>
                    <a:pt x="320" y="45"/>
                  </a:cubicBezTo>
                  <a:cubicBezTo>
                    <a:pt x="337" y="45"/>
                    <a:pt x="357" y="46"/>
                    <a:pt x="371" y="49"/>
                  </a:cubicBezTo>
                  <a:cubicBezTo>
                    <a:pt x="372" y="49"/>
                    <a:pt x="369" y="48"/>
                    <a:pt x="368" y="48"/>
                  </a:cubicBezTo>
                  <a:cubicBezTo>
                    <a:pt x="363" y="47"/>
                    <a:pt x="360" y="47"/>
                    <a:pt x="356" y="46"/>
                  </a:cubicBezTo>
                  <a:cubicBezTo>
                    <a:pt x="354" y="46"/>
                    <a:pt x="357" y="46"/>
                    <a:pt x="355" y="46"/>
                  </a:cubicBezTo>
                  <a:cubicBezTo>
                    <a:pt x="345" y="45"/>
                    <a:pt x="335" y="45"/>
                    <a:pt x="323" y="45"/>
                  </a:cubicBezTo>
                  <a:cubicBezTo>
                    <a:pt x="322" y="44"/>
                    <a:pt x="319" y="44"/>
                    <a:pt x="321" y="44"/>
                  </a:cubicBezTo>
                  <a:cubicBezTo>
                    <a:pt x="319" y="44"/>
                    <a:pt x="319" y="44"/>
                    <a:pt x="317" y="44"/>
                  </a:cubicBezTo>
                  <a:cubicBezTo>
                    <a:pt x="314" y="44"/>
                    <a:pt x="318" y="44"/>
                    <a:pt x="317" y="44"/>
                  </a:cubicBezTo>
                  <a:cubicBezTo>
                    <a:pt x="314" y="44"/>
                    <a:pt x="310" y="45"/>
                    <a:pt x="308" y="45"/>
                  </a:cubicBezTo>
                  <a:cubicBezTo>
                    <a:pt x="294" y="46"/>
                    <a:pt x="282" y="47"/>
                    <a:pt x="266" y="50"/>
                  </a:cubicBezTo>
                  <a:cubicBezTo>
                    <a:pt x="276" y="48"/>
                    <a:pt x="290" y="46"/>
                    <a:pt x="305" y="45"/>
                  </a:cubicBezTo>
                  <a:cubicBezTo>
                    <a:pt x="308" y="44"/>
                    <a:pt x="304" y="45"/>
                    <a:pt x="307" y="44"/>
                  </a:cubicBezTo>
                  <a:cubicBezTo>
                    <a:pt x="311" y="44"/>
                    <a:pt x="314" y="44"/>
                    <a:pt x="318" y="44"/>
                  </a:cubicBezTo>
                  <a:cubicBezTo>
                    <a:pt x="328" y="44"/>
                    <a:pt x="328" y="44"/>
                    <a:pt x="328" y="44"/>
                  </a:cubicBezTo>
                  <a:cubicBezTo>
                    <a:pt x="333" y="44"/>
                    <a:pt x="338" y="44"/>
                    <a:pt x="343" y="44"/>
                  </a:cubicBezTo>
                  <a:cubicBezTo>
                    <a:pt x="348" y="45"/>
                    <a:pt x="351" y="45"/>
                    <a:pt x="356" y="45"/>
                  </a:cubicBezTo>
                  <a:cubicBezTo>
                    <a:pt x="358" y="46"/>
                    <a:pt x="358" y="45"/>
                    <a:pt x="361" y="46"/>
                  </a:cubicBezTo>
                  <a:cubicBezTo>
                    <a:pt x="362" y="46"/>
                    <a:pt x="357" y="45"/>
                    <a:pt x="360" y="45"/>
                  </a:cubicBezTo>
                  <a:cubicBezTo>
                    <a:pt x="363" y="46"/>
                    <a:pt x="360" y="45"/>
                    <a:pt x="362" y="46"/>
                  </a:cubicBezTo>
                  <a:cubicBezTo>
                    <a:pt x="365" y="46"/>
                    <a:pt x="366" y="46"/>
                    <a:pt x="368" y="46"/>
                  </a:cubicBezTo>
                  <a:cubicBezTo>
                    <a:pt x="375" y="48"/>
                    <a:pt x="382" y="49"/>
                    <a:pt x="389" y="51"/>
                  </a:cubicBezTo>
                  <a:cubicBezTo>
                    <a:pt x="391" y="51"/>
                    <a:pt x="386" y="50"/>
                    <a:pt x="388" y="50"/>
                  </a:cubicBezTo>
                  <a:cubicBezTo>
                    <a:pt x="391" y="51"/>
                    <a:pt x="401" y="54"/>
                    <a:pt x="403" y="54"/>
                  </a:cubicBezTo>
                  <a:cubicBezTo>
                    <a:pt x="411" y="57"/>
                    <a:pt x="415" y="58"/>
                    <a:pt x="424" y="61"/>
                  </a:cubicBezTo>
                  <a:cubicBezTo>
                    <a:pt x="427" y="63"/>
                    <a:pt x="424" y="61"/>
                    <a:pt x="426" y="62"/>
                  </a:cubicBezTo>
                  <a:cubicBezTo>
                    <a:pt x="431" y="64"/>
                    <a:pt x="434" y="65"/>
                    <a:pt x="440" y="68"/>
                  </a:cubicBezTo>
                  <a:cubicBezTo>
                    <a:pt x="444" y="69"/>
                    <a:pt x="450" y="72"/>
                    <a:pt x="455" y="75"/>
                  </a:cubicBezTo>
                  <a:cubicBezTo>
                    <a:pt x="455" y="74"/>
                    <a:pt x="452" y="73"/>
                    <a:pt x="449" y="71"/>
                  </a:cubicBezTo>
                  <a:cubicBezTo>
                    <a:pt x="451" y="72"/>
                    <a:pt x="456" y="75"/>
                    <a:pt x="458" y="76"/>
                  </a:cubicBezTo>
                  <a:cubicBezTo>
                    <a:pt x="466" y="80"/>
                    <a:pt x="473" y="84"/>
                    <a:pt x="480" y="91"/>
                  </a:cubicBezTo>
                  <a:cubicBezTo>
                    <a:pt x="486" y="97"/>
                    <a:pt x="492" y="105"/>
                    <a:pt x="495" y="116"/>
                  </a:cubicBezTo>
                  <a:cubicBezTo>
                    <a:pt x="496" y="119"/>
                    <a:pt x="497" y="120"/>
                    <a:pt x="498" y="123"/>
                  </a:cubicBezTo>
                  <a:cubicBezTo>
                    <a:pt x="498" y="124"/>
                    <a:pt x="498" y="124"/>
                    <a:pt x="498" y="123"/>
                  </a:cubicBezTo>
                  <a:cubicBezTo>
                    <a:pt x="498" y="126"/>
                    <a:pt x="499" y="130"/>
                    <a:pt x="499" y="134"/>
                  </a:cubicBezTo>
                  <a:cubicBezTo>
                    <a:pt x="500" y="136"/>
                    <a:pt x="500" y="139"/>
                    <a:pt x="500" y="141"/>
                  </a:cubicBezTo>
                  <a:cubicBezTo>
                    <a:pt x="500" y="143"/>
                    <a:pt x="500" y="146"/>
                    <a:pt x="500" y="148"/>
                  </a:cubicBezTo>
                  <a:close/>
                  <a:moveTo>
                    <a:pt x="385" y="50"/>
                  </a:moveTo>
                  <a:cubicBezTo>
                    <a:pt x="380" y="49"/>
                    <a:pt x="378" y="49"/>
                    <a:pt x="371" y="47"/>
                  </a:cubicBezTo>
                  <a:cubicBezTo>
                    <a:pt x="369" y="47"/>
                    <a:pt x="367" y="47"/>
                    <a:pt x="364" y="46"/>
                  </a:cubicBezTo>
                  <a:cubicBezTo>
                    <a:pt x="363" y="47"/>
                    <a:pt x="354" y="45"/>
                    <a:pt x="354" y="46"/>
                  </a:cubicBezTo>
                  <a:cubicBezTo>
                    <a:pt x="359" y="46"/>
                    <a:pt x="362" y="47"/>
                    <a:pt x="365" y="47"/>
                  </a:cubicBezTo>
                  <a:cubicBezTo>
                    <a:pt x="367" y="47"/>
                    <a:pt x="364" y="47"/>
                    <a:pt x="366" y="47"/>
                  </a:cubicBezTo>
                  <a:cubicBezTo>
                    <a:pt x="370" y="48"/>
                    <a:pt x="380" y="49"/>
                    <a:pt x="386" y="51"/>
                  </a:cubicBezTo>
                  <a:cubicBezTo>
                    <a:pt x="386" y="51"/>
                    <a:pt x="384" y="50"/>
                    <a:pt x="385" y="50"/>
                  </a:cubicBezTo>
                  <a:close/>
                  <a:moveTo>
                    <a:pt x="387" y="51"/>
                  </a:moveTo>
                  <a:cubicBezTo>
                    <a:pt x="387" y="51"/>
                    <a:pt x="388" y="51"/>
                    <a:pt x="388" y="51"/>
                  </a:cubicBezTo>
                  <a:cubicBezTo>
                    <a:pt x="392" y="52"/>
                    <a:pt x="389" y="51"/>
                    <a:pt x="387" y="51"/>
                  </a:cubicBezTo>
                  <a:close/>
                  <a:moveTo>
                    <a:pt x="391" y="61"/>
                  </a:moveTo>
                  <a:cubicBezTo>
                    <a:pt x="391" y="61"/>
                    <a:pt x="391" y="61"/>
                    <a:pt x="391" y="61"/>
                  </a:cubicBezTo>
                  <a:cubicBezTo>
                    <a:pt x="391" y="61"/>
                    <a:pt x="391" y="61"/>
                    <a:pt x="391" y="61"/>
                  </a:cubicBezTo>
                  <a:close/>
                </a:path>
              </a:pathLst>
            </a:custGeom>
            <a:solidFill>
              <a:srgbClr val="008000"/>
            </a:solidFill>
            <a:ln>
              <a:solidFill>
                <a:srgbClr val="008000"/>
              </a:solidFill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501"/>
            <p:cNvSpPr>
              <a:spLocks noEditPoints="1"/>
            </p:cNvSpPr>
            <p:nvPr/>
          </p:nvSpPr>
          <p:spPr bwMode="auto">
            <a:xfrm>
              <a:off x="7435233" y="4887537"/>
              <a:ext cx="874423" cy="1104961"/>
            </a:xfrm>
            <a:custGeom>
              <a:avLst/>
              <a:gdLst>
                <a:gd name="T0" fmla="*/ 450 w 500"/>
                <a:gd name="T1" fmla="*/ 71 h 305"/>
                <a:gd name="T2" fmla="*/ 422 w 500"/>
                <a:gd name="T3" fmla="*/ 60 h 305"/>
                <a:gd name="T4" fmla="*/ 366 w 500"/>
                <a:gd name="T5" fmla="*/ 54 h 305"/>
                <a:gd name="T6" fmla="*/ 299 w 500"/>
                <a:gd name="T7" fmla="*/ 46 h 305"/>
                <a:gd name="T8" fmla="*/ 265 w 500"/>
                <a:gd name="T9" fmla="*/ 53 h 305"/>
                <a:gd name="T10" fmla="*/ 264 w 500"/>
                <a:gd name="T11" fmla="*/ 53 h 305"/>
                <a:gd name="T12" fmla="*/ 265 w 500"/>
                <a:gd name="T13" fmla="*/ 51 h 305"/>
                <a:gd name="T14" fmla="*/ 265 w 500"/>
                <a:gd name="T15" fmla="*/ 51 h 305"/>
                <a:gd name="T16" fmla="*/ 264 w 500"/>
                <a:gd name="T17" fmla="*/ 51 h 305"/>
                <a:gd name="T18" fmla="*/ 265 w 500"/>
                <a:gd name="T19" fmla="*/ 58 h 305"/>
                <a:gd name="T20" fmla="*/ 263 w 500"/>
                <a:gd name="T21" fmla="*/ 51 h 305"/>
                <a:gd name="T22" fmla="*/ 262 w 500"/>
                <a:gd name="T23" fmla="*/ 53 h 305"/>
                <a:gd name="T24" fmla="*/ 262 w 500"/>
                <a:gd name="T25" fmla="*/ 56 h 305"/>
                <a:gd name="T26" fmla="*/ 262 w 500"/>
                <a:gd name="T27" fmla="*/ 58 h 305"/>
                <a:gd name="T28" fmla="*/ 339 w 500"/>
                <a:gd name="T29" fmla="*/ 54 h 305"/>
                <a:gd name="T30" fmla="*/ 264 w 500"/>
                <a:gd name="T31" fmla="*/ 56 h 305"/>
                <a:gd name="T32" fmla="*/ 263 w 500"/>
                <a:gd name="T33" fmla="*/ 56 h 305"/>
                <a:gd name="T34" fmla="*/ 260 w 500"/>
                <a:gd name="T35" fmla="*/ 52 h 305"/>
                <a:gd name="T36" fmla="*/ 263 w 500"/>
                <a:gd name="T37" fmla="*/ 52 h 305"/>
                <a:gd name="T38" fmla="*/ 494 w 500"/>
                <a:gd name="T39" fmla="*/ 169 h 305"/>
                <a:gd name="T40" fmla="*/ 465 w 500"/>
                <a:gd name="T41" fmla="*/ 217 h 305"/>
                <a:gd name="T42" fmla="*/ 167 w 500"/>
                <a:gd name="T43" fmla="*/ 304 h 305"/>
                <a:gd name="T44" fmla="*/ 2 w 500"/>
                <a:gd name="T45" fmla="*/ 232 h 305"/>
                <a:gd name="T46" fmla="*/ 61 w 500"/>
                <a:gd name="T47" fmla="*/ 102 h 305"/>
                <a:gd name="T48" fmla="*/ 180 w 500"/>
                <a:gd name="T49" fmla="*/ 28 h 305"/>
                <a:gd name="T50" fmla="*/ 304 w 500"/>
                <a:gd name="T51" fmla="*/ 1 h 305"/>
                <a:gd name="T52" fmla="*/ 398 w 500"/>
                <a:gd name="T53" fmla="*/ 6 h 305"/>
                <a:gd name="T54" fmla="*/ 416 w 500"/>
                <a:gd name="T55" fmla="*/ 12 h 305"/>
                <a:gd name="T56" fmla="*/ 424 w 500"/>
                <a:gd name="T57" fmla="*/ 14 h 305"/>
                <a:gd name="T58" fmla="*/ 431 w 500"/>
                <a:gd name="T59" fmla="*/ 19 h 305"/>
                <a:gd name="T60" fmla="*/ 431 w 500"/>
                <a:gd name="T61" fmla="*/ 26 h 305"/>
                <a:gd name="T62" fmla="*/ 423 w 500"/>
                <a:gd name="T63" fmla="*/ 32 h 305"/>
                <a:gd name="T64" fmla="*/ 416 w 500"/>
                <a:gd name="T65" fmla="*/ 31 h 305"/>
                <a:gd name="T66" fmla="*/ 411 w 500"/>
                <a:gd name="T67" fmla="*/ 27 h 305"/>
                <a:gd name="T68" fmla="*/ 383 w 500"/>
                <a:gd name="T69" fmla="*/ 20 h 305"/>
                <a:gd name="T70" fmla="*/ 196 w 500"/>
                <a:gd name="T71" fmla="*/ 38 h 305"/>
                <a:gd name="T72" fmla="*/ 59 w 500"/>
                <a:gd name="T73" fmla="*/ 125 h 305"/>
                <a:gd name="T74" fmla="*/ 51 w 500"/>
                <a:gd name="T75" fmla="*/ 267 h 305"/>
                <a:gd name="T76" fmla="*/ 251 w 500"/>
                <a:gd name="T77" fmla="*/ 289 h 305"/>
                <a:gd name="T78" fmla="*/ 456 w 500"/>
                <a:gd name="T79" fmla="*/ 207 h 305"/>
                <a:gd name="T80" fmla="*/ 487 w 500"/>
                <a:gd name="T81" fmla="*/ 146 h 305"/>
                <a:gd name="T82" fmla="*/ 462 w 500"/>
                <a:gd name="T83" fmla="*/ 91 h 305"/>
                <a:gd name="T84" fmla="*/ 402 w 500"/>
                <a:gd name="T85" fmla="*/ 64 h 305"/>
                <a:gd name="T86" fmla="*/ 367 w 500"/>
                <a:gd name="T87" fmla="*/ 55 h 305"/>
                <a:gd name="T88" fmla="*/ 262 w 500"/>
                <a:gd name="T89" fmla="*/ 58 h 305"/>
                <a:gd name="T90" fmla="*/ 330 w 500"/>
                <a:gd name="T91" fmla="*/ 51 h 305"/>
                <a:gd name="T92" fmla="*/ 418 w 500"/>
                <a:gd name="T93" fmla="*/ 66 h 305"/>
                <a:gd name="T94" fmla="*/ 338 w 500"/>
                <a:gd name="T95" fmla="*/ 47 h 305"/>
                <a:gd name="T96" fmla="*/ 375 w 500"/>
                <a:gd name="T97" fmla="*/ 51 h 305"/>
                <a:gd name="T98" fmla="*/ 369 w 500"/>
                <a:gd name="T99" fmla="*/ 49 h 305"/>
                <a:gd name="T100" fmla="*/ 320 w 500"/>
                <a:gd name="T101" fmla="*/ 45 h 305"/>
                <a:gd name="T102" fmla="*/ 321 w 500"/>
                <a:gd name="T103" fmla="*/ 44 h 305"/>
                <a:gd name="T104" fmla="*/ 307 w 500"/>
                <a:gd name="T105" fmla="*/ 44 h 305"/>
                <a:gd name="T106" fmla="*/ 360 w 500"/>
                <a:gd name="T107" fmla="*/ 45 h 305"/>
                <a:gd name="T108" fmla="*/ 424 w 500"/>
                <a:gd name="T109" fmla="*/ 61 h 305"/>
                <a:gd name="T110" fmla="*/ 480 w 500"/>
                <a:gd name="T111" fmla="*/ 91 h 305"/>
                <a:gd name="T112" fmla="*/ 500 w 500"/>
                <a:gd name="T113" fmla="*/ 148 h 305"/>
                <a:gd name="T114" fmla="*/ 366 w 500"/>
                <a:gd name="T115" fmla="*/ 47 h 305"/>
                <a:gd name="T116" fmla="*/ 391 w 500"/>
                <a:gd name="T117" fmla="*/ 61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00" h="305">
                  <a:moveTo>
                    <a:pt x="484" y="124"/>
                  </a:moveTo>
                  <a:cubicBezTo>
                    <a:pt x="485" y="125"/>
                    <a:pt x="485" y="127"/>
                    <a:pt x="485" y="128"/>
                  </a:cubicBezTo>
                  <a:lnTo>
                    <a:pt x="484" y="124"/>
                  </a:lnTo>
                  <a:close/>
                  <a:moveTo>
                    <a:pt x="450" y="71"/>
                  </a:moveTo>
                  <a:cubicBezTo>
                    <a:pt x="449" y="70"/>
                    <a:pt x="448" y="69"/>
                    <a:pt x="445" y="68"/>
                  </a:cubicBezTo>
                  <a:cubicBezTo>
                    <a:pt x="445" y="68"/>
                    <a:pt x="449" y="70"/>
                    <a:pt x="450" y="71"/>
                  </a:cubicBezTo>
                  <a:close/>
                  <a:moveTo>
                    <a:pt x="438" y="65"/>
                  </a:moveTo>
                  <a:cubicBezTo>
                    <a:pt x="440" y="66"/>
                    <a:pt x="443" y="67"/>
                    <a:pt x="443" y="67"/>
                  </a:cubicBezTo>
                  <a:cubicBezTo>
                    <a:pt x="442" y="67"/>
                    <a:pt x="438" y="65"/>
                    <a:pt x="438" y="65"/>
                  </a:cubicBezTo>
                  <a:close/>
                  <a:moveTo>
                    <a:pt x="422" y="60"/>
                  </a:moveTo>
                  <a:cubicBezTo>
                    <a:pt x="420" y="60"/>
                    <a:pt x="417" y="58"/>
                    <a:pt x="417" y="58"/>
                  </a:cubicBezTo>
                  <a:cubicBezTo>
                    <a:pt x="418" y="59"/>
                    <a:pt x="421" y="60"/>
                    <a:pt x="422" y="60"/>
                  </a:cubicBezTo>
                  <a:close/>
                  <a:moveTo>
                    <a:pt x="413" y="55"/>
                  </a:moveTo>
                  <a:cubicBezTo>
                    <a:pt x="410" y="54"/>
                    <a:pt x="405" y="52"/>
                    <a:pt x="404" y="52"/>
                  </a:cubicBezTo>
                  <a:cubicBezTo>
                    <a:pt x="408" y="53"/>
                    <a:pt x="411" y="54"/>
                    <a:pt x="413" y="55"/>
                  </a:cubicBezTo>
                  <a:close/>
                  <a:moveTo>
                    <a:pt x="366" y="54"/>
                  </a:moveTo>
                  <a:cubicBezTo>
                    <a:pt x="370" y="55"/>
                    <a:pt x="379" y="56"/>
                    <a:pt x="384" y="57"/>
                  </a:cubicBezTo>
                  <a:cubicBezTo>
                    <a:pt x="379" y="56"/>
                    <a:pt x="372" y="55"/>
                    <a:pt x="366" y="54"/>
                  </a:cubicBezTo>
                  <a:close/>
                  <a:moveTo>
                    <a:pt x="366" y="49"/>
                  </a:moveTo>
                  <a:cubicBezTo>
                    <a:pt x="361" y="48"/>
                    <a:pt x="361" y="48"/>
                    <a:pt x="361" y="48"/>
                  </a:cubicBezTo>
                  <a:cubicBezTo>
                    <a:pt x="359" y="48"/>
                    <a:pt x="347" y="47"/>
                    <a:pt x="348" y="47"/>
                  </a:cubicBezTo>
                  <a:cubicBezTo>
                    <a:pt x="356" y="47"/>
                    <a:pt x="366" y="49"/>
                    <a:pt x="372" y="50"/>
                  </a:cubicBezTo>
                  <a:cubicBezTo>
                    <a:pt x="370" y="50"/>
                    <a:pt x="368" y="50"/>
                    <a:pt x="366" y="49"/>
                  </a:cubicBezTo>
                  <a:close/>
                  <a:moveTo>
                    <a:pt x="299" y="46"/>
                  </a:moveTo>
                  <a:cubicBezTo>
                    <a:pt x="296" y="46"/>
                    <a:pt x="296" y="46"/>
                    <a:pt x="296" y="46"/>
                  </a:cubicBezTo>
                  <a:cubicBezTo>
                    <a:pt x="296" y="47"/>
                    <a:pt x="296" y="47"/>
                    <a:pt x="297" y="47"/>
                  </a:cubicBezTo>
                  <a:cubicBezTo>
                    <a:pt x="299" y="46"/>
                    <a:pt x="299" y="46"/>
                    <a:pt x="299" y="46"/>
                  </a:cubicBezTo>
                  <a:close/>
                  <a:moveTo>
                    <a:pt x="264" y="53"/>
                  </a:moveTo>
                  <a:cubicBezTo>
                    <a:pt x="264" y="53"/>
                    <a:pt x="264" y="53"/>
                    <a:pt x="264" y="53"/>
                  </a:cubicBezTo>
                  <a:cubicBezTo>
                    <a:pt x="264" y="53"/>
                    <a:pt x="265" y="53"/>
                    <a:pt x="265" y="53"/>
                  </a:cubicBezTo>
                  <a:cubicBezTo>
                    <a:pt x="265" y="53"/>
                    <a:pt x="265" y="53"/>
                    <a:pt x="265" y="53"/>
                  </a:cubicBezTo>
                  <a:cubicBezTo>
                    <a:pt x="269" y="52"/>
                    <a:pt x="269" y="52"/>
                    <a:pt x="269" y="52"/>
                  </a:cubicBezTo>
                  <a:lnTo>
                    <a:pt x="264" y="53"/>
                  </a:lnTo>
                  <a:close/>
                  <a:moveTo>
                    <a:pt x="264" y="53"/>
                  </a:moveTo>
                  <a:cubicBezTo>
                    <a:pt x="264" y="53"/>
                    <a:pt x="264" y="53"/>
                    <a:pt x="264" y="53"/>
                  </a:cubicBezTo>
                  <a:cubicBezTo>
                    <a:pt x="264" y="53"/>
                    <a:pt x="264" y="53"/>
                    <a:pt x="264" y="53"/>
                  </a:cubicBezTo>
                  <a:cubicBezTo>
                    <a:pt x="263" y="53"/>
                    <a:pt x="264" y="53"/>
                    <a:pt x="264" y="53"/>
                  </a:cubicBezTo>
                  <a:close/>
                  <a:moveTo>
                    <a:pt x="264" y="53"/>
                  </a:moveTo>
                  <a:cubicBezTo>
                    <a:pt x="264" y="53"/>
                    <a:pt x="264" y="53"/>
                    <a:pt x="264" y="53"/>
                  </a:cubicBezTo>
                  <a:cubicBezTo>
                    <a:pt x="264" y="53"/>
                    <a:pt x="264" y="53"/>
                    <a:pt x="264" y="53"/>
                  </a:cubicBezTo>
                  <a:cubicBezTo>
                    <a:pt x="264" y="53"/>
                    <a:pt x="264" y="53"/>
                    <a:pt x="264" y="53"/>
                  </a:cubicBezTo>
                  <a:close/>
                  <a:moveTo>
                    <a:pt x="265" y="51"/>
                  </a:moveTo>
                  <a:cubicBezTo>
                    <a:pt x="264" y="51"/>
                    <a:pt x="264" y="51"/>
                    <a:pt x="264" y="51"/>
                  </a:cubicBezTo>
                  <a:cubicBezTo>
                    <a:pt x="264" y="51"/>
                    <a:pt x="264" y="51"/>
                    <a:pt x="264" y="51"/>
                  </a:cubicBezTo>
                  <a:cubicBezTo>
                    <a:pt x="264" y="51"/>
                    <a:pt x="264" y="51"/>
                    <a:pt x="265" y="51"/>
                  </a:cubicBezTo>
                  <a:cubicBezTo>
                    <a:pt x="265" y="51"/>
                    <a:pt x="265" y="51"/>
                    <a:pt x="265" y="51"/>
                  </a:cubicBezTo>
                  <a:cubicBezTo>
                    <a:pt x="265" y="51"/>
                    <a:pt x="265" y="51"/>
                    <a:pt x="265" y="50"/>
                  </a:cubicBezTo>
                  <a:cubicBezTo>
                    <a:pt x="265" y="51"/>
                    <a:pt x="265" y="51"/>
                    <a:pt x="265" y="51"/>
                  </a:cubicBezTo>
                  <a:close/>
                  <a:moveTo>
                    <a:pt x="265" y="57"/>
                  </a:moveTo>
                  <a:cubicBezTo>
                    <a:pt x="265" y="57"/>
                    <a:pt x="265" y="57"/>
                    <a:pt x="265" y="57"/>
                  </a:cubicBezTo>
                  <a:cubicBezTo>
                    <a:pt x="265" y="57"/>
                    <a:pt x="265" y="57"/>
                    <a:pt x="265" y="57"/>
                  </a:cubicBezTo>
                  <a:close/>
                  <a:moveTo>
                    <a:pt x="264" y="51"/>
                  </a:moveTo>
                  <a:cubicBezTo>
                    <a:pt x="264" y="51"/>
                    <a:pt x="264" y="52"/>
                    <a:pt x="264" y="52"/>
                  </a:cubicBezTo>
                  <a:cubicBezTo>
                    <a:pt x="264" y="52"/>
                    <a:pt x="264" y="52"/>
                    <a:pt x="264" y="51"/>
                  </a:cubicBezTo>
                  <a:close/>
                  <a:moveTo>
                    <a:pt x="264" y="51"/>
                  </a:moveTo>
                  <a:cubicBezTo>
                    <a:pt x="264" y="51"/>
                    <a:pt x="264" y="51"/>
                    <a:pt x="264" y="51"/>
                  </a:cubicBezTo>
                  <a:cubicBezTo>
                    <a:pt x="264" y="51"/>
                    <a:pt x="264" y="51"/>
                    <a:pt x="264" y="51"/>
                  </a:cubicBezTo>
                  <a:close/>
                  <a:moveTo>
                    <a:pt x="265" y="58"/>
                  </a:moveTo>
                  <a:cubicBezTo>
                    <a:pt x="265" y="58"/>
                    <a:pt x="265" y="58"/>
                    <a:pt x="265" y="58"/>
                  </a:cubicBezTo>
                  <a:cubicBezTo>
                    <a:pt x="265" y="58"/>
                    <a:pt x="265" y="58"/>
                    <a:pt x="265" y="58"/>
                  </a:cubicBezTo>
                  <a:close/>
                  <a:moveTo>
                    <a:pt x="265" y="57"/>
                  </a:moveTo>
                  <a:cubicBezTo>
                    <a:pt x="264" y="57"/>
                    <a:pt x="264" y="57"/>
                    <a:pt x="264" y="57"/>
                  </a:cubicBezTo>
                  <a:cubicBezTo>
                    <a:pt x="264" y="57"/>
                    <a:pt x="265" y="57"/>
                    <a:pt x="265" y="57"/>
                  </a:cubicBezTo>
                  <a:close/>
                  <a:moveTo>
                    <a:pt x="263" y="51"/>
                  </a:moveTo>
                  <a:cubicBezTo>
                    <a:pt x="263" y="51"/>
                    <a:pt x="263" y="51"/>
                    <a:pt x="263" y="51"/>
                  </a:cubicBezTo>
                  <a:cubicBezTo>
                    <a:pt x="263" y="51"/>
                    <a:pt x="263" y="51"/>
                    <a:pt x="263" y="51"/>
                  </a:cubicBezTo>
                  <a:close/>
                  <a:moveTo>
                    <a:pt x="263" y="54"/>
                  </a:moveTo>
                  <a:cubicBezTo>
                    <a:pt x="263" y="54"/>
                    <a:pt x="263" y="53"/>
                    <a:pt x="263" y="53"/>
                  </a:cubicBezTo>
                  <a:cubicBezTo>
                    <a:pt x="263" y="53"/>
                    <a:pt x="263" y="53"/>
                    <a:pt x="263" y="54"/>
                  </a:cubicBezTo>
                  <a:close/>
                  <a:moveTo>
                    <a:pt x="262" y="53"/>
                  </a:moveTo>
                  <a:cubicBezTo>
                    <a:pt x="263" y="53"/>
                    <a:pt x="263" y="53"/>
                    <a:pt x="263" y="53"/>
                  </a:cubicBezTo>
                  <a:cubicBezTo>
                    <a:pt x="263" y="53"/>
                    <a:pt x="262" y="53"/>
                    <a:pt x="262" y="53"/>
                  </a:cubicBezTo>
                  <a:close/>
                  <a:moveTo>
                    <a:pt x="262" y="53"/>
                  </a:moveTo>
                  <a:cubicBezTo>
                    <a:pt x="262" y="52"/>
                    <a:pt x="262" y="53"/>
                    <a:pt x="262" y="53"/>
                  </a:cubicBezTo>
                  <a:cubicBezTo>
                    <a:pt x="262" y="53"/>
                    <a:pt x="262" y="52"/>
                    <a:pt x="262" y="52"/>
                  </a:cubicBezTo>
                  <a:cubicBezTo>
                    <a:pt x="262" y="53"/>
                    <a:pt x="262" y="53"/>
                    <a:pt x="262" y="53"/>
                  </a:cubicBezTo>
                  <a:close/>
                  <a:moveTo>
                    <a:pt x="262" y="56"/>
                  </a:moveTo>
                  <a:cubicBezTo>
                    <a:pt x="263" y="56"/>
                    <a:pt x="262" y="56"/>
                    <a:pt x="262" y="56"/>
                  </a:cubicBezTo>
                  <a:close/>
                  <a:moveTo>
                    <a:pt x="261" y="58"/>
                  </a:moveTo>
                  <a:cubicBezTo>
                    <a:pt x="262" y="58"/>
                    <a:pt x="262" y="58"/>
                    <a:pt x="262" y="58"/>
                  </a:cubicBezTo>
                  <a:cubicBezTo>
                    <a:pt x="262" y="58"/>
                    <a:pt x="261" y="58"/>
                    <a:pt x="261" y="58"/>
                  </a:cubicBezTo>
                  <a:close/>
                  <a:moveTo>
                    <a:pt x="262" y="58"/>
                  </a:moveTo>
                  <a:cubicBezTo>
                    <a:pt x="262" y="58"/>
                    <a:pt x="262" y="58"/>
                    <a:pt x="262" y="58"/>
                  </a:cubicBezTo>
                  <a:cubicBezTo>
                    <a:pt x="262" y="59"/>
                    <a:pt x="262" y="59"/>
                    <a:pt x="262" y="58"/>
                  </a:cubicBezTo>
                  <a:close/>
                  <a:moveTo>
                    <a:pt x="262" y="61"/>
                  </a:moveTo>
                  <a:cubicBezTo>
                    <a:pt x="262" y="61"/>
                    <a:pt x="262" y="61"/>
                    <a:pt x="262" y="61"/>
                  </a:cubicBezTo>
                  <a:cubicBezTo>
                    <a:pt x="262" y="61"/>
                    <a:pt x="262" y="61"/>
                    <a:pt x="262" y="61"/>
                  </a:cubicBezTo>
                  <a:close/>
                  <a:moveTo>
                    <a:pt x="261" y="61"/>
                  </a:moveTo>
                  <a:cubicBezTo>
                    <a:pt x="260" y="61"/>
                    <a:pt x="260" y="61"/>
                    <a:pt x="261" y="61"/>
                  </a:cubicBezTo>
                  <a:close/>
                  <a:moveTo>
                    <a:pt x="339" y="54"/>
                  </a:moveTo>
                  <a:cubicBezTo>
                    <a:pt x="334" y="54"/>
                    <a:pt x="330" y="54"/>
                    <a:pt x="326" y="54"/>
                  </a:cubicBezTo>
                  <a:cubicBezTo>
                    <a:pt x="329" y="54"/>
                    <a:pt x="333" y="54"/>
                    <a:pt x="336" y="54"/>
                  </a:cubicBezTo>
                  <a:cubicBezTo>
                    <a:pt x="336" y="54"/>
                    <a:pt x="338" y="54"/>
                    <a:pt x="339" y="54"/>
                  </a:cubicBezTo>
                  <a:close/>
                  <a:moveTo>
                    <a:pt x="263" y="56"/>
                  </a:moveTo>
                  <a:cubicBezTo>
                    <a:pt x="264" y="56"/>
                    <a:pt x="264" y="56"/>
                    <a:pt x="264" y="56"/>
                  </a:cubicBezTo>
                  <a:cubicBezTo>
                    <a:pt x="264" y="56"/>
                    <a:pt x="264" y="56"/>
                    <a:pt x="264" y="56"/>
                  </a:cubicBezTo>
                  <a:cubicBezTo>
                    <a:pt x="264" y="56"/>
                    <a:pt x="265" y="56"/>
                    <a:pt x="265" y="56"/>
                  </a:cubicBezTo>
                  <a:cubicBezTo>
                    <a:pt x="265" y="56"/>
                    <a:pt x="265" y="56"/>
                    <a:pt x="265" y="56"/>
                  </a:cubicBezTo>
                  <a:cubicBezTo>
                    <a:pt x="265" y="56"/>
                    <a:pt x="265" y="56"/>
                    <a:pt x="265" y="56"/>
                  </a:cubicBezTo>
                  <a:cubicBezTo>
                    <a:pt x="265" y="56"/>
                    <a:pt x="265" y="56"/>
                    <a:pt x="265" y="56"/>
                  </a:cubicBezTo>
                  <a:cubicBezTo>
                    <a:pt x="265" y="56"/>
                    <a:pt x="265" y="56"/>
                    <a:pt x="265" y="55"/>
                  </a:cubicBezTo>
                  <a:cubicBezTo>
                    <a:pt x="265" y="56"/>
                    <a:pt x="264" y="56"/>
                    <a:pt x="263" y="56"/>
                  </a:cubicBezTo>
                  <a:close/>
                  <a:moveTo>
                    <a:pt x="264" y="52"/>
                  </a:moveTo>
                  <a:cubicBezTo>
                    <a:pt x="264" y="52"/>
                    <a:pt x="264" y="52"/>
                    <a:pt x="264" y="52"/>
                  </a:cubicBezTo>
                  <a:cubicBezTo>
                    <a:pt x="264" y="52"/>
                    <a:pt x="263" y="52"/>
                    <a:pt x="263" y="52"/>
                  </a:cubicBezTo>
                  <a:cubicBezTo>
                    <a:pt x="263" y="52"/>
                    <a:pt x="264" y="52"/>
                    <a:pt x="264" y="52"/>
                  </a:cubicBezTo>
                  <a:close/>
                  <a:moveTo>
                    <a:pt x="261" y="53"/>
                  </a:moveTo>
                  <a:cubicBezTo>
                    <a:pt x="261" y="52"/>
                    <a:pt x="261" y="52"/>
                    <a:pt x="260" y="52"/>
                  </a:cubicBezTo>
                  <a:cubicBezTo>
                    <a:pt x="260" y="53"/>
                    <a:pt x="259" y="53"/>
                    <a:pt x="259" y="53"/>
                  </a:cubicBezTo>
                  <a:cubicBezTo>
                    <a:pt x="259" y="53"/>
                    <a:pt x="260" y="53"/>
                    <a:pt x="260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1" y="53"/>
                    <a:pt x="261" y="53"/>
                    <a:pt x="262" y="52"/>
                  </a:cubicBezTo>
                  <a:cubicBezTo>
                    <a:pt x="262" y="52"/>
                    <a:pt x="262" y="52"/>
                    <a:pt x="262" y="52"/>
                  </a:cubicBezTo>
                  <a:cubicBezTo>
                    <a:pt x="262" y="52"/>
                    <a:pt x="263" y="52"/>
                    <a:pt x="263" y="52"/>
                  </a:cubicBezTo>
                  <a:cubicBezTo>
                    <a:pt x="262" y="52"/>
                    <a:pt x="262" y="52"/>
                    <a:pt x="261" y="53"/>
                  </a:cubicBezTo>
                  <a:close/>
                  <a:moveTo>
                    <a:pt x="262" y="59"/>
                  </a:moveTo>
                  <a:cubicBezTo>
                    <a:pt x="262" y="59"/>
                    <a:pt x="262" y="59"/>
                    <a:pt x="262" y="59"/>
                  </a:cubicBezTo>
                  <a:cubicBezTo>
                    <a:pt x="262" y="59"/>
                    <a:pt x="262" y="59"/>
                    <a:pt x="262" y="59"/>
                  </a:cubicBezTo>
                  <a:close/>
                  <a:moveTo>
                    <a:pt x="500" y="148"/>
                  </a:moveTo>
                  <a:cubicBezTo>
                    <a:pt x="498" y="158"/>
                    <a:pt x="496" y="166"/>
                    <a:pt x="494" y="169"/>
                  </a:cubicBezTo>
                  <a:cubicBezTo>
                    <a:pt x="493" y="172"/>
                    <a:pt x="495" y="168"/>
                    <a:pt x="494" y="170"/>
                  </a:cubicBezTo>
                  <a:cubicBezTo>
                    <a:pt x="493" y="174"/>
                    <a:pt x="490" y="181"/>
                    <a:pt x="488" y="184"/>
                  </a:cubicBezTo>
                  <a:cubicBezTo>
                    <a:pt x="486" y="189"/>
                    <a:pt x="483" y="194"/>
                    <a:pt x="480" y="199"/>
                  </a:cubicBezTo>
                  <a:cubicBezTo>
                    <a:pt x="478" y="202"/>
                    <a:pt x="477" y="204"/>
                    <a:pt x="475" y="206"/>
                  </a:cubicBezTo>
                  <a:cubicBezTo>
                    <a:pt x="470" y="212"/>
                    <a:pt x="470" y="212"/>
                    <a:pt x="470" y="212"/>
                  </a:cubicBezTo>
                  <a:cubicBezTo>
                    <a:pt x="469" y="214"/>
                    <a:pt x="466" y="216"/>
                    <a:pt x="465" y="217"/>
                  </a:cubicBezTo>
                  <a:cubicBezTo>
                    <a:pt x="462" y="221"/>
                    <a:pt x="456" y="228"/>
                    <a:pt x="452" y="232"/>
                  </a:cubicBezTo>
                  <a:cubicBezTo>
                    <a:pt x="438" y="245"/>
                    <a:pt x="422" y="256"/>
                    <a:pt x="405" y="264"/>
                  </a:cubicBezTo>
                  <a:cubicBezTo>
                    <a:pt x="387" y="272"/>
                    <a:pt x="369" y="278"/>
                    <a:pt x="351" y="284"/>
                  </a:cubicBezTo>
                  <a:cubicBezTo>
                    <a:pt x="314" y="295"/>
                    <a:pt x="277" y="301"/>
                    <a:pt x="239" y="304"/>
                  </a:cubicBezTo>
                  <a:cubicBezTo>
                    <a:pt x="221" y="305"/>
                    <a:pt x="200" y="305"/>
                    <a:pt x="183" y="305"/>
                  </a:cubicBezTo>
                  <a:cubicBezTo>
                    <a:pt x="177" y="304"/>
                    <a:pt x="172" y="304"/>
                    <a:pt x="167" y="304"/>
                  </a:cubicBezTo>
                  <a:cubicBezTo>
                    <a:pt x="155" y="303"/>
                    <a:pt x="142" y="302"/>
                    <a:pt x="129" y="301"/>
                  </a:cubicBezTo>
                  <a:cubicBezTo>
                    <a:pt x="116" y="299"/>
                    <a:pt x="103" y="298"/>
                    <a:pt x="93" y="296"/>
                  </a:cubicBezTo>
                  <a:cubicBezTo>
                    <a:pt x="77" y="292"/>
                    <a:pt x="61" y="288"/>
                    <a:pt x="45" y="280"/>
                  </a:cubicBezTo>
                  <a:cubicBezTo>
                    <a:pt x="38" y="277"/>
                    <a:pt x="32" y="273"/>
                    <a:pt x="27" y="269"/>
                  </a:cubicBezTo>
                  <a:cubicBezTo>
                    <a:pt x="24" y="268"/>
                    <a:pt x="22" y="266"/>
                    <a:pt x="20" y="264"/>
                  </a:cubicBezTo>
                  <a:cubicBezTo>
                    <a:pt x="11" y="256"/>
                    <a:pt x="4" y="244"/>
                    <a:pt x="2" y="232"/>
                  </a:cubicBezTo>
                  <a:cubicBezTo>
                    <a:pt x="1" y="225"/>
                    <a:pt x="0" y="219"/>
                    <a:pt x="0" y="213"/>
                  </a:cubicBezTo>
                  <a:cubicBezTo>
                    <a:pt x="0" y="203"/>
                    <a:pt x="2" y="191"/>
                    <a:pt x="6" y="180"/>
                  </a:cubicBezTo>
                  <a:cubicBezTo>
                    <a:pt x="10" y="169"/>
                    <a:pt x="16" y="158"/>
                    <a:pt x="22" y="148"/>
                  </a:cubicBezTo>
                  <a:cubicBezTo>
                    <a:pt x="25" y="143"/>
                    <a:pt x="29" y="139"/>
                    <a:pt x="32" y="134"/>
                  </a:cubicBezTo>
                  <a:cubicBezTo>
                    <a:pt x="34" y="132"/>
                    <a:pt x="36" y="130"/>
                    <a:pt x="38" y="127"/>
                  </a:cubicBezTo>
                  <a:cubicBezTo>
                    <a:pt x="44" y="119"/>
                    <a:pt x="54" y="109"/>
                    <a:pt x="61" y="102"/>
                  </a:cubicBezTo>
                  <a:cubicBezTo>
                    <a:pt x="65" y="98"/>
                    <a:pt x="69" y="95"/>
                    <a:pt x="74" y="91"/>
                  </a:cubicBezTo>
                  <a:cubicBezTo>
                    <a:pt x="83" y="83"/>
                    <a:pt x="92" y="76"/>
                    <a:pt x="100" y="70"/>
                  </a:cubicBezTo>
                  <a:cubicBezTo>
                    <a:pt x="111" y="62"/>
                    <a:pt x="128" y="52"/>
                    <a:pt x="143" y="45"/>
                  </a:cubicBezTo>
                  <a:cubicBezTo>
                    <a:pt x="144" y="44"/>
                    <a:pt x="144" y="44"/>
                    <a:pt x="144" y="44"/>
                  </a:cubicBezTo>
                  <a:cubicBezTo>
                    <a:pt x="155" y="39"/>
                    <a:pt x="166" y="33"/>
                    <a:pt x="177" y="29"/>
                  </a:cubicBezTo>
                  <a:cubicBezTo>
                    <a:pt x="179" y="29"/>
                    <a:pt x="179" y="29"/>
                    <a:pt x="180" y="28"/>
                  </a:cubicBezTo>
                  <a:cubicBezTo>
                    <a:pt x="194" y="23"/>
                    <a:pt x="194" y="23"/>
                    <a:pt x="194" y="23"/>
                  </a:cubicBezTo>
                  <a:cubicBezTo>
                    <a:pt x="215" y="16"/>
                    <a:pt x="231" y="12"/>
                    <a:pt x="249" y="9"/>
                  </a:cubicBezTo>
                  <a:cubicBezTo>
                    <a:pt x="259" y="6"/>
                    <a:pt x="271" y="5"/>
                    <a:pt x="281" y="3"/>
                  </a:cubicBezTo>
                  <a:cubicBezTo>
                    <a:pt x="284" y="3"/>
                    <a:pt x="287" y="2"/>
                    <a:pt x="290" y="2"/>
                  </a:cubicBezTo>
                  <a:cubicBezTo>
                    <a:pt x="293" y="2"/>
                    <a:pt x="295" y="2"/>
                    <a:pt x="297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7" y="1"/>
                    <a:pt x="311" y="0"/>
                    <a:pt x="314" y="0"/>
                  </a:cubicBezTo>
                  <a:cubicBezTo>
                    <a:pt x="318" y="0"/>
                    <a:pt x="321" y="0"/>
                    <a:pt x="324" y="0"/>
                  </a:cubicBezTo>
                  <a:cubicBezTo>
                    <a:pt x="327" y="0"/>
                    <a:pt x="331" y="0"/>
                    <a:pt x="334" y="0"/>
                  </a:cubicBezTo>
                  <a:cubicBezTo>
                    <a:pt x="343" y="0"/>
                    <a:pt x="351" y="0"/>
                    <a:pt x="361" y="1"/>
                  </a:cubicBezTo>
                  <a:cubicBezTo>
                    <a:pt x="368" y="2"/>
                    <a:pt x="376" y="2"/>
                    <a:pt x="384" y="4"/>
                  </a:cubicBezTo>
                  <a:cubicBezTo>
                    <a:pt x="389" y="4"/>
                    <a:pt x="394" y="5"/>
                    <a:pt x="398" y="6"/>
                  </a:cubicBezTo>
                  <a:cubicBezTo>
                    <a:pt x="400" y="7"/>
                    <a:pt x="403" y="8"/>
                    <a:pt x="405" y="8"/>
                  </a:cubicBezTo>
                  <a:cubicBezTo>
                    <a:pt x="408" y="9"/>
                    <a:pt x="410" y="10"/>
                    <a:pt x="413" y="11"/>
                  </a:cubicBezTo>
                  <a:cubicBezTo>
                    <a:pt x="415" y="11"/>
                    <a:pt x="415" y="11"/>
                    <a:pt x="415" y="11"/>
                  </a:cubicBezTo>
                  <a:cubicBezTo>
                    <a:pt x="415" y="11"/>
                    <a:pt x="415" y="11"/>
                    <a:pt x="415" y="11"/>
                  </a:cubicBezTo>
                  <a:cubicBezTo>
                    <a:pt x="415" y="11"/>
                    <a:pt x="415" y="11"/>
                    <a:pt x="415" y="11"/>
                  </a:cubicBezTo>
                  <a:cubicBezTo>
                    <a:pt x="416" y="11"/>
                    <a:pt x="416" y="11"/>
                    <a:pt x="416" y="12"/>
                  </a:cubicBezTo>
                  <a:cubicBezTo>
                    <a:pt x="417" y="12"/>
                    <a:pt x="419" y="13"/>
                    <a:pt x="420" y="12"/>
                  </a:cubicBezTo>
                  <a:cubicBezTo>
                    <a:pt x="420" y="12"/>
                    <a:pt x="420" y="12"/>
                    <a:pt x="420" y="12"/>
                  </a:cubicBezTo>
                  <a:cubicBezTo>
                    <a:pt x="421" y="12"/>
                    <a:pt x="421" y="12"/>
                    <a:pt x="421" y="12"/>
                  </a:cubicBezTo>
                  <a:cubicBezTo>
                    <a:pt x="421" y="13"/>
                    <a:pt x="422" y="13"/>
                    <a:pt x="423" y="13"/>
                  </a:cubicBezTo>
                  <a:cubicBezTo>
                    <a:pt x="423" y="13"/>
                    <a:pt x="423" y="13"/>
                    <a:pt x="423" y="13"/>
                  </a:cubicBezTo>
                  <a:cubicBezTo>
                    <a:pt x="424" y="13"/>
                    <a:pt x="424" y="14"/>
                    <a:pt x="424" y="14"/>
                  </a:cubicBezTo>
                  <a:cubicBezTo>
                    <a:pt x="425" y="14"/>
                    <a:pt x="425" y="14"/>
                    <a:pt x="425" y="14"/>
                  </a:cubicBezTo>
                  <a:cubicBezTo>
                    <a:pt x="426" y="14"/>
                    <a:pt x="426" y="14"/>
                    <a:pt x="426" y="15"/>
                  </a:cubicBezTo>
                  <a:cubicBezTo>
                    <a:pt x="426" y="15"/>
                    <a:pt x="426" y="15"/>
                    <a:pt x="426" y="15"/>
                  </a:cubicBezTo>
                  <a:cubicBezTo>
                    <a:pt x="426" y="15"/>
                    <a:pt x="427" y="16"/>
                    <a:pt x="428" y="16"/>
                  </a:cubicBezTo>
                  <a:cubicBezTo>
                    <a:pt x="428" y="17"/>
                    <a:pt x="429" y="17"/>
                    <a:pt x="429" y="17"/>
                  </a:cubicBezTo>
                  <a:cubicBezTo>
                    <a:pt x="430" y="17"/>
                    <a:pt x="430" y="19"/>
                    <a:pt x="431" y="19"/>
                  </a:cubicBezTo>
                  <a:cubicBezTo>
                    <a:pt x="430" y="20"/>
                    <a:pt x="431" y="20"/>
                    <a:pt x="431" y="20"/>
                  </a:cubicBezTo>
                  <a:cubicBezTo>
                    <a:pt x="431" y="20"/>
                    <a:pt x="431" y="21"/>
                    <a:pt x="431" y="21"/>
                  </a:cubicBezTo>
                  <a:cubicBezTo>
                    <a:pt x="431" y="21"/>
                    <a:pt x="431" y="22"/>
                    <a:pt x="431" y="22"/>
                  </a:cubicBezTo>
                  <a:cubicBezTo>
                    <a:pt x="431" y="22"/>
                    <a:pt x="431" y="23"/>
                    <a:pt x="431" y="23"/>
                  </a:cubicBezTo>
                  <a:cubicBezTo>
                    <a:pt x="431" y="23"/>
                    <a:pt x="432" y="24"/>
                    <a:pt x="432" y="24"/>
                  </a:cubicBezTo>
                  <a:cubicBezTo>
                    <a:pt x="432" y="25"/>
                    <a:pt x="431" y="25"/>
                    <a:pt x="431" y="26"/>
                  </a:cubicBezTo>
                  <a:cubicBezTo>
                    <a:pt x="431" y="27"/>
                    <a:pt x="430" y="28"/>
                    <a:pt x="430" y="29"/>
                  </a:cubicBezTo>
                  <a:cubicBezTo>
                    <a:pt x="430" y="29"/>
                    <a:pt x="430" y="29"/>
                    <a:pt x="430" y="29"/>
                  </a:cubicBezTo>
                  <a:cubicBezTo>
                    <a:pt x="429" y="29"/>
                    <a:pt x="429" y="30"/>
                    <a:pt x="428" y="30"/>
                  </a:cubicBezTo>
                  <a:cubicBezTo>
                    <a:pt x="428" y="30"/>
                    <a:pt x="428" y="30"/>
                    <a:pt x="428" y="31"/>
                  </a:cubicBezTo>
                  <a:cubicBezTo>
                    <a:pt x="427" y="31"/>
                    <a:pt x="427" y="31"/>
                    <a:pt x="427" y="31"/>
                  </a:cubicBezTo>
                  <a:cubicBezTo>
                    <a:pt x="426" y="31"/>
                    <a:pt x="424" y="32"/>
                    <a:pt x="423" y="32"/>
                  </a:cubicBezTo>
                  <a:cubicBezTo>
                    <a:pt x="423" y="32"/>
                    <a:pt x="423" y="32"/>
                    <a:pt x="423" y="32"/>
                  </a:cubicBezTo>
                  <a:cubicBezTo>
                    <a:pt x="422" y="32"/>
                    <a:pt x="422" y="32"/>
                    <a:pt x="421" y="32"/>
                  </a:cubicBezTo>
                  <a:cubicBezTo>
                    <a:pt x="421" y="33"/>
                    <a:pt x="420" y="32"/>
                    <a:pt x="420" y="32"/>
                  </a:cubicBezTo>
                  <a:cubicBezTo>
                    <a:pt x="420" y="32"/>
                    <a:pt x="419" y="32"/>
                    <a:pt x="419" y="32"/>
                  </a:cubicBezTo>
                  <a:cubicBezTo>
                    <a:pt x="419" y="32"/>
                    <a:pt x="418" y="32"/>
                    <a:pt x="418" y="32"/>
                  </a:cubicBezTo>
                  <a:cubicBezTo>
                    <a:pt x="417" y="32"/>
                    <a:pt x="417" y="31"/>
                    <a:pt x="416" y="31"/>
                  </a:cubicBezTo>
                  <a:cubicBezTo>
                    <a:pt x="416" y="31"/>
                    <a:pt x="416" y="31"/>
                    <a:pt x="416" y="31"/>
                  </a:cubicBezTo>
                  <a:cubicBezTo>
                    <a:pt x="415" y="31"/>
                    <a:pt x="415" y="30"/>
                    <a:pt x="415" y="30"/>
                  </a:cubicBezTo>
                  <a:cubicBezTo>
                    <a:pt x="415" y="30"/>
                    <a:pt x="415" y="30"/>
                    <a:pt x="414" y="30"/>
                  </a:cubicBezTo>
                  <a:cubicBezTo>
                    <a:pt x="414" y="29"/>
                    <a:pt x="415" y="29"/>
                    <a:pt x="414" y="29"/>
                  </a:cubicBezTo>
                  <a:cubicBezTo>
                    <a:pt x="414" y="28"/>
                    <a:pt x="413" y="30"/>
                    <a:pt x="413" y="29"/>
                  </a:cubicBezTo>
                  <a:cubicBezTo>
                    <a:pt x="413" y="28"/>
                    <a:pt x="412" y="28"/>
                    <a:pt x="411" y="27"/>
                  </a:cubicBezTo>
                  <a:cubicBezTo>
                    <a:pt x="410" y="27"/>
                    <a:pt x="410" y="27"/>
                    <a:pt x="410" y="27"/>
                  </a:cubicBezTo>
                  <a:cubicBezTo>
                    <a:pt x="410" y="27"/>
                    <a:pt x="410" y="27"/>
                    <a:pt x="410" y="27"/>
                  </a:cubicBezTo>
                  <a:cubicBezTo>
                    <a:pt x="410" y="27"/>
                    <a:pt x="410" y="27"/>
                    <a:pt x="410" y="27"/>
                  </a:cubicBezTo>
                  <a:cubicBezTo>
                    <a:pt x="408" y="26"/>
                    <a:pt x="408" y="26"/>
                    <a:pt x="408" y="26"/>
                  </a:cubicBezTo>
                  <a:cubicBezTo>
                    <a:pt x="407" y="26"/>
                    <a:pt x="407" y="26"/>
                    <a:pt x="407" y="26"/>
                  </a:cubicBezTo>
                  <a:cubicBezTo>
                    <a:pt x="399" y="23"/>
                    <a:pt x="390" y="21"/>
                    <a:pt x="383" y="20"/>
                  </a:cubicBezTo>
                  <a:cubicBezTo>
                    <a:pt x="376" y="19"/>
                    <a:pt x="370" y="18"/>
                    <a:pt x="363" y="17"/>
                  </a:cubicBezTo>
                  <a:cubicBezTo>
                    <a:pt x="342" y="15"/>
                    <a:pt x="321" y="16"/>
                    <a:pt x="300" y="17"/>
                  </a:cubicBezTo>
                  <a:cubicBezTo>
                    <a:pt x="288" y="18"/>
                    <a:pt x="273" y="20"/>
                    <a:pt x="262" y="22"/>
                  </a:cubicBezTo>
                  <a:cubicBezTo>
                    <a:pt x="249" y="24"/>
                    <a:pt x="236" y="27"/>
                    <a:pt x="224" y="30"/>
                  </a:cubicBezTo>
                  <a:cubicBezTo>
                    <a:pt x="217" y="32"/>
                    <a:pt x="210" y="34"/>
                    <a:pt x="203" y="36"/>
                  </a:cubicBezTo>
                  <a:cubicBezTo>
                    <a:pt x="196" y="38"/>
                    <a:pt x="196" y="38"/>
                    <a:pt x="196" y="38"/>
                  </a:cubicBezTo>
                  <a:cubicBezTo>
                    <a:pt x="190" y="41"/>
                    <a:pt x="183" y="43"/>
                    <a:pt x="176" y="46"/>
                  </a:cubicBezTo>
                  <a:cubicBezTo>
                    <a:pt x="170" y="49"/>
                    <a:pt x="164" y="51"/>
                    <a:pt x="157" y="54"/>
                  </a:cubicBezTo>
                  <a:cubicBezTo>
                    <a:pt x="148" y="58"/>
                    <a:pt x="138" y="64"/>
                    <a:pt x="127" y="70"/>
                  </a:cubicBezTo>
                  <a:cubicBezTo>
                    <a:pt x="117" y="77"/>
                    <a:pt x="106" y="84"/>
                    <a:pt x="96" y="92"/>
                  </a:cubicBezTo>
                  <a:cubicBezTo>
                    <a:pt x="93" y="94"/>
                    <a:pt x="93" y="94"/>
                    <a:pt x="93" y="94"/>
                  </a:cubicBezTo>
                  <a:cubicBezTo>
                    <a:pt x="80" y="104"/>
                    <a:pt x="69" y="115"/>
                    <a:pt x="59" y="125"/>
                  </a:cubicBezTo>
                  <a:cubicBezTo>
                    <a:pt x="47" y="138"/>
                    <a:pt x="34" y="155"/>
                    <a:pt x="26" y="171"/>
                  </a:cubicBezTo>
                  <a:cubicBezTo>
                    <a:pt x="19" y="186"/>
                    <a:pt x="14" y="201"/>
                    <a:pt x="14" y="217"/>
                  </a:cubicBezTo>
                  <a:cubicBezTo>
                    <a:pt x="15" y="222"/>
                    <a:pt x="15" y="229"/>
                    <a:pt x="17" y="234"/>
                  </a:cubicBezTo>
                  <a:cubicBezTo>
                    <a:pt x="19" y="239"/>
                    <a:pt x="22" y="244"/>
                    <a:pt x="26" y="249"/>
                  </a:cubicBezTo>
                  <a:cubicBezTo>
                    <a:pt x="28" y="252"/>
                    <a:pt x="31" y="255"/>
                    <a:pt x="35" y="258"/>
                  </a:cubicBezTo>
                  <a:cubicBezTo>
                    <a:pt x="40" y="261"/>
                    <a:pt x="45" y="264"/>
                    <a:pt x="51" y="267"/>
                  </a:cubicBezTo>
                  <a:cubicBezTo>
                    <a:pt x="61" y="272"/>
                    <a:pt x="72" y="276"/>
                    <a:pt x="84" y="279"/>
                  </a:cubicBezTo>
                  <a:cubicBezTo>
                    <a:pt x="95" y="282"/>
                    <a:pt x="106" y="284"/>
                    <a:pt x="117" y="285"/>
                  </a:cubicBezTo>
                  <a:cubicBezTo>
                    <a:pt x="121" y="286"/>
                    <a:pt x="125" y="286"/>
                    <a:pt x="129" y="287"/>
                  </a:cubicBezTo>
                  <a:cubicBezTo>
                    <a:pt x="131" y="287"/>
                    <a:pt x="134" y="287"/>
                    <a:pt x="137" y="287"/>
                  </a:cubicBezTo>
                  <a:cubicBezTo>
                    <a:pt x="150" y="289"/>
                    <a:pt x="168" y="290"/>
                    <a:pt x="184" y="291"/>
                  </a:cubicBezTo>
                  <a:cubicBezTo>
                    <a:pt x="206" y="291"/>
                    <a:pt x="227" y="291"/>
                    <a:pt x="251" y="289"/>
                  </a:cubicBezTo>
                  <a:cubicBezTo>
                    <a:pt x="268" y="287"/>
                    <a:pt x="287" y="285"/>
                    <a:pt x="306" y="281"/>
                  </a:cubicBezTo>
                  <a:cubicBezTo>
                    <a:pt x="331" y="276"/>
                    <a:pt x="357" y="268"/>
                    <a:pt x="381" y="259"/>
                  </a:cubicBezTo>
                  <a:cubicBezTo>
                    <a:pt x="395" y="254"/>
                    <a:pt x="407" y="248"/>
                    <a:pt x="419" y="241"/>
                  </a:cubicBezTo>
                  <a:cubicBezTo>
                    <a:pt x="430" y="233"/>
                    <a:pt x="440" y="224"/>
                    <a:pt x="449" y="215"/>
                  </a:cubicBezTo>
                  <a:cubicBezTo>
                    <a:pt x="450" y="214"/>
                    <a:pt x="451" y="213"/>
                    <a:pt x="453" y="211"/>
                  </a:cubicBezTo>
                  <a:cubicBezTo>
                    <a:pt x="455" y="209"/>
                    <a:pt x="454" y="210"/>
                    <a:pt x="456" y="207"/>
                  </a:cubicBezTo>
                  <a:cubicBezTo>
                    <a:pt x="458" y="205"/>
                    <a:pt x="457" y="207"/>
                    <a:pt x="458" y="205"/>
                  </a:cubicBezTo>
                  <a:cubicBezTo>
                    <a:pt x="464" y="198"/>
                    <a:pt x="464" y="198"/>
                    <a:pt x="464" y="198"/>
                  </a:cubicBezTo>
                  <a:cubicBezTo>
                    <a:pt x="465" y="197"/>
                    <a:pt x="466" y="196"/>
                    <a:pt x="467" y="195"/>
                  </a:cubicBezTo>
                  <a:cubicBezTo>
                    <a:pt x="467" y="194"/>
                    <a:pt x="468" y="193"/>
                    <a:pt x="469" y="192"/>
                  </a:cubicBezTo>
                  <a:cubicBezTo>
                    <a:pt x="472" y="187"/>
                    <a:pt x="475" y="182"/>
                    <a:pt x="477" y="177"/>
                  </a:cubicBezTo>
                  <a:cubicBezTo>
                    <a:pt x="482" y="167"/>
                    <a:pt x="486" y="156"/>
                    <a:pt x="487" y="146"/>
                  </a:cubicBezTo>
                  <a:cubicBezTo>
                    <a:pt x="487" y="143"/>
                    <a:pt x="487" y="146"/>
                    <a:pt x="488" y="144"/>
                  </a:cubicBezTo>
                  <a:cubicBezTo>
                    <a:pt x="488" y="142"/>
                    <a:pt x="488" y="141"/>
                    <a:pt x="487" y="139"/>
                  </a:cubicBezTo>
                  <a:cubicBezTo>
                    <a:pt x="487" y="137"/>
                    <a:pt x="487" y="136"/>
                    <a:pt x="487" y="134"/>
                  </a:cubicBezTo>
                  <a:cubicBezTo>
                    <a:pt x="487" y="130"/>
                    <a:pt x="486" y="126"/>
                    <a:pt x="485" y="123"/>
                  </a:cubicBezTo>
                  <a:cubicBezTo>
                    <a:pt x="483" y="115"/>
                    <a:pt x="480" y="108"/>
                    <a:pt x="475" y="103"/>
                  </a:cubicBezTo>
                  <a:cubicBezTo>
                    <a:pt x="472" y="98"/>
                    <a:pt x="467" y="94"/>
                    <a:pt x="462" y="91"/>
                  </a:cubicBezTo>
                  <a:cubicBezTo>
                    <a:pt x="460" y="90"/>
                    <a:pt x="461" y="90"/>
                    <a:pt x="460" y="90"/>
                  </a:cubicBezTo>
                  <a:cubicBezTo>
                    <a:pt x="458" y="89"/>
                    <a:pt x="459" y="89"/>
                    <a:pt x="458" y="88"/>
                  </a:cubicBezTo>
                  <a:cubicBezTo>
                    <a:pt x="456" y="87"/>
                    <a:pt x="456" y="87"/>
                    <a:pt x="456" y="87"/>
                  </a:cubicBezTo>
                  <a:cubicBezTo>
                    <a:pt x="453" y="86"/>
                    <a:pt x="453" y="86"/>
                    <a:pt x="453" y="86"/>
                  </a:cubicBezTo>
                  <a:cubicBezTo>
                    <a:pt x="439" y="78"/>
                    <a:pt x="424" y="72"/>
                    <a:pt x="409" y="67"/>
                  </a:cubicBezTo>
                  <a:cubicBezTo>
                    <a:pt x="406" y="66"/>
                    <a:pt x="406" y="66"/>
                    <a:pt x="402" y="64"/>
                  </a:cubicBezTo>
                  <a:cubicBezTo>
                    <a:pt x="398" y="63"/>
                    <a:pt x="399" y="63"/>
                    <a:pt x="396" y="63"/>
                  </a:cubicBezTo>
                  <a:cubicBezTo>
                    <a:pt x="395" y="63"/>
                    <a:pt x="392" y="61"/>
                    <a:pt x="391" y="61"/>
                  </a:cubicBezTo>
                  <a:cubicBezTo>
                    <a:pt x="390" y="61"/>
                    <a:pt x="391" y="61"/>
                    <a:pt x="391" y="61"/>
                  </a:cubicBezTo>
                  <a:cubicBezTo>
                    <a:pt x="388" y="60"/>
                    <a:pt x="378" y="58"/>
                    <a:pt x="373" y="57"/>
                  </a:cubicBezTo>
                  <a:cubicBezTo>
                    <a:pt x="366" y="56"/>
                    <a:pt x="358" y="54"/>
                    <a:pt x="350" y="53"/>
                  </a:cubicBezTo>
                  <a:cubicBezTo>
                    <a:pt x="358" y="54"/>
                    <a:pt x="365" y="55"/>
                    <a:pt x="367" y="55"/>
                  </a:cubicBezTo>
                  <a:cubicBezTo>
                    <a:pt x="359" y="53"/>
                    <a:pt x="344" y="52"/>
                    <a:pt x="336" y="51"/>
                  </a:cubicBezTo>
                  <a:cubicBezTo>
                    <a:pt x="318" y="50"/>
                    <a:pt x="294" y="52"/>
                    <a:pt x="273" y="56"/>
                  </a:cubicBezTo>
                  <a:cubicBezTo>
                    <a:pt x="272" y="56"/>
                    <a:pt x="271" y="56"/>
                    <a:pt x="271" y="56"/>
                  </a:cubicBezTo>
                  <a:cubicBezTo>
                    <a:pt x="265" y="57"/>
                    <a:pt x="265" y="57"/>
                    <a:pt x="265" y="57"/>
                  </a:cubicBezTo>
                  <a:cubicBezTo>
                    <a:pt x="264" y="58"/>
                    <a:pt x="264" y="58"/>
                    <a:pt x="264" y="58"/>
                  </a:cubicBezTo>
                  <a:cubicBezTo>
                    <a:pt x="264" y="58"/>
                    <a:pt x="263" y="58"/>
                    <a:pt x="262" y="58"/>
                  </a:cubicBezTo>
                  <a:cubicBezTo>
                    <a:pt x="264" y="58"/>
                    <a:pt x="264" y="58"/>
                    <a:pt x="264" y="58"/>
                  </a:cubicBezTo>
                  <a:cubicBezTo>
                    <a:pt x="265" y="57"/>
                    <a:pt x="265" y="57"/>
                    <a:pt x="265" y="57"/>
                  </a:cubicBezTo>
                  <a:cubicBezTo>
                    <a:pt x="266" y="57"/>
                    <a:pt x="266" y="57"/>
                    <a:pt x="266" y="57"/>
                  </a:cubicBezTo>
                  <a:cubicBezTo>
                    <a:pt x="266" y="57"/>
                    <a:pt x="266" y="57"/>
                    <a:pt x="266" y="57"/>
                  </a:cubicBezTo>
                  <a:cubicBezTo>
                    <a:pt x="267" y="57"/>
                    <a:pt x="267" y="57"/>
                    <a:pt x="267" y="57"/>
                  </a:cubicBezTo>
                  <a:cubicBezTo>
                    <a:pt x="288" y="53"/>
                    <a:pt x="309" y="50"/>
                    <a:pt x="330" y="51"/>
                  </a:cubicBezTo>
                  <a:cubicBezTo>
                    <a:pt x="335" y="51"/>
                    <a:pt x="343" y="51"/>
                    <a:pt x="352" y="52"/>
                  </a:cubicBezTo>
                  <a:cubicBezTo>
                    <a:pt x="362" y="53"/>
                    <a:pt x="371" y="55"/>
                    <a:pt x="378" y="57"/>
                  </a:cubicBezTo>
                  <a:cubicBezTo>
                    <a:pt x="387" y="58"/>
                    <a:pt x="391" y="59"/>
                    <a:pt x="387" y="58"/>
                  </a:cubicBezTo>
                  <a:cubicBezTo>
                    <a:pt x="376" y="55"/>
                    <a:pt x="367" y="53"/>
                    <a:pt x="356" y="52"/>
                  </a:cubicBezTo>
                  <a:cubicBezTo>
                    <a:pt x="354" y="51"/>
                    <a:pt x="352" y="51"/>
                    <a:pt x="355" y="51"/>
                  </a:cubicBezTo>
                  <a:cubicBezTo>
                    <a:pt x="377" y="53"/>
                    <a:pt x="401" y="60"/>
                    <a:pt x="418" y="66"/>
                  </a:cubicBezTo>
                  <a:cubicBezTo>
                    <a:pt x="428" y="70"/>
                    <a:pt x="428" y="70"/>
                    <a:pt x="428" y="70"/>
                  </a:cubicBezTo>
                  <a:cubicBezTo>
                    <a:pt x="430" y="70"/>
                    <a:pt x="431" y="71"/>
                    <a:pt x="432" y="71"/>
                  </a:cubicBezTo>
                  <a:cubicBezTo>
                    <a:pt x="432" y="71"/>
                    <a:pt x="430" y="70"/>
                    <a:pt x="430" y="70"/>
                  </a:cubicBezTo>
                  <a:cubicBezTo>
                    <a:pt x="411" y="62"/>
                    <a:pt x="395" y="56"/>
                    <a:pt x="374" y="52"/>
                  </a:cubicBezTo>
                  <a:cubicBezTo>
                    <a:pt x="371" y="51"/>
                    <a:pt x="368" y="51"/>
                    <a:pt x="365" y="50"/>
                  </a:cubicBezTo>
                  <a:cubicBezTo>
                    <a:pt x="358" y="49"/>
                    <a:pt x="347" y="48"/>
                    <a:pt x="338" y="47"/>
                  </a:cubicBezTo>
                  <a:cubicBezTo>
                    <a:pt x="336" y="47"/>
                    <a:pt x="337" y="47"/>
                    <a:pt x="336" y="47"/>
                  </a:cubicBezTo>
                  <a:cubicBezTo>
                    <a:pt x="315" y="46"/>
                    <a:pt x="296" y="48"/>
                    <a:pt x="277" y="51"/>
                  </a:cubicBezTo>
                  <a:cubicBezTo>
                    <a:pt x="293" y="48"/>
                    <a:pt x="310" y="47"/>
                    <a:pt x="325" y="47"/>
                  </a:cubicBezTo>
                  <a:cubicBezTo>
                    <a:pt x="327" y="47"/>
                    <a:pt x="328" y="46"/>
                    <a:pt x="330" y="46"/>
                  </a:cubicBezTo>
                  <a:cubicBezTo>
                    <a:pt x="343" y="47"/>
                    <a:pt x="363" y="49"/>
                    <a:pt x="379" y="52"/>
                  </a:cubicBezTo>
                  <a:cubicBezTo>
                    <a:pt x="381" y="52"/>
                    <a:pt x="382" y="52"/>
                    <a:pt x="375" y="51"/>
                  </a:cubicBezTo>
                  <a:cubicBezTo>
                    <a:pt x="377" y="51"/>
                    <a:pt x="378" y="51"/>
                    <a:pt x="381" y="52"/>
                  </a:cubicBezTo>
                  <a:cubicBezTo>
                    <a:pt x="381" y="52"/>
                    <a:pt x="380" y="52"/>
                    <a:pt x="379" y="52"/>
                  </a:cubicBezTo>
                  <a:cubicBezTo>
                    <a:pt x="388" y="53"/>
                    <a:pt x="389" y="54"/>
                    <a:pt x="398" y="56"/>
                  </a:cubicBezTo>
                  <a:cubicBezTo>
                    <a:pt x="399" y="56"/>
                    <a:pt x="400" y="56"/>
                    <a:pt x="399" y="56"/>
                  </a:cubicBezTo>
                  <a:cubicBezTo>
                    <a:pt x="392" y="54"/>
                    <a:pt x="385" y="52"/>
                    <a:pt x="379" y="51"/>
                  </a:cubicBezTo>
                  <a:cubicBezTo>
                    <a:pt x="375" y="50"/>
                    <a:pt x="372" y="50"/>
                    <a:pt x="369" y="49"/>
                  </a:cubicBezTo>
                  <a:cubicBezTo>
                    <a:pt x="367" y="49"/>
                    <a:pt x="367" y="49"/>
                    <a:pt x="365" y="48"/>
                  </a:cubicBezTo>
                  <a:cubicBezTo>
                    <a:pt x="363" y="48"/>
                    <a:pt x="360" y="48"/>
                    <a:pt x="358" y="48"/>
                  </a:cubicBezTo>
                  <a:cubicBezTo>
                    <a:pt x="353" y="47"/>
                    <a:pt x="353" y="47"/>
                    <a:pt x="353" y="47"/>
                  </a:cubicBezTo>
                  <a:cubicBezTo>
                    <a:pt x="345" y="46"/>
                    <a:pt x="336" y="46"/>
                    <a:pt x="327" y="45"/>
                  </a:cubicBezTo>
                  <a:cubicBezTo>
                    <a:pt x="321" y="45"/>
                    <a:pt x="314" y="45"/>
                    <a:pt x="307" y="46"/>
                  </a:cubicBezTo>
                  <a:cubicBezTo>
                    <a:pt x="310" y="45"/>
                    <a:pt x="315" y="45"/>
                    <a:pt x="320" y="45"/>
                  </a:cubicBezTo>
                  <a:cubicBezTo>
                    <a:pt x="337" y="45"/>
                    <a:pt x="357" y="46"/>
                    <a:pt x="371" y="49"/>
                  </a:cubicBezTo>
                  <a:cubicBezTo>
                    <a:pt x="372" y="49"/>
                    <a:pt x="369" y="48"/>
                    <a:pt x="368" y="48"/>
                  </a:cubicBezTo>
                  <a:cubicBezTo>
                    <a:pt x="363" y="47"/>
                    <a:pt x="360" y="47"/>
                    <a:pt x="356" y="46"/>
                  </a:cubicBezTo>
                  <a:cubicBezTo>
                    <a:pt x="354" y="46"/>
                    <a:pt x="357" y="46"/>
                    <a:pt x="355" y="46"/>
                  </a:cubicBezTo>
                  <a:cubicBezTo>
                    <a:pt x="345" y="45"/>
                    <a:pt x="335" y="45"/>
                    <a:pt x="323" y="45"/>
                  </a:cubicBezTo>
                  <a:cubicBezTo>
                    <a:pt x="322" y="44"/>
                    <a:pt x="319" y="44"/>
                    <a:pt x="321" y="44"/>
                  </a:cubicBezTo>
                  <a:cubicBezTo>
                    <a:pt x="319" y="44"/>
                    <a:pt x="319" y="44"/>
                    <a:pt x="317" y="44"/>
                  </a:cubicBezTo>
                  <a:cubicBezTo>
                    <a:pt x="314" y="44"/>
                    <a:pt x="318" y="44"/>
                    <a:pt x="317" y="44"/>
                  </a:cubicBezTo>
                  <a:cubicBezTo>
                    <a:pt x="314" y="44"/>
                    <a:pt x="310" y="45"/>
                    <a:pt x="308" y="45"/>
                  </a:cubicBezTo>
                  <a:cubicBezTo>
                    <a:pt x="294" y="46"/>
                    <a:pt x="282" y="47"/>
                    <a:pt x="266" y="50"/>
                  </a:cubicBezTo>
                  <a:cubicBezTo>
                    <a:pt x="276" y="48"/>
                    <a:pt x="290" y="46"/>
                    <a:pt x="305" y="45"/>
                  </a:cubicBezTo>
                  <a:cubicBezTo>
                    <a:pt x="308" y="44"/>
                    <a:pt x="304" y="45"/>
                    <a:pt x="307" y="44"/>
                  </a:cubicBezTo>
                  <a:cubicBezTo>
                    <a:pt x="311" y="44"/>
                    <a:pt x="314" y="44"/>
                    <a:pt x="318" y="44"/>
                  </a:cubicBezTo>
                  <a:cubicBezTo>
                    <a:pt x="328" y="44"/>
                    <a:pt x="328" y="44"/>
                    <a:pt x="328" y="44"/>
                  </a:cubicBezTo>
                  <a:cubicBezTo>
                    <a:pt x="333" y="44"/>
                    <a:pt x="338" y="44"/>
                    <a:pt x="343" y="44"/>
                  </a:cubicBezTo>
                  <a:cubicBezTo>
                    <a:pt x="348" y="45"/>
                    <a:pt x="351" y="45"/>
                    <a:pt x="356" y="45"/>
                  </a:cubicBezTo>
                  <a:cubicBezTo>
                    <a:pt x="358" y="46"/>
                    <a:pt x="358" y="45"/>
                    <a:pt x="361" y="46"/>
                  </a:cubicBezTo>
                  <a:cubicBezTo>
                    <a:pt x="362" y="46"/>
                    <a:pt x="357" y="45"/>
                    <a:pt x="360" y="45"/>
                  </a:cubicBezTo>
                  <a:cubicBezTo>
                    <a:pt x="363" y="46"/>
                    <a:pt x="360" y="45"/>
                    <a:pt x="362" y="46"/>
                  </a:cubicBezTo>
                  <a:cubicBezTo>
                    <a:pt x="365" y="46"/>
                    <a:pt x="366" y="46"/>
                    <a:pt x="368" y="46"/>
                  </a:cubicBezTo>
                  <a:cubicBezTo>
                    <a:pt x="375" y="48"/>
                    <a:pt x="382" y="49"/>
                    <a:pt x="389" y="51"/>
                  </a:cubicBezTo>
                  <a:cubicBezTo>
                    <a:pt x="391" y="51"/>
                    <a:pt x="386" y="50"/>
                    <a:pt x="388" y="50"/>
                  </a:cubicBezTo>
                  <a:cubicBezTo>
                    <a:pt x="391" y="51"/>
                    <a:pt x="401" y="54"/>
                    <a:pt x="403" y="54"/>
                  </a:cubicBezTo>
                  <a:cubicBezTo>
                    <a:pt x="411" y="57"/>
                    <a:pt x="415" y="58"/>
                    <a:pt x="424" y="61"/>
                  </a:cubicBezTo>
                  <a:cubicBezTo>
                    <a:pt x="427" y="63"/>
                    <a:pt x="424" y="61"/>
                    <a:pt x="426" y="62"/>
                  </a:cubicBezTo>
                  <a:cubicBezTo>
                    <a:pt x="431" y="64"/>
                    <a:pt x="434" y="65"/>
                    <a:pt x="440" y="68"/>
                  </a:cubicBezTo>
                  <a:cubicBezTo>
                    <a:pt x="444" y="69"/>
                    <a:pt x="450" y="72"/>
                    <a:pt x="455" y="75"/>
                  </a:cubicBezTo>
                  <a:cubicBezTo>
                    <a:pt x="455" y="74"/>
                    <a:pt x="452" y="73"/>
                    <a:pt x="449" y="71"/>
                  </a:cubicBezTo>
                  <a:cubicBezTo>
                    <a:pt x="451" y="72"/>
                    <a:pt x="456" y="75"/>
                    <a:pt x="458" y="76"/>
                  </a:cubicBezTo>
                  <a:cubicBezTo>
                    <a:pt x="466" y="80"/>
                    <a:pt x="473" y="84"/>
                    <a:pt x="480" y="91"/>
                  </a:cubicBezTo>
                  <a:cubicBezTo>
                    <a:pt x="486" y="97"/>
                    <a:pt x="492" y="105"/>
                    <a:pt x="495" y="116"/>
                  </a:cubicBezTo>
                  <a:cubicBezTo>
                    <a:pt x="496" y="119"/>
                    <a:pt x="497" y="120"/>
                    <a:pt x="498" y="123"/>
                  </a:cubicBezTo>
                  <a:cubicBezTo>
                    <a:pt x="498" y="124"/>
                    <a:pt x="498" y="124"/>
                    <a:pt x="498" y="123"/>
                  </a:cubicBezTo>
                  <a:cubicBezTo>
                    <a:pt x="498" y="126"/>
                    <a:pt x="499" y="130"/>
                    <a:pt x="499" y="134"/>
                  </a:cubicBezTo>
                  <a:cubicBezTo>
                    <a:pt x="500" y="136"/>
                    <a:pt x="500" y="139"/>
                    <a:pt x="500" y="141"/>
                  </a:cubicBezTo>
                  <a:cubicBezTo>
                    <a:pt x="500" y="143"/>
                    <a:pt x="500" y="146"/>
                    <a:pt x="500" y="148"/>
                  </a:cubicBezTo>
                  <a:close/>
                  <a:moveTo>
                    <a:pt x="385" y="50"/>
                  </a:moveTo>
                  <a:cubicBezTo>
                    <a:pt x="380" y="49"/>
                    <a:pt x="378" y="49"/>
                    <a:pt x="371" y="47"/>
                  </a:cubicBezTo>
                  <a:cubicBezTo>
                    <a:pt x="369" y="47"/>
                    <a:pt x="367" y="47"/>
                    <a:pt x="364" y="46"/>
                  </a:cubicBezTo>
                  <a:cubicBezTo>
                    <a:pt x="363" y="47"/>
                    <a:pt x="354" y="45"/>
                    <a:pt x="354" y="46"/>
                  </a:cubicBezTo>
                  <a:cubicBezTo>
                    <a:pt x="359" y="46"/>
                    <a:pt x="362" y="47"/>
                    <a:pt x="365" y="47"/>
                  </a:cubicBezTo>
                  <a:cubicBezTo>
                    <a:pt x="367" y="47"/>
                    <a:pt x="364" y="47"/>
                    <a:pt x="366" y="47"/>
                  </a:cubicBezTo>
                  <a:cubicBezTo>
                    <a:pt x="370" y="48"/>
                    <a:pt x="380" y="49"/>
                    <a:pt x="386" y="51"/>
                  </a:cubicBezTo>
                  <a:cubicBezTo>
                    <a:pt x="386" y="51"/>
                    <a:pt x="384" y="50"/>
                    <a:pt x="385" y="50"/>
                  </a:cubicBezTo>
                  <a:close/>
                  <a:moveTo>
                    <a:pt x="387" y="51"/>
                  </a:moveTo>
                  <a:cubicBezTo>
                    <a:pt x="387" y="51"/>
                    <a:pt x="388" y="51"/>
                    <a:pt x="388" y="51"/>
                  </a:cubicBezTo>
                  <a:cubicBezTo>
                    <a:pt x="392" y="52"/>
                    <a:pt x="389" y="51"/>
                    <a:pt x="387" y="51"/>
                  </a:cubicBezTo>
                  <a:close/>
                  <a:moveTo>
                    <a:pt x="391" y="61"/>
                  </a:moveTo>
                  <a:cubicBezTo>
                    <a:pt x="391" y="61"/>
                    <a:pt x="391" y="61"/>
                    <a:pt x="391" y="61"/>
                  </a:cubicBezTo>
                  <a:cubicBezTo>
                    <a:pt x="391" y="61"/>
                    <a:pt x="391" y="61"/>
                    <a:pt x="391" y="61"/>
                  </a:cubicBezTo>
                  <a:close/>
                </a:path>
              </a:pathLst>
            </a:custGeom>
            <a:solidFill>
              <a:srgbClr val="008000"/>
            </a:solidFill>
            <a:ln>
              <a:solidFill>
                <a:srgbClr val="008000"/>
              </a:solidFill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501"/>
            <p:cNvSpPr>
              <a:spLocks noEditPoints="1"/>
            </p:cNvSpPr>
            <p:nvPr/>
          </p:nvSpPr>
          <p:spPr bwMode="auto">
            <a:xfrm rot="19800000">
              <a:off x="5311773" y="4125953"/>
              <a:ext cx="1247098" cy="1451565"/>
            </a:xfrm>
            <a:custGeom>
              <a:avLst/>
              <a:gdLst>
                <a:gd name="T0" fmla="*/ 450 w 500"/>
                <a:gd name="T1" fmla="*/ 71 h 305"/>
                <a:gd name="T2" fmla="*/ 422 w 500"/>
                <a:gd name="T3" fmla="*/ 60 h 305"/>
                <a:gd name="T4" fmla="*/ 366 w 500"/>
                <a:gd name="T5" fmla="*/ 54 h 305"/>
                <a:gd name="T6" fmla="*/ 299 w 500"/>
                <a:gd name="T7" fmla="*/ 46 h 305"/>
                <a:gd name="T8" fmla="*/ 265 w 500"/>
                <a:gd name="T9" fmla="*/ 53 h 305"/>
                <a:gd name="T10" fmla="*/ 264 w 500"/>
                <a:gd name="T11" fmla="*/ 53 h 305"/>
                <a:gd name="T12" fmla="*/ 265 w 500"/>
                <a:gd name="T13" fmla="*/ 51 h 305"/>
                <a:gd name="T14" fmla="*/ 265 w 500"/>
                <a:gd name="T15" fmla="*/ 51 h 305"/>
                <a:gd name="T16" fmla="*/ 264 w 500"/>
                <a:gd name="T17" fmla="*/ 51 h 305"/>
                <a:gd name="T18" fmla="*/ 265 w 500"/>
                <a:gd name="T19" fmla="*/ 58 h 305"/>
                <a:gd name="T20" fmla="*/ 263 w 500"/>
                <a:gd name="T21" fmla="*/ 51 h 305"/>
                <a:gd name="T22" fmla="*/ 262 w 500"/>
                <a:gd name="T23" fmla="*/ 53 h 305"/>
                <a:gd name="T24" fmla="*/ 262 w 500"/>
                <a:gd name="T25" fmla="*/ 56 h 305"/>
                <a:gd name="T26" fmla="*/ 262 w 500"/>
                <a:gd name="T27" fmla="*/ 58 h 305"/>
                <a:gd name="T28" fmla="*/ 339 w 500"/>
                <a:gd name="T29" fmla="*/ 54 h 305"/>
                <a:gd name="T30" fmla="*/ 264 w 500"/>
                <a:gd name="T31" fmla="*/ 56 h 305"/>
                <a:gd name="T32" fmla="*/ 263 w 500"/>
                <a:gd name="T33" fmla="*/ 56 h 305"/>
                <a:gd name="T34" fmla="*/ 260 w 500"/>
                <a:gd name="T35" fmla="*/ 52 h 305"/>
                <a:gd name="T36" fmla="*/ 263 w 500"/>
                <a:gd name="T37" fmla="*/ 52 h 305"/>
                <a:gd name="T38" fmla="*/ 494 w 500"/>
                <a:gd name="T39" fmla="*/ 169 h 305"/>
                <a:gd name="T40" fmla="*/ 465 w 500"/>
                <a:gd name="T41" fmla="*/ 217 h 305"/>
                <a:gd name="T42" fmla="*/ 167 w 500"/>
                <a:gd name="T43" fmla="*/ 304 h 305"/>
                <a:gd name="T44" fmla="*/ 2 w 500"/>
                <a:gd name="T45" fmla="*/ 232 h 305"/>
                <a:gd name="T46" fmla="*/ 61 w 500"/>
                <a:gd name="T47" fmla="*/ 102 h 305"/>
                <a:gd name="T48" fmla="*/ 180 w 500"/>
                <a:gd name="T49" fmla="*/ 28 h 305"/>
                <a:gd name="T50" fmla="*/ 304 w 500"/>
                <a:gd name="T51" fmla="*/ 1 h 305"/>
                <a:gd name="T52" fmla="*/ 398 w 500"/>
                <a:gd name="T53" fmla="*/ 6 h 305"/>
                <a:gd name="T54" fmla="*/ 416 w 500"/>
                <a:gd name="T55" fmla="*/ 12 h 305"/>
                <a:gd name="T56" fmla="*/ 424 w 500"/>
                <a:gd name="T57" fmla="*/ 14 h 305"/>
                <a:gd name="T58" fmla="*/ 431 w 500"/>
                <a:gd name="T59" fmla="*/ 19 h 305"/>
                <a:gd name="T60" fmla="*/ 431 w 500"/>
                <a:gd name="T61" fmla="*/ 26 h 305"/>
                <a:gd name="T62" fmla="*/ 423 w 500"/>
                <a:gd name="T63" fmla="*/ 32 h 305"/>
                <a:gd name="T64" fmla="*/ 416 w 500"/>
                <a:gd name="T65" fmla="*/ 31 h 305"/>
                <a:gd name="T66" fmla="*/ 411 w 500"/>
                <a:gd name="T67" fmla="*/ 27 h 305"/>
                <a:gd name="T68" fmla="*/ 383 w 500"/>
                <a:gd name="T69" fmla="*/ 20 h 305"/>
                <a:gd name="T70" fmla="*/ 196 w 500"/>
                <a:gd name="T71" fmla="*/ 38 h 305"/>
                <a:gd name="T72" fmla="*/ 59 w 500"/>
                <a:gd name="T73" fmla="*/ 125 h 305"/>
                <a:gd name="T74" fmla="*/ 51 w 500"/>
                <a:gd name="T75" fmla="*/ 267 h 305"/>
                <a:gd name="T76" fmla="*/ 251 w 500"/>
                <a:gd name="T77" fmla="*/ 289 h 305"/>
                <a:gd name="T78" fmla="*/ 456 w 500"/>
                <a:gd name="T79" fmla="*/ 207 h 305"/>
                <a:gd name="T80" fmla="*/ 487 w 500"/>
                <a:gd name="T81" fmla="*/ 146 h 305"/>
                <a:gd name="T82" fmla="*/ 462 w 500"/>
                <a:gd name="T83" fmla="*/ 91 h 305"/>
                <a:gd name="T84" fmla="*/ 402 w 500"/>
                <a:gd name="T85" fmla="*/ 64 h 305"/>
                <a:gd name="T86" fmla="*/ 367 w 500"/>
                <a:gd name="T87" fmla="*/ 55 h 305"/>
                <a:gd name="T88" fmla="*/ 262 w 500"/>
                <a:gd name="T89" fmla="*/ 58 h 305"/>
                <a:gd name="T90" fmla="*/ 330 w 500"/>
                <a:gd name="T91" fmla="*/ 51 h 305"/>
                <a:gd name="T92" fmla="*/ 418 w 500"/>
                <a:gd name="T93" fmla="*/ 66 h 305"/>
                <a:gd name="T94" fmla="*/ 338 w 500"/>
                <a:gd name="T95" fmla="*/ 47 h 305"/>
                <a:gd name="T96" fmla="*/ 375 w 500"/>
                <a:gd name="T97" fmla="*/ 51 h 305"/>
                <a:gd name="T98" fmla="*/ 369 w 500"/>
                <a:gd name="T99" fmla="*/ 49 h 305"/>
                <a:gd name="T100" fmla="*/ 320 w 500"/>
                <a:gd name="T101" fmla="*/ 45 h 305"/>
                <a:gd name="T102" fmla="*/ 321 w 500"/>
                <a:gd name="T103" fmla="*/ 44 h 305"/>
                <a:gd name="T104" fmla="*/ 307 w 500"/>
                <a:gd name="T105" fmla="*/ 44 h 305"/>
                <a:gd name="T106" fmla="*/ 360 w 500"/>
                <a:gd name="T107" fmla="*/ 45 h 305"/>
                <a:gd name="T108" fmla="*/ 424 w 500"/>
                <a:gd name="T109" fmla="*/ 61 h 305"/>
                <a:gd name="T110" fmla="*/ 480 w 500"/>
                <a:gd name="T111" fmla="*/ 91 h 305"/>
                <a:gd name="T112" fmla="*/ 500 w 500"/>
                <a:gd name="T113" fmla="*/ 148 h 305"/>
                <a:gd name="T114" fmla="*/ 366 w 500"/>
                <a:gd name="T115" fmla="*/ 47 h 305"/>
                <a:gd name="T116" fmla="*/ 391 w 500"/>
                <a:gd name="T117" fmla="*/ 61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00" h="305">
                  <a:moveTo>
                    <a:pt x="484" y="124"/>
                  </a:moveTo>
                  <a:cubicBezTo>
                    <a:pt x="485" y="125"/>
                    <a:pt x="485" y="127"/>
                    <a:pt x="485" y="128"/>
                  </a:cubicBezTo>
                  <a:lnTo>
                    <a:pt x="484" y="124"/>
                  </a:lnTo>
                  <a:close/>
                  <a:moveTo>
                    <a:pt x="450" y="71"/>
                  </a:moveTo>
                  <a:cubicBezTo>
                    <a:pt x="449" y="70"/>
                    <a:pt x="448" y="69"/>
                    <a:pt x="445" y="68"/>
                  </a:cubicBezTo>
                  <a:cubicBezTo>
                    <a:pt x="445" y="68"/>
                    <a:pt x="449" y="70"/>
                    <a:pt x="450" y="71"/>
                  </a:cubicBezTo>
                  <a:close/>
                  <a:moveTo>
                    <a:pt x="438" y="65"/>
                  </a:moveTo>
                  <a:cubicBezTo>
                    <a:pt x="440" y="66"/>
                    <a:pt x="443" y="67"/>
                    <a:pt x="443" y="67"/>
                  </a:cubicBezTo>
                  <a:cubicBezTo>
                    <a:pt x="442" y="67"/>
                    <a:pt x="438" y="65"/>
                    <a:pt x="438" y="65"/>
                  </a:cubicBezTo>
                  <a:close/>
                  <a:moveTo>
                    <a:pt x="422" y="60"/>
                  </a:moveTo>
                  <a:cubicBezTo>
                    <a:pt x="420" y="60"/>
                    <a:pt x="417" y="58"/>
                    <a:pt x="417" y="58"/>
                  </a:cubicBezTo>
                  <a:cubicBezTo>
                    <a:pt x="418" y="59"/>
                    <a:pt x="421" y="60"/>
                    <a:pt x="422" y="60"/>
                  </a:cubicBezTo>
                  <a:close/>
                  <a:moveTo>
                    <a:pt x="413" y="55"/>
                  </a:moveTo>
                  <a:cubicBezTo>
                    <a:pt x="410" y="54"/>
                    <a:pt x="405" y="52"/>
                    <a:pt x="404" y="52"/>
                  </a:cubicBezTo>
                  <a:cubicBezTo>
                    <a:pt x="408" y="53"/>
                    <a:pt x="411" y="54"/>
                    <a:pt x="413" y="55"/>
                  </a:cubicBezTo>
                  <a:close/>
                  <a:moveTo>
                    <a:pt x="366" y="54"/>
                  </a:moveTo>
                  <a:cubicBezTo>
                    <a:pt x="370" y="55"/>
                    <a:pt x="379" y="56"/>
                    <a:pt x="384" y="57"/>
                  </a:cubicBezTo>
                  <a:cubicBezTo>
                    <a:pt x="379" y="56"/>
                    <a:pt x="372" y="55"/>
                    <a:pt x="366" y="54"/>
                  </a:cubicBezTo>
                  <a:close/>
                  <a:moveTo>
                    <a:pt x="366" y="49"/>
                  </a:moveTo>
                  <a:cubicBezTo>
                    <a:pt x="361" y="48"/>
                    <a:pt x="361" y="48"/>
                    <a:pt x="361" y="48"/>
                  </a:cubicBezTo>
                  <a:cubicBezTo>
                    <a:pt x="359" y="48"/>
                    <a:pt x="347" y="47"/>
                    <a:pt x="348" y="47"/>
                  </a:cubicBezTo>
                  <a:cubicBezTo>
                    <a:pt x="356" y="47"/>
                    <a:pt x="366" y="49"/>
                    <a:pt x="372" y="50"/>
                  </a:cubicBezTo>
                  <a:cubicBezTo>
                    <a:pt x="370" y="50"/>
                    <a:pt x="368" y="50"/>
                    <a:pt x="366" y="49"/>
                  </a:cubicBezTo>
                  <a:close/>
                  <a:moveTo>
                    <a:pt x="299" y="46"/>
                  </a:moveTo>
                  <a:cubicBezTo>
                    <a:pt x="296" y="46"/>
                    <a:pt x="296" y="46"/>
                    <a:pt x="296" y="46"/>
                  </a:cubicBezTo>
                  <a:cubicBezTo>
                    <a:pt x="296" y="47"/>
                    <a:pt x="296" y="47"/>
                    <a:pt x="297" y="47"/>
                  </a:cubicBezTo>
                  <a:cubicBezTo>
                    <a:pt x="299" y="46"/>
                    <a:pt x="299" y="46"/>
                    <a:pt x="299" y="46"/>
                  </a:cubicBezTo>
                  <a:close/>
                  <a:moveTo>
                    <a:pt x="264" y="53"/>
                  </a:moveTo>
                  <a:cubicBezTo>
                    <a:pt x="264" y="53"/>
                    <a:pt x="264" y="53"/>
                    <a:pt x="264" y="53"/>
                  </a:cubicBezTo>
                  <a:cubicBezTo>
                    <a:pt x="264" y="53"/>
                    <a:pt x="265" y="53"/>
                    <a:pt x="265" y="53"/>
                  </a:cubicBezTo>
                  <a:cubicBezTo>
                    <a:pt x="265" y="53"/>
                    <a:pt x="265" y="53"/>
                    <a:pt x="265" y="53"/>
                  </a:cubicBezTo>
                  <a:cubicBezTo>
                    <a:pt x="269" y="52"/>
                    <a:pt x="269" y="52"/>
                    <a:pt x="269" y="52"/>
                  </a:cubicBezTo>
                  <a:lnTo>
                    <a:pt x="264" y="53"/>
                  </a:lnTo>
                  <a:close/>
                  <a:moveTo>
                    <a:pt x="264" y="53"/>
                  </a:moveTo>
                  <a:cubicBezTo>
                    <a:pt x="264" y="53"/>
                    <a:pt x="264" y="53"/>
                    <a:pt x="264" y="53"/>
                  </a:cubicBezTo>
                  <a:cubicBezTo>
                    <a:pt x="264" y="53"/>
                    <a:pt x="264" y="53"/>
                    <a:pt x="264" y="53"/>
                  </a:cubicBezTo>
                  <a:cubicBezTo>
                    <a:pt x="263" y="53"/>
                    <a:pt x="264" y="53"/>
                    <a:pt x="264" y="53"/>
                  </a:cubicBezTo>
                  <a:close/>
                  <a:moveTo>
                    <a:pt x="264" y="53"/>
                  </a:moveTo>
                  <a:cubicBezTo>
                    <a:pt x="264" y="53"/>
                    <a:pt x="264" y="53"/>
                    <a:pt x="264" y="53"/>
                  </a:cubicBezTo>
                  <a:cubicBezTo>
                    <a:pt x="264" y="53"/>
                    <a:pt x="264" y="53"/>
                    <a:pt x="264" y="53"/>
                  </a:cubicBezTo>
                  <a:cubicBezTo>
                    <a:pt x="264" y="53"/>
                    <a:pt x="264" y="53"/>
                    <a:pt x="264" y="53"/>
                  </a:cubicBezTo>
                  <a:close/>
                  <a:moveTo>
                    <a:pt x="265" y="51"/>
                  </a:moveTo>
                  <a:cubicBezTo>
                    <a:pt x="264" y="51"/>
                    <a:pt x="264" y="51"/>
                    <a:pt x="264" y="51"/>
                  </a:cubicBezTo>
                  <a:cubicBezTo>
                    <a:pt x="264" y="51"/>
                    <a:pt x="264" y="51"/>
                    <a:pt x="264" y="51"/>
                  </a:cubicBezTo>
                  <a:cubicBezTo>
                    <a:pt x="264" y="51"/>
                    <a:pt x="264" y="51"/>
                    <a:pt x="265" y="51"/>
                  </a:cubicBezTo>
                  <a:cubicBezTo>
                    <a:pt x="265" y="51"/>
                    <a:pt x="265" y="51"/>
                    <a:pt x="265" y="51"/>
                  </a:cubicBezTo>
                  <a:cubicBezTo>
                    <a:pt x="265" y="51"/>
                    <a:pt x="265" y="51"/>
                    <a:pt x="265" y="50"/>
                  </a:cubicBezTo>
                  <a:cubicBezTo>
                    <a:pt x="265" y="51"/>
                    <a:pt x="265" y="51"/>
                    <a:pt x="265" y="51"/>
                  </a:cubicBezTo>
                  <a:close/>
                  <a:moveTo>
                    <a:pt x="265" y="57"/>
                  </a:moveTo>
                  <a:cubicBezTo>
                    <a:pt x="265" y="57"/>
                    <a:pt x="265" y="57"/>
                    <a:pt x="265" y="57"/>
                  </a:cubicBezTo>
                  <a:cubicBezTo>
                    <a:pt x="265" y="57"/>
                    <a:pt x="265" y="57"/>
                    <a:pt x="265" y="57"/>
                  </a:cubicBezTo>
                  <a:close/>
                  <a:moveTo>
                    <a:pt x="264" y="51"/>
                  </a:moveTo>
                  <a:cubicBezTo>
                    <a:pt x="264" y="51"/>
                    <a:pt x="264" y="52"/>
                    <a:pt x="264" y="52"/>
                  </a:cubicBezTo>
                  <a:cubicBezTo>
                    <a:pt x="264" y="52"/>
                    <a:pt x="264" y="52"/>
                    <a:pt x="264" y="51"/>
                  </a:cubicBezTo>
                  <a:close/>
                  <a:moveTo>
                    <a:pt x="264" y="51"/>
                  </a:moveTo>
                  <a:cubicBezTo>
                    <a:pt x="264" y="51"/>
                    <a:pt x="264" y="51"/>
                    <a:pt x="264" y="51"/>
                  </a:cubicBezTo>
                  <a:cubicBezTo>
                    <a:pt x="264" y="51"/>
                    <a:pt x="264" y="51"/>
                    <a:pt x="264" y="51"/>
                  </a:cubicBezTo>
                  <a:close/>
                  <a:moveTo>
                    <a:pt x="265" y="58"/>
                  </a:moveTo>
                  <a:cubicBezTo>
                    <a:pt x="265" y="58"/>
                    <a:pt x="265" y="58"/>
                    <a:pt x="265" y="58"/>
                  </a:cubicBezTo>
                  <a:cubicBezTo>
                    <a:pt x="265" y="58"/>
                    <a:pt x="265" y="58"/>
                    <a:pt x="265" y="58"/>
                  </a:cubicBezTo>
                  <a:close/>
                  <a:moveTo>
                    <a:pt x="265" y="57"/>
                  </a:moveTo>
                  <a:cubicBezTo>
                    <a:pt x="264" y="57"/>
                    <a:pt x="264" y="57"/>
                    <a:pt x="264" y="57"/>
                  </a:cubicBezTo>
                  <a:cubicBezTo>
                    <a:pt x="264" y="57"/>
                    <a:pt x="265" y="57"/>
                    <a:pt x="265" y="57"/>
                  </a:cubicBezTo>
                  <a:close/>
                  <a:moveTo>
                    <a:pt x="263" y="51"/>
                  </a:moveTo>
                  <a:cubicBezTo>
                    <a:pt x="263" y="51"/>
                    <a:pt x="263" y="51"/>
                    <a:pt x="263" y="51"/>
                  </a:cubicBezTo>
                  <a:cubicBezTo>
                    <a:pt x="263" y="51"/>
                    <a:pt x="263" y="51"/>
                    <a:pt x="263" y="51"/>
                  </a:cubicBezTo>
                  <a:close/>
                  <a:moveTo>
                    <a:pt x="263" y="54"/>
                  </a:moveTo>
                  <a:cubicBezTo>
                    <a:pt x="263" y="54"/>
                    <a:pt x="263" y="53"/>
                    <a:pt x="263" y="53"/>
                  </a:cubicBezTo>
                  <a:cubicBezTo>
                    <a:pt x="263" y="53"/>
                    <a:pt x="263" y="53"/>
                    <a:pt x="263" y="54"/>
                  </a:cubicBezTo>
                  <a:close/>
                  <a:moveTo>
                    <a:pt x="262" y="53"/>
                  </a:moveTo>
                  <a:cubicBezTo>
                    <a:pt x="263" y="53"/>
                    <a:pt x="263" y="53"/>
                    <a:pt x="263" y="53"/>
                  </a:cubicBezTo>
                  <a:cubicBezTo>
                    <a:pt x="263" y="53"/>
                    <a:pt x="262" y="53"/>
                    <a:pt x="262" y="53"/>
                  </a:cubicBezTo>
                  <a:close/>
                  <a:moveTo>
                    <a:pt x="262" y="53"/>
                  </a:moveTo>
                  <a:cubicBezTo>
                    <a:pt x="262" y="52"/>
                    <a:pt x="262" y="53"/>
                    <a:pt x="262" y="53"/>
                  </a:cubicBezTo>
                  <a:cubicBezTo>
                    <a:pt x="262" y="53"/>
                    <a:pt x="262" y="52"/>
                    <a:pt x="262" y="52"/>
                  </a:cubicBezTo>
                  <a:cubicBezTo>
                    <a:pt x="262" y="53"/>
                    <a:pt x="262" y="53"/>
                    <a:pt x="262" y="53"/>
                  </a:cubicBezTo>
                  <a:close/>
                  <a:moveTo>
                    <a:pt x="262" y="56"/>
                  </a:moveTo>
                  <a:cubicBezTo>
                    <a:pt x="263" y="56"/>
                    <a:pt x="262" y="56"/>
                    <a:pt x="262" y="56"/>
                  </a:cubicBezTo>
                  <a:close/>
                  <a:moveTo>
                    <a:pt x="261" y="58"/>
                  </a:moveTo>
                  <a:cubicBezTo>
                    <a:pt x="262" y="58"/>
                    <a:pt x="262" y="58"/>
                    <a:pt x="262" y="58"/>
                  </a:cubicBezTo>
                  <a:cubicBezTo>
                    <a:pt x="262" y="58"/>
                    <a:pt x="261" y="58"/>
                    <a:pt x="261" y="58"/>
                  </a:cubicBezTo>
                  <a:close/>
                  <a:moveTo>
                    <a:pt x="262" y="58"/>
                  </a:moveTo>
                  <a:cubicBezTo>
                    <a:pt x="262" y="58"/>
                    <a:pt x="262" y="58"/>
                    <a:pt x="262" y="58"/>
                  </a:cubicBezTo>
                  <a:cubicBezTo>
                    <a:pt x="262" y="59"/>
                    <a:pt x="262" y="59"/>
                    <a:pt x="262" y="58"/>
                  </a:cubicBezTo>
                  <a:close/>
                  <a:moveTo>
                    <a:pt x="262" y="61"/>
                  </a:moveTo>
                  <a:cubicBezTo>
                    <a:pt x="262" y="61"/>
                    <a:pt x="262" y="61"/>
                    <a:pt x="262" y="61"/>
                  </a:cubicBezTo>
                  <a:cubicBezTo>
                    <a:pt x="262" y="61"/>
                    <a:pt x="262" y="61"/>
                    <a:pt x="262" y="61"/>
                  </a:cubicBezTo>
                  <a:close/>
                  <a:moveTo>
                    <a:pt x="261" y="61"/>
                  </a:moveTo>
                  <a:cubicBezTo>
                    <a:pt x="260" y="61"/>
                    <a:pt x="260" y="61"/>
                    <a:pt x="261" y="61"/>
                  </a:cubicBezTo>
                  <a:close/>
                  <a:moveTo>
                    <a:pt x="339" y="54"/>
                  </a:moveTo>
                  <a:cubicBezTo>
                    <a:pt x="334" y="54"/>
                    <a:pt x="330" y="54"/>
                    <a:pt x="326" y="54"/>
                  </a:cubicBezTo>
                  <a:cubicBezTo>
                    <a:pt x="329" y="54"/>
                    <a:pt x="333" y="54"/>
                    <a:pt x="336" y="54"/>
                  </a:cubicBezTo>
                  <a:cubicBezTo>
                    <a:pt x="336" y="54"/>
                    <a:pt x="338" y="54"/>
                    <a:pt x="339" y="54"/>
                  </a:cubicBezTo>
                  <a:close/>
                  <a:moveTo>
                    <a:pt x="263" y="56"/>
                  </a:moveTo>
                  <a:cubicBezTo>
                    <a:pt x="264" y="56"/>
                    <a:pt x="264" y="56"/>
                    <a:pt x="264" y="56"/>
                  </a:cubicBezTo>
                  <a:cubicBezTo>
                    <a:pt x="264" y="56"/>
                    <a:pt x="264" y="56"/>
                    <a:pt x="264" y="56"/>
                  </a:cubicBezTo>
                  <a:cubicBezTo>
                    <a:pt x="264" y="56"/>
                    <a:pt x="265" y="56"/>
                    <a:pt x="265" y="56"/>
                  </a:cubicBezTo>
                  <a:cubicBezTo>
                    <a:pt x="265" y="56"/>
                    <a:pt x="265" y="56"/>
                    <a:pt x="265" y="56"/>
                  </a:cubicBezTo>
                  <a:cubicBezTo>
                    <a:pt x="265" y="56"/>
                    <a:pt x="265" y="56"/>
                    <a:pt x="265" y="56"/>
                  </a:cubicBezTo>
                  <a:cubicBezTo>
                    <a:pt x="265" y="56"/>
                    <a:pt x="265" y="56"/>
                    <a:pt x="265" y="56"/>
                  </a:cubicBezTo>
                  <a:cubicBezTo>
                    <a:pt x="265" y="56"/>
                    <a:pt x="265" y="56"/>
                    <a:pt x="265" y="55"/>
                  </a:cubicBezTo>
                  <a:cubicBezTo>
                    <a:pt x="265" y="56"/>
                    <a:pt x="264" y="56"/>
                    <a:pt x="263" y="56"/>
                  </a:cubicBezTo>
                  <a:close/>
                  <a:moveTo>
                    <a:pt x="264" y="52"/>
                  </a:moveTo>
                  <a:cubicBezTo>
                    <a:pt x="264" y="52"/>
                    <a:pt x="264" y="52"/>
                    <a:pt x="264" y="52"/>
                  </a:cubicBezTo>
                  <a:cubicBezTo>
                    <a:pt x="264" y="52"/>
                    <a:pt x="263" y="52"/>
                    <a:pt x="263" y="52"/>
                  </a:cubicBezTo>
                  <a:cubicBezTo>
                    <a:pt x="263" y="52"/>
                    <a:pt x="264" y="52"/>
                    <a:pt x="264" y="52"/>
                  </a:cubicBezTo>
                  <a:close/>
                  <a:moveTo>
                    <a:pt x="261" y="53"/>
                  </a:moveTo>
                  <a:cubicBezTo>
                    <a:pt x="261" y="52"/>
                    <a:pt x="261" y="52"/>
                    <a:pt x="260" y="52"/>
                  </a:cubicBezTo>
                  <a:cubicBezTo>
                    <a:pt x="260" y="53"/>
                    <a:pt x="259" y="53"/>
                    <a:pt x="259" y="53"/>
                  </a:cubicBezTo>
                  <a:cubicBezTo>
                    <a:pt x="259" y="53"/>
                    <a:pt x="260" y="53"/>
                    <a:pt x="260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1" y="53"/>
                    <a:pt x="261" y="53"/>
                    <a:pt x="262" y="52"/>
                  </a:cubicBezTo>
                  <a:cubicBezTo>
                    <a:pt x="262" y="52"/>
                    <a:pt x="262" y="52"/>
                    <a:pt x="262" y="52"/>
                  </a:cubicBezTo>
                  <a:cubicBezTo>
                    <a:pt x="262" y="52"/>
                    <a:pt x="263" y="52"/>
                    <a:pt x="263" y="52"/>
                  </a:cubicBezTo>
                  <a:cubicBezTo>
                    <a:pt x="262" y="52"/>
                    <a:pt x="262" y="52"/>
                    <a:pt x="261" y="53"/>
                  </a:cubicBezTo>
                  <a:close/>
                  <a:moveTo>
                    <a:pt x="262" y="59"/>
                  </a:moveTo>
                  <a:cubicBezTo>
                    <a:pt x="262" y="59"/>
                    <a:pt x="262" y="59"/>
                    <a:pt x="262" y="59"/>
                  </a:cubicBezTo>
                  <a:cubicBezTo>
                    <a:pt x="262" y="59"/>
                    <a:pt x="262" y="59"/>
                    <a:pt x="262" y="59"/>
                  </a:cubicBezTo>
                  <a:close/>
                  <a:moveTo>
                    <a:pt x="500" y="148"/>
                  </a:moveTo>
                  <a:cubicBezTo>
                    <a:pt x="498" y="158"/>
                    <a:pt x="496" y="166"/>
                    <a:pt x="494" y="169"/>
                  </a:cubicBezTo>
                  <a:cubicBezTo>
                    <a:pt x="493" y="172"/>
                    <a:pt x="495" y="168"/>
                    <a:pt x="494" y="170"/>
                  </a:cubicBezTo>
                  <a:cubicBezTo>
                    <a:pt x="493" y="174"/>
                    <a:pt x="490" y="181"/>
                    <a:pt x="488" y="184"/>
                  </a:cubicBezTo>
                  <a:cubicBezTo>
                    <a:pt x="486" y="189"/>
                    <a:pt x="483" y="194"/>
                    <a:pt x="480" y="199"/>
                  </a:cubicBezTo>
                  <a:cubicBezTo>
                    <a:pt x="478" y="202"/>
                    <a:pt x="477" y="204"/>
                    <a:pt x="475" y="206"/>
                  </a:cubicBezTo>
                  <a:cubicBezTo>
                    <a:pt x="470" y="212"/>
                    <a:pt x="470" y="212"/>
                    <a:pt x="470" y="212"/>
                  </a:cubicBezTo>
                  <a:cubicBezTo>
                    <a:pt x="469" y="214"/>
                    <a:pt x="466" y="216"/>
                    <a:pt x="465" y="217"/>
                  </a:cubicBezTo>
                  <a:cubicBezTo>
                    <a:pt x="462" y="221"/>
                    <a:pt x="456" y="228"/>
                    <a:pt x="452" y="232"/>
                  </a:cubicBezTo>
                  <a:cubicBezTo>
                    <a:pt x="438" y="245"/>
                    <a:pt x="422" y="256"/>
                    <a:pt x="405" y="264"/>
                  </a:cubicBezTo>
                  <a:cubicBezTo>
                    <a:pt x="387" y="272"/>
                    <a:pt x="369" y="278"/>
                    <a:pt x="351" y="284"/>
                  </a:cubicBezTo>
                  <a:cubicBezTo>
                    <a:pt x="314" y="295"/>
                    <a:pt x="277" y="301"/>
                    <a:pt x="239" y="304"/>
                  </a:cubicBezTo>
                  <a:cubicBezTo>
                    <a:pt x="221" y="305"/>
                    <a:pt x="200" y="305"/>
                    <a:pt x="183" y="305"/>
                  </a:cubicBezTo>
                  <a:cubicBezTo>
                    <a:pt x="177" y="304"/>
                    <a:pt x="172" y="304"/>
                    <a:pt x="167" y="304"/>
                  </a:cubicBezTo>
                  <a:cubicBezTo>
                    <a:pt x="155" y="303"/>
                    <a:pt x="142" y="302"/>
                    <a:pt x="129" y="301"/>
                  </a:cubicBezTo>
                  <a:cubicBezTo>
                    <a:pt x="116" y="299"/>
                    <a:pt x="103" y="298"/>
                    <a:pt x="93" y="296"/>
                  </a:cubicBezTo>
                  <a:cubicBezTo>
                    <a:pt x="77" y="292"/>
                    <a:pt x="61" y="288"/>
                    <a:pt x="45" y="280"/>
                  </a:cubicBezTo>
                  <a:cubicBezTo>
                    <a:pt x="38" y="277"/>
                    <a:pt x="32" y="273"/>
                    <a:pt x="27" y="269"/>
                  </a:cubicBezTo>
                  <a:cubicBezTo>
                    <a:pt x="24" y="268"/>
                    <a:pt x="22" y="266"/>
                    <a:pt x="20" y="264"/>
                  </a:cubicBezTo>
                  <a:cubicBezTo>
                    <a:pt x="11" y="256"/>
                    <a:pt x="4" y="244"/>
                    <a:pt x="2" y="232"/>
                  </a:cubicBezTo>
                  <a:cubicBezTo>
                    <a:pt x="1" y="225"/>
                    <a:pt x="0" y="219"/>
                    <a:pt x="0" y="213"/>
                  </a:cubicBezTo>
                  <a:cubicBezTo>
                    <a:pt x="0" y="203"/>
                    <a:pt x="2" y="191"/>
                    <a:pt x="6" y="180"/>
                  </a:cubicBezTo>
                  <a:cubicBezTo>
                    <a:pt x="10" y="169"/>
                    <a:pt x="16" y="158"/>
                    <a:pt x="22" y="148"/>
                  </a:cubicBezTo>
                  <a:cubicBezTo>
                    <a:pt x="25" y="143"/>
                    <a:pt x="29" y="139"/>
                    <a:pt x="32" y="134"/>
                  </a:cubicBezTo>
                  <a:cubicBezTo>
                    <a:pt x="34" y="132"/>
                    <a:pt x="36" y="130"/>
                    <a:pt x="38" y="127"/>
                  </a:cubicBezTo>
                  <a:cubicBezTo>
                    <a:pt x="44" y="119"/>
                    <a:pt x="54" y="109"/>
                    <a:pt x="61" y="102"/>
                  </a:cubicBezTo>
                  <a:cubicBezTo>
                    <a:pt x="65" y="98"/>
                    <a:pt x="69" y="95"/>
                    <a:pt x="74" y="91"/>
                  </a:cubicBezTo>
                  <a:cubicBezTo>
                    <a:pt x="83" y="83"/>
                    <a:pt x="92" y="76"/>
                    <a:pt x="100" y="70"/>
                  </a:cubicBezTo>
                  <a:cubicBezTo>
                    <a:pt x="111" y="62"/>
                    <a:pt x="128" y="52"/>
                    <a:pt x="143" y="45"/>
                  </a:cubicBezTo>
                  <a:cubicBezTo>
                    <a:pt x="144" y="44"/>
                    <a:pt x="144" y="44"/>
                    <a:pt x="144" y="44"/>
                  </a:cubicBezTo>
                  <a:cubicBezTo>
                    <a:pt x="155" y="39"/>
                    <a:pt x="166" y="33"/>
                    <a:pt x="177" y="29"/>
                  </a:cubicBezTo>
                  <a:cubicBezTo>
                    <a:pt x="179" y="29"/>
                    <a:pt x="179" y="29"/>
                    <a:pt x="180" y="28"/>
                  </a:cubicBezTo>
                  <a:cubicBezTo>
                    <a:pt x="194" y="23"/>
                    <a:pt x="194" y="23"/>
                    <a:pt x="194" y="23"/>
                  </a:cubicBezTo>
                  <a:cubicBezTo>
                    <a:pt x="215" y="16"/>
                    <a:pt x="231" y="12"/>
                    <a:pt x="249" y="9"/>
                  </a:cubicBezTo>
                  <a:cubicBezTo>
                    <a:pt x="259" y="6"/>
                    <a:pt x="271" y="5"/>
                    <a:pt x="281" y="3"/>
                  </a:cubicBezTo>
                  <a:cubicBezTo>
                    <a:pt x="284" y="3"/>
                    <a:pt x="287" y="2"/>
                    <a:pt x="290" y="2"/>
                  </a:cubicBezTo>
                  <a:cubicBezTo>
                    <a:pt x="293" y="2"/>
                    <a:pt x="295" y="2"/>
                    <a:pt x="297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7" y="1"/>
                    <a:pt x="311" y="0"/>
                    <a:pt x="314" y="0"/>
                  </a:cubicBezTo>
                  <a:cubicBezTo>
                    <a:pt x="318" y="0"/>
                    <a:pt x="321" y="0"/>
                    <a:pt x="324" y="0"/>
                  </a:cubicBezTo>
                  <a:cubicBezTo>
                    <a:pt x="327" y="0"/>
                    <a:pt x="331" y="0"/>
                    <a:pt x="334" y="0"/>
                  </a:cubicBezTo>
                  <a:cubicBezTo>
                    <a:pt x="343" y="0"/>
                    <a:pt x="351" y="0"/>
                    <a:pt x="361" y="1"/>
                  </a:cubicBezTo>
                  <a:cubicBezTo>
                    <a:pt x="368" y="2"/>
                    <a:pt x="376" y="2"/>
                    <a:pt x="384" y="4"/>
                  </a:cubicBezTo>
                  <a:cubicBezTo>
                    <a:pt x="389" y="4"/>
                    <a:pt x="394" y="5"/>
                    <a:pt x="398" y="6"/>
                  </a:cubicBezTo>
                  <a:cubicBezTo>
                    <a:pt x="400" y="7"/>
                    <a:pt x="403" y="8"/>
                    <a:pt x="405" y="8"/>
                  </a:cubicBezTo>
                  <a:cubicBezTo>
                    <a:pt x="408" y="9"/>
                    <a:pt x="410" y="10"/>
                    <a:pt x="413" y="11"/>
                  </a:cubicBezTo>
                  <a:cubicBezTo>
                    <a:pt x="415" y="11"/>
                    <a:pt x="415" y="11"/>
                    <a:pt x="415" y="11"/>
                  </a:cubicBezTo>
                  <a:cubicBezTo>
                    <a:pt x="415" y="11"/>
                    <a:pt x="415" y="11"/>
                    <a:pt x="415" y="11"/>
                  </a:cubicBezTo>
                  <a:cubicBezTo>
                    <a:pt x="415" y="11"/>
                    <a:pt x="415" y="11"/>
                    <a:pt x="415" y="11"/>
                  </a:cubicBezTo>
                  <a:cubicBezTo>
                    <a:pt x="416" y="11"/>
                    <a:pt x="416" y="11"/>
                    <a:pt x="416" y="12"/>
                  </a:cubicBezTo>
                  <a:cubicBezTo>
                    <a:pt x="417" y="12"/>
                    <a:pt x="419" y="13"/>
                    <a:pt x="420" y="12"/>
                  </a:cubicBezTo>
                  <a:cubicBezTo>
                    <a:pt x="420" y="12"/>
                    <a:pt x="420" y="12"/>
                    <a:pt x="420" y="12"/>
                  </a:cubicBezTo>
                  <a:cubicBezTo>
                    <a:pt x="421" y="12"/>
                    <a:pt x="421" y="12"/>
                    <a:pt x="421" y="12"/>
                  </a:cubicBezTo>
                  <a:cubicBezTo>
                    <a:pt x="421" y="13"/>
                    <a:pt x="422" y="13"/>
                    <a:pt x="423" y="13"/>
                  </a:cubicBezTo>
                  <a:cubicBezTo>
                    <a:pt x="423" y="13"/>
                    <a:pt x="423" y="13"/>
                    <a:pt x="423" y="13"/>
                  </a:cubicBezTo>
                  <a:cubicBezTo>
                    <a:pt x="424" y="13"/>
                    <a:pt x="424" y="14"/>
                    <a:pt x="424" y="14"/>
                  </a:cubicBezTo>
                  <a:cubicBezTo>
                    <a:pt x="425" y="14"/>
                    <a:pt x="425" y="14"/>
                    <a:pt x="425" y="14"/>
                  </a:cubicBezTo>
                  <a:cubicBezTo>
                    <a:pt x="426" y="14"/>
                    <a:pt x="426" y="14"/>
                    <a:pt x="426" y="15"/>
                  </a:cubicBezTo>
                  <a:cubicBezTo>
                    <a:pt x="426" y="15"/>
                    <a:pt x="426" y="15"/>
                    <a:pt x="426" y="15"/>
                  </a:cubicBezTo>
                  <a:cubicBezTo>
                    <a:pt x="426" y="15"/>
                    <a:pt x="427" y="16"/>
                    <a:pt x="428" y="16"/>
                  </a:cubicBezTo>
                  <a:cubicBezTo>
                    <a:pt x="428" y="17"/>
                    <a:pt x="429" y="17"/>
                    <a:pt x="429" y="17"/>
                  </a:cubicBezTo>
                  <a:cubicBezTo>
                    <a:pt x="430" y="17"/>
                    <a:pt x="430" y="19"/>
                    <a:pt x="431" y="19"/>
                  </a:cubicBezTo>
                  <a:cubicBezTo>
                    <a:pt x="430" y="20"/>
                    <a:pt x="431" y="20"/>
                    <a:pt x="431" y="20"/>
                  </a:cubicBezTo>
                  <a:cubicBezTo>
                    <a:pt x="431" y="20"/>
                    <a:pt x="431" y="21"/>
                    <a:pt x="431" y="21"/>
                  </a:cubicBezTo>
                  <a:cubicBezTo>
                    <a:pt x="431" y="21"/>
                    <a:pt x="431" y="22"/>
                    <a:pt x="431" y="22"/>
                  </a:cubicBezTo>
                  <a:cubicBezTo>
                    <a:pt x="431" y="22"/>
                    <a:pt x="431" y="23"/>
                    <a:pt x="431" y="23"/>
                  </a:cubicBezTo>
                  <a:cubicBezTo>
                    <a:pt x="431" y="23"/>
                    <a:pt x="432" y="24"/>
                    <a:pt x="432" y="24"/>
                  </a:cubicBezTo>
                  <a:cubicBezTo>
                    <a:pt x="432" y="25"/>
                    <a:pt x="431" y="25"/>
                    <a:pt x="431" y="26"/>
                  </a:cubicBezTo>
                  <a:cubicBezTo>
                    <a:pt x="431" y="27"/>
                    <a:pt x="430" y="28"/>
                    <a:pt x="430" y="29"/>
                  </a:cubicBezTo>
                  <a:cubicBezTo>
                    <a:pt x="430" y="29"/>
                    <a:pt x="430" y="29"/>
                    <a:pt x="430" y="29"/>
                  </a:cubicBezTo>
                  <a:cubicBezTo>
                    <a:pt x="429" y="29"/>
                    <a:pt x="429" y="30"/>
                    <a:pt x="428" y="30"/>
                  </a:cubicBezTo>
                  <a:cubicBezTo>
                    <a:pt x="428" y="30"/>
                    <a:pt x="428" y="30"/>
                    <a:pt x="428" y="31"/>
                  </a:cubicBezTo>
                  <a:cubicBezTo>
                    <a:pt x="427" y="31"/>
                    <a:pt x="427" y="31"/>
                    <a:pt x="427" y="31"/>
                  </a:cubicBezTo>
                  <a:cubicBezTo>
                    <a:pt x="426" y="31"/>
                    <a:pt x="424" y="32"/>
                    <a:pt x="423" y="32"/>
                  </a:cubicBezTo>
                  <a:cubicBezTo>
                    <a:pt x="423" y="32"/>
                    <a:pt x="423" y="32"/>
                    <a:pt x="423" y="32"/>
                  </a:cubicBezTo>
                  <a:cubicBezTo>
                    <a:pt x="422" y="32"/>
                    <a:pt x="422" y="32"/>
                    <a:pt x="421" y="32"/>
                  </a:cubicBezTo>
                  <a:cubicBezTo>
                    <a:pt x="421" y="33"/>
                    <a:pt x="420" y="32"/>
                    <a:pt x="420" y="32"/>
                  </a:cubicBezTo>
                  <a:cubicBezTo>
                    <a:pt x="420" y="32"/>
                    <a:pt x="419" y="32"/>
                    <a:pt x="419" y="32"/>
                  </a:cubicBezTo>
                  <a:cubicBezTo>
                    <a:pt x="419" y="32"/>
                    <a:pt x="418" y="32"/>
                    <a:pt x="418" y="32"/>
                  </a:cubicBezTo>
                  <a:cubicBezTo>
                    <a:pt x="417" y="32"/>
                    <a:pt x="417" y="31"/>
                    <a:pt x="416" y="31"/>
                  </a:cubicBezTo>
                  <a:cubicBezTo>
                    <a:pt x="416" y="31"/>
                    <a:pt x="416" y="31"/>
                    <a:pt x="416" y="31"/>
                  </a:cubicBezTo>
                  <a:cubicBezTo>
                    <a:pt x="415" y="31"/>
                    <a:pt x="415" y="30"/>
                    <a:pt x="415" y="30"/>
                  </a:cubicBezTo>
                  <a:cubicBezTo>
                    <a:pt x="415" y="30"/>
                    <a:pt x="415" y="30"/>
                    <a:pt x="414" y="30"/>
                  </a:cubicBezTo>
                  <a:cubicBezTo>
                    <a:pt x="414" y="29"/>
                    <a:pt x="415" y="29"/>
                    <a:pt x="414" y="29"/>
                  </a:cubicBezTo>
                  <a:cubicBezTo>
                    <a:pt x="414" y="28"/>
                    <a:pt x="413" y="30"/>
                    <a:pt x="413" y="29"/>
                  </a:cubicBezTo>
                  <a:cubicBezTo>
                    <a:pt x="413" y="28"/>
                    <a:pt x="412" y="28"/>
                    <a:pt x="411" y="27"/>
                  </a:cubicBezTo>
                  <a:cubicBezTo>
                    <a:pt x="410" y="27"/>
                    <a:pt x="410" y="27"/>
                    <a:pt x="410" y="27"/>
                  </a:cubicBezTo>
                  <a:cubicBezTo>
                    <a:pt x="410" y="27"/>
                    <a:pt x="410" y="27"/>
                    <a:pt x="410" y="27"/>
                  </a:cubicBezTo>
                  <a:cubicBezTo>
                    <a:pt x="410" y="27"/>
                    <a:pt x="410" y="27"/>
                    <a:pt x="410" y="27"/>
                  </a:cubicBezTo>
                  <a:cubicBezTo>
                    <a:pt x="408" y="26"/>
                    <a:pt x="408" y="26"/>
                    <a:pt x="408" y="26"/>
                  </a:cubicBezTo>
                  <a:cubicBezTo>
                    <a:pt x="407" y="26"/>
                    <a:pt x="407" y="26"/>
                    <a:pt x="407" y="26"/>
                  </a:cubicBezTo>
                  <a:cubicBezTo>
                    <a:pt x="399" y="23"/>
                    <a:pt x="390" y="21"/>
                    <a:pt x="383" y="20"/>
                  </a:cubicBezTo>
                  <a:cubicBezTo>
                    <a:pt x="376" y="19"/>
                    <a:pt x="370" y="18"/>
                    <a:pt x="363" y="17"/>
                  </a:cubicBezTo>
                  <a:cubicBezTo>
                    <a:pt x="342" y="15"/>
                    <a:pt x="321" y="16"/>
                    <a:pt x="300" y="17"/>
                  </a:cubicBezTo>
                  <a:cubicBezTo>
                    <a:pt x="288" y="18"/>
                    <a:pt x="273" y="20"/>
                    <a:pt x="262" y="22"/>
                  </a:cubicBezTo>
                  <a:cubicBezTo>
                    <a:pt x="249" y="24"/>
                    <a:pt x="236" y="27"/>
                    <a:pt x="224" y="30"/>
                  </a:cubicBezTo>
                  <a:cubicBezTo>
                    <a:pt x="217" y="32"/>
                    <a:pt x="210" y="34"/>
                    <a:pt x="203" y="36"/>
                  </a:cubicBezTo>
                  <a:cubicBezTo>
                    <a:pt x="196" y="38"/>
                    <a:pt x="196" y="38"/>
                    <a:pt x="196" y="38"/>
                  </a:cubicBezTo>
                  <a:cubicBezTo>
                    <a:pt x="190" y="41"/>
                    <a:pt x="183" y="43"/>
                    <a:pt x="176" y="46"/>
                  </a:cubicBezTo>
                  <a:cubicBezTo>
                    <a:pt x="170" y="49"/>
                    <a:pt x="164" y="51"/>
                    <a:pt x="157" y="54"/>
                  </a:cubicBezTo>
                  <a:cubicBezTo>
                    <a:pt x="148" y="58"/>
                    <a:pt x="138" y="64"/>
                    <a:pt x="127" y="70"/>
                  </a:cubicBezTo>
                  <a:cubicBezTo>
                    <a:pt x="117" y="77"/>
                    <a:pt x="106" y="84"/>
                    <a:pt x="96" y="92"/>
                  </a:cubicBezTo>
                  <a:cubicBezTo>
                    <a:pt x="93" y="94"/>
                    <a:pt x="93" y="94"/>
                    <a:pt x="93" y="94"/>
                  </a:cubicBezTo>
                  <a:cubicBezTo>
                    <a:pt x="80" y="104"/>
                    <a:pt x="69" y="115"/>
                    <a:pt x="59" y="125"/>
                  </a:cubicBezTo>
                  <a:cubicBezTo>
                    <a:pt x="47" y="138"/>
                    <a:pt x="34" y="155"/>
                    <a:pt x="26" y="171"/>
                  </a:cubicBezTo>
                  <a:cubicBezTo>
                    <a:pt x="19" y="186"/>
                    <a:pt x="14" y="201"/>
                    <a:pt x="14" y="217"/>
                  </a:cubicBezTo>
                  <a:cubicBezTo>
                    <a:pt x="15" y="222"/>
                    <a:pt x="15" y="229"/>
                    <a:pt x="17" y="234"/>
                  </a:cubicBezTo>
                  <a:cubicBezTo>
                    <a:pt x="19" y="239"/>
                    <a:pt x="22" y="244"/>
                    <a:pt x="26" y="249"/>
                  </a:cubicBezTo>
                  <a:cubicBezTo>
                    <a:pt x="28" y="252"/>
                    <a:pt x="31" y="255"/>
                    <a:pt x="35" y="258"/>
                  </a:cubicBezTo>
                  <a:cubicBezTo>
                    <a:pt x="40" y="261"/>
                    <a:pt x="45" y="264"/>
                    <a:pt x="51" y="267"/>
                  </a:cubicBezTo>
                  <a:cubicBezTo>
                    <a:pt x="61" y="272"/>
                    <a:pt x="72" y="276"/>
                    <a:pt x="84" y="279"/>
                  </a:cubicBezTo>
                  <a:cubicBezTo>
                    <a:pt x="95" y="282"/>
                    <a:pt x="106" y="284"/>
                    <a:pt x="117" y="285"/>
                  </a:cubicBezTo>
                  <a:cubicBezTo>
                    <a:pt x="121" y="286"/>
                    <a:pt x="125" y="286"/>
                    <a:pt x="129" y="287"/>
                  </a:cubicBezTo>
                  <a:cubicBezTo>
                    <a:pt x="131" y="287"/>
                    <a:pt x="134" y="287"/>
                    <a:pt x="137" y="287"/>
                  </a:cubicBezTo>
                  <a:cubicBezTo>
                    <a:pt x="150" y="289"/>
                    <a:pt x="168" y="290"/>
                    <a:pt x="184" y="291"/>
                  </a:cubicBezTo>
                  <a:cubicBezTo>
                    <a:pt x="206" y="291"/>
                    <a:pt x="227" y="291"/>
                    <a:pt x="251" y="289"/>
                  </a:cubicBezTo>
                  <a:cubicBezTo>
                    <a:pt x="268" y="287"/>
                    <a:pt x="287" y="285"/>
                    <a:pt x="306" y="281"/>
                  </a:cubicBezTo>
                  <a:cubicBezTo>
                    <a:pt x="331" y="276"/>
                    <a:pt x="357" y="268"/>
                    <a:pt x="381" y="259"/>
                  </a:cubicBezTo>
                  <a:cubicBezTo>
                    <a:pt x="395" y="254"/>
                    <a:pt x="407" y="248"/>
                    <a:pt x="419" y="241"/>
                  </a:cubicBezTo>
                  <a:cubicBezTo>
                    <a:pt x="430" y="233"/>
                    <a:pt x="440" y="224"/>
                    <a:pt x="449" y="215"/>
                  </a:cubicBezTo>
                  <a:cubicBezTo>
                    <a:pt x="450" y="214"/>
                    <a:pt x="451" y="213"/>
                    <a:pt x="453" y="211"/>
                  </a:cubicBezTo>
                  <a:cubicBezTo>
                    <a:pt x="455" y="209"/>
                    <a:pt x="454" y="210"/>
                    <a:pt x="456" y="207"/>
                  </a:cubicBezTo>
                  <a:cubicBezTo>
                    <a:pt x="458" y="205"/>
                    <a:pt x="457" y="207"/>
                    <a:pt x="458" y="205"/>
                  </a:cubicBezTo>
                  <a:cubicBezTo>
                    <a:pt x="464" y="198"/>
                    <a:pt x="464" y="198"/>
                    <a:pt x="464" y="198"/>
                  </a:cubicBezTo>
                  <a:cubicBezTo>
                    <a:pt x="465" y="197"/>
                    <a:pt x="466" y="196"/>
                    <a:pt x="467" y="195"/>
                  </a:cubicBezTo>
                  <a:cubicBezTo>
                    <a:pt x="467" y="194"/>
                    <a:pt x="468" y="193"/>
                    <a:pt x="469" y="192"/>
                  </a:cubicBezTo>
                  <a:cubicBezTo>
                    <a:pt x="472" y="187"/>
                    <a:pt x="475" y="182"/>
                    <a:pt x="477" y="177"/>
                  </a:cubicBezTo>
                  <a:cubicBezTo>
                    <a:pt x="482" y="167"/>
                    <a:pt x="486" y="156"/>
                    <a:pt x="487" y="146"/>
                  </a:cubicBezTo>
                  <a:cubicBezTo>
                    <a:pt x="487" y="143"/>
                    <a:pt x="487" y="146"/>
                    <a:pt x="488" y="144"/>
                  </a:cubicBezTo>
                  <a:cubicBezTo>
                    <a:pt x="488" y="142"/>
                    <a:pt x="488" y="141"/>
                    <a:pt x="487" y="139"/>
                  </a:cubicBezTo>
                  <a:cubicBezTo>
                    <a:pt x="487" y="137"/>
                    <a:pt x="487" y="136"/>
                    <a:pt x="487" y="134"/>
                  </a:cubicBezTo>
                  <a:cubicBezTo>
                    <a:pt x="487" y="130"/>
                    <a:pt x="486" y="126"/>
                    <a:pt x="485" y="123"/>
                  </a:cubicBezTo>
                  <a:cubicBezTo>
                    <a:pt x="483" y="115"/>
                    <a:pt x="480" y="108"/>
                    <a:pt x="475" y="103"/>
                  </a:cubicBezTo>
                  <a:cubicBezTo>
                    <a:pt x="472" y="98"/>
                    <a:pt x="467" y="94"/>
                    <a:pt x="462" y="91"/>
                  </a:cubicBezTo>
                  <a:cubicBezTo>
                    <a:pt x="460" y="90"/>
                    <a:pt x="461" y="90"/>
                    <a:pt x="460" y="90"/>
                  </a:cubicBezTo>
                  <a:cubicBezTo>
                    <a:pt x="458" y="89"/>
                    <a:pt x="459" y="89"/>
                    <a:pt x="458" y="88"/>
                  </a:cubicBezTo>
                  <a:cubicBezTo>
                    <a:pt x="456" y="87"/>
                    <a:pt x="456" y="87"/>
                    <a:pt x="456" y="87"/>
                  </a:cubicBezTo>
                  <a:cubicBezTo>
                    <a:pt x="453" y="86"/>
                    <a:pt x="453" y="86"/>
                    <a:pt x="453" y="86"/>
                  </a:cubicBezTo>
                  <a:cubicBezTo>
                    <a:pt x="439" y="78"/>
                    <a:pt x="424" y="72"/>
                    <a:pt x="409" y="67"/>
                  </a:cubicBezTo>
                  <a:cubicBezTo>
                    <a:pt x="406" y="66"/>
                    <a:pt x="406" y="66"/>
                    <a:pt x="402" y="64"/>
                  </a:cubicBezTo>
                  <a:cubicBezTo>
                    <a:pt x="398" y="63"/>
                    <a:pt x="399" y="63"/>
                    <a:pt x="396" y="63"/>
                  </a:cubicBezTo>
                  <a:cubicBezTo>
                    <a:pt x="395" y="63"/>
                    <a:pt x="392" y="61"/>
                    <a:pt x="391" y="61"/>
                  </a:cubicBezTo>
                  <a:cubicBezTo>
                    <a:pt x="390" y="61"/>
                    <a:pt x="391" y="61"/>
                    <a:pt x="391" y="61"/>
                  </a:cubicBezTo>
                  <a:cubicBezTo>
                    <a:pt x="388" y="60"/>
                    <a:pt x="378" y="58"/>
                    <a:pt x="373" y="57"/>
                  </a:cubicBezTo>
                  <a:cubicBezTo>
                    <a:pt x="366" y="56"/>
                    <a:pt x="358" y="54"/>
                    <a:pt x="350" y="53"/>
                  </a:cubicBezTo>
                  <a:cubicBezTo>
                    <a:pt x="358" y="54"/>
                    <a:pt x="365" y="55"/>
                    <a:pt x="367" y="55"/>
                  </a:cubicBezTo>
                  <a:cubicBezTo>
                    <a:pt x="359" y="53"/>
                    <a:pt x="344" y="52"/>
                    <a:pt x="336" y="51"/>
                  </a:cubicBezTo>
                  <a:cubicBezTo>
                    <a:pt x="318" y="50"/>
                    <a:pt x="294" y="52"/>
                    <a:pt x="273" y="56"/>
                  </a:cubicBezTo>
                  <a:cubicBezTo>
                    <a:pt x="272" y="56"/>
                    <a:pt x="271" y="56"/>
                    <a:pt x="271" y="56"/>
                  </a:cubicBezTo>
                  <a:cubicBezTo>
                    <a:pt x="265" y="57"/>
                    <a:pt x="265" y="57"/>
                    <a:pt x="265" y="57"/>
                  </a:cubicBezTo>
                  <a:cubicBezTo>
                    <a:pt x="264" y="58"/>
                    <a:pt x="264" y="58"/>
                    <a:pt x="264" y="58"/>
                  </a:cubicBezTo>
                  <a:cubicBezTo>
                    <a:pt x="264" y="58"/>
                    <a:pt x="263" y="58"/>
                    <a:pt x="262" y="58"/>
                  </a:cubicBezTo>
                  <a:cubicBezTo>
                    <a:pt x="264" y="58"/>
                    <a:pt x="264" y="58"/>
                    <a:pt x="264" y="58"/>
                  </a:cubicBezTo>
                  <a:cubicBezTo>
                    <a:pt x="265" y="57"/>
                    <a:pt x="265" y="57"/>
                    <a:pt x="265" y="57"/>
                  </a:cubicBezTo>
                  <a:cubicBezTo>
                    <a:pt x="266" y="57"/>
                    <a:pt x="266" y="57"/>
                    <a:pt x="266" y="57"/>
                  </a:cubicBezTo>
                  <a:cubicBezTo>
                    <a:pt x="266" y="57"/>
                    <a:pt x="266" y="57"/>
                    <a:pt x="266" y="57"/>
                  </a:cubicBezTo>
                  <a:cubicBezTo>
                    <a:pt x="267" y="57"/>
                    <a:pt x="267" y="57"/>
                    <a:pt x="267" y="57"/>
                  </a:cubicBezTo>
                  <a:cubicBezTo>
                    <a:pt x="288" y="53"/>
                    <a:pt x="309" y="50"/>
                    <a:pt x="330" y="51"/>
                  </a:cubicBezTo>
                  <a:cubicBezTo>
                    <a:pt x="335" y="51"/>
                    <a:pt x="343" y="51"/>
                    <a:pt x="352" y="52"/>
                  </a:cubicBezTo>
                  <a:cubicBezTo>
                    <a:pt x="362" y="53"/>
                    <a:pt x="371" y="55"/>
                    <a:pt x="378" y="57"/>
                  </a:cubicBezTo>
                  <a:cubicBezTo>
                    <a:pt x="387" y="58"/>
                    <a:pt x="391" y="59"/>
                    <a:pt x="387" y="58"/>
                  </a:cubicBezTo>
                  <a:cubicBezTo>
                    <a:pt x="376" y="55"/>
                    <a:pt x="367" y="53"/>
                    <a:pt x="356" y="52"/>
                  </a:cubicBezTo>
                  <a:cubicBezTo>
                    <a:pt x="354" y="51"/>
                    <a:pt x="352" y="51"/>
                    <a:pt x="355" y="51"/>
                  </a:cubicBezTo>
                  <a:cubicBezTo>
                    <a:pt x="377" y="53"/>
                    <a:pt x="401" y="60"/>
                    <a:pt x="418" y="66"/>
                  </a:cubicBezTo>
                  <a:cubicBezTo>
                    <a:pt x="428" y="70"/>
                    <a:pt x="428" y="70"/>
                    <a:pt x="428" y="70"/>
                  </a:cubicBezTo>
                  <a:cubicBezTo>
                    <a:pt x="430" y="70"/>
                    <a:pt x="431" y="71"/>
                    <a:pt x="432" y="71"/>
                  </a:cubicBezTo>
                  <a:cubicBezTo>
                    <a:pt x="432" y="71"/>
                    <a:pt x="430" y="70"/>
                    <a:pt x="430" y="70"/>
                  </a:cubicBezTo>
                  <a:cubicBezTo>
                    <a:pt x="411" y="62"/>
                    <a:pt x="395" y="56"/>
                    <a:pt x="374" y="52"/>
                  </a:cubicBezTo>
                  <a:cubicBezTo>
                    <a:pt x="371" y="51"/>
                    <a:pt x="368" y="51"/>
                    <a:pt x="365" y="50"/>
                  </a:cubicBezTo>
                  <a:cubicBezTo>
                    <a:pt x="358" y="49"/>
                    <a:pt x="347" y="48"/>
                    <a:pt x="338" y="47"/>
                  </a:cubicBezTo>
                  <a:cubicBezTo>
                    <a:pt x="336" y="47"/>
                    <a:pt x="337" y="47"/>
                    <a:pt x="336" y="47"/>
                  </a:cubicBezTo>
                  <a:cubicBezTo>
                    <a:pt x="315" y="46"/>
                    <a:pt x="296" y="48"/>
                    <a:pt x="277" y="51"/>
                  </a:cubicBezTo>
                  <a:cubicBezTo>
                    <a:pt x="293" y="48"/>
                    <a:pt x="310" y="47"/>
                    <a:pt x="325" y="47"/>
                  </a:cubicBezTo>
                  <a:cubicBezTo>
                    <a:pt x="327" y="47"/>
                    <a:pt x="328" y="46"/>
                    <a:pt x="330" y="46"/>
                  </a:cubicBezTo>
                  <a:cubicBezTo>
                    <a:pt x="343" y="47"/>
                    <a:pt x="363" y="49"/>
                    <a:pt x="379" y="52"/>
                  </a:cubicBezTo>
                  <a:cubicBezTo>
                    <a:pt x="381" y="52"/>
                    <a:pt x="382" y="52"/>
                    <a:pt x="375" y="51"/>
                  </a:cubicBezTo>
                  <a:cubicBezTo>
                    <a:pt x="377" y="51"/>
                    <a:pt x="378" y="51"/>
                    <a:pt x="381" y="52"/>
                  </a:cubicBezTo>
                  <a:cubicBezTo>
                    <a:pt x="381" y="52"/>
                    <a:pt x="380" y="52"/>
                    <a:pt x="379" y="52"/>
                  </a:cubicBezTo>
                  <a:cubicBezTo>
                    <a:pt x="388" y="53"/>
                    <a:pt x="389" y="54"/>
                    <a:pt x="398" y="56"/>
                  </a:cubicBezTo>
                  <a:cubicBezTo>
                    <a:pt x="399" y="56"/>
                    <a:pt x="400" y="56"/>
                    <a:pt x="399" y="56"/>
                  </a:cubicBezTo>
                  <a:cubicBezTo>
                    <a:pt x="392" y="54"/>
                    <a:pt x="385" y="52"/>
                    <a:pt x="379" y="51"/>
                  </a:cubicBezTo>
                  <a:cubicBezTo>
                    <a:pt x="375" y="50"/>
                    <a:pt x="372" y="50"/>
                    <a:pt x="369" y="49"/>
                  </a:cubicBezTo>
                  <a:cubicBezTo>
                    <a:pt x="367" y="49"/>
                    <a:pt x="367" y="49"/>
                    <a:pt x="365" y="48"/>
                  </a:cubicBezTo>
                  <a:cubicBezTo>
                    <a:pt x="363" y="48"/>
                    <a:pt x="360" y="48"/>
                    <a:pt x="358" y="48"/>
                  </a:cubicBezTo>
                  <a:cubicBezTo>
                    <a:pt x="353" y="47"/>
                    <a:pt x="353" y="47"/>
                    <a:pt x="353" y="47"/>
                  </a:cubicBezTo>
                  <a:cubicBezTo>
                    <a:pt x="345" y="46"/>
                    <a:pt x="336" y="46"/>
                    <a:pt x="327" y="45"/>
                  </a:cubicBezTo>
                  <a:cubicBezTo>
                    <a:pt x="321" y="45"/>
                    <a:pt x="314" y="45"/>
                    <a:pt x="307" y="46"/>
                  </a:cubicBezTo>
                  <a:cubicBezTo>
                    <a:pt x="310" y="45"/>
                    <a:pt x="315" y="45"/>
                    <a:pt x="320" y="45"/>
                  </a:cubicBezTo>
                  <a:cubicBezTo>
                    <a:pt x="337" y="45"/>
                    <a:pt x="357" y="46"/>
                    <a:pt x="371" y="49"/>
                  </a:cubicBezTo>
                  <a:cubicBezTo>
                    <a:pt x="372" y="49"/>
                    <a:pt x="369" y="48"/>
                    <a:pt x="368" y="48"/>
                  </a:cubicBezTo>
                  <a:cubicBezTo>
                    <a:pt x="363" y="47"/>
                    <a:pt x="360" y="47"/>
                    <a:pt x="356" y="46"/>
                  </a:cubicBezTo>
                  <a:cubicBezTo>
                    <a:pt x="354" y="46"/>
                    <a:pt x="357" y="46"/>
                    <a:pt x="355" y="46"/>
                  </a:cubicBezTo>
                  <a:cubicBezTo>
                    <a:pt x="345" y="45"/>
                    <a:pt x="335" y="45"/>
                    <a:pt x="323" y="45"/>
                  </a:cubicBezTo>
                  <a:cubicBezTo>
                    <a:pt x="322" y="44"/>
                    <a:pt x="319" y="44"/>
                    <a:pt x="321" y="44"/>
                  </a:cubicBezTo>
                  <a:cubicBezTo>
                    <a:pt x="319" y="44"/>
                    <a:pt x="319" y="44"/>
                    <a:pt x="317" y="44"/>
                  </a:cubicBezTo>
                  <a:cubicBezTo>
                    <a:pt x="314" y="44"/>
                    <a:pt x="318" y="44"/>
                    <a:pt x="317" y="44"/>
                  </a:cubicBezTo>
                  <a:cubicBezTo>
                    <a:pt x="314" y="44"/>
                    <a:pt x="310" y="45"/>
                    <a:pt x="308" y="45"/>
                  </a:cubicBezTo>
                  <a:cubicBezTo>
                    <a:pt x="294" y="46"/>
                    <a:pt x="282" y="47"/>
                    <a:pt x="266" y="50"/>
                  </a:cubicBezTo>
                  <a:cubicBezTo>
                    <a:pt x="276" y="48"/>
                    <a:pt x="290" y="46"/>
                    <a:pt x="305" y="45"/>
                  </a:cubicBezTo>
                  <a:cubicBezTo>
                    <a:pt x="308" y="44"/>
                    <a:pt x="304" y="45"/>
                    <a:pt x="307" y="44"/>
                  </a:cubicBezTo>
                  <a:cubicBezTo>
                    <a:pt x="311" y="44"/>
                    <a:pt x="314" y="44"/>
                    <a:pt x="318" y="44"/>
                  </a:cubicBezTo>
                  <a:cubicBezTo>
                    <a:pt x="328" y="44"/>
                    <a:pt x="328" y="44"/>
                    <a:pt x="328" y="44"/>
                  </a:cubicBezTo>
                  <a:cubicBezTo>
                    <a:pt x="333" y="44"/>
                    <a:pt x="338" y="44"/>
                    <a:pt x="343" y="44"/>
                  </a:cubicBezTo>
                  <a:cubicBezTo>
                    <a:pt x="348" y="45"/>
                    <a:pt x="351" y="45"/>
                    <a:pt x="356" y="45"/>
                  </a:cubicBezTo>
                  <a:cubicBezTo>
                    <a:pt x="358" y="46"/>
                    <a:pt x="358" y="45"/>
                    <a:pt x="361" y="46"/>
                  </a:cubicBezTo>
                  <a:cubicBezTo>
                    <a:pt x="362" y="46"/>
                    <a:pt x="357" y="45"/>
                    <a:pt x="360" y="45"/>
                  </a:cubicBezTo>
                  <a:cubicBezTo>
                    <a:pt x="363" y="46"/>
                    <a:pt x="360" y="45"/>
                    <a:pt x="362" y="46"/>
                  </a:cubicBezTo>
                  <a:cubicBezTo>
                    <a:pt x="365" y="46"/>
                    <a:pt x="366" y="46"/>
                    <a:pt x="368" y="46"/>
                  </a:cubicBezTo>
                  <a:cubicBezTo>
                    <a:pt x="375" y="48"/>
                    <a:pt x="382" y="49"/>
                    <a:pt x="389" y="51"/>
                  </a:cubicBezTo>
                  <a:cubicBezTo>
                    <a:pt x="391" y="51"/>
                    <a:pt x="386" y="50"/>
                    <a:pt x="388" y="50"/>
                  </a:cubicBezTo>
                  <a:cubicBezTo>
                    <a:pt x="391" y="51"/>
                    <a:pt x="401" y="54"/>
                    <a:pt x="403" y="54"/>
                  </a:cubicBezTo>
                  <a:cubicBezTo>
                    <a:pt x="411" y="57"/>
                    <a:pt x="415" y="58"/>
                    <a:pt x="424" y="61"/>
                  </a:cubicBezTo>
                  <a:cubicBezTo>
                    <a:pt x="427" y="63"/>
                    <a:pt x="424" y="61"/>
                    <a:pt x="426" y="62"/>
                  </a:cubicBezTo>
                  <a:cubicBezTo>
                    <a:pt x="431" y="64"/>
                    <a:pt x="434" y="65"/>
                    <a:pt x="440" y="68"/>
                  </a:cubicBezTo>
                  <a:cubicBezTo>
                    <a:pt x="444" y="69"/>
                    <a:pt x="450" y="72"/>
                    <a:pt x="455" y="75"/>
                  </a:cubicBezTo>
                  <a:cubicBezTo>
                    <a:pt x="455" y="74"/>
                    <a:pt x="452" y="73"/>
                    <a:pt x="449" y="71"/>
                  </a:cubicBezTo>
                  <a:cubicBezTo>
                    <a:pt x="451" y="72"/>
                    <a:pt x="456" y="75"/>
                    <a:pt x="458" y="76"/>
                  </a:cubicBezTo>
                  <a:cubicBezTo>
                    <a:pt x="466" y="80"/>
                    <a:pt x="473" y="84"/>
                    <a:pt x="480" y="91"/>
                  </a:cubicBezTo>
                  <a:cubicBezTo>
                    <a:pt x="486" y="97"/>
                    <a:pt x="492" y="105"/>
                    <a:pt x="495" y="116"/>
                  </a:cubicBezTo>
                  <a:cubicBezTo>
                    <a:pt x="496" y="119"/>
                    <a:pt x="497" y="120"/>
                    <a:pt x="498" y="123"/>
                  </a:cubicBezTo>
                  <a:cubicBezTo>
                    <a:pt x="498" y="124"/>
                    <a:pt x="498" y="124"/>
                    <a:pt x="498" y="123"/>
                  </a:cubicBezTo>
                  <a:cubicBezTo>
                    <a:pt x="498" y="126"/>
                    <a:pt x="499" y="130"/>
                    <a:pt x="499" y="134"/>
                  </a:cubicBezTo>
                  <a:cubicBezTo>
                    <a:pt x="500" y="136"/>
                    <a:pt x="500" y="139"/>
                    <a:pt x="500" y="141"/>
                  </a:cubicBezTo>
                  <a:cubicBezTo>
                    <a:pt x="500" y="143"/>
                    <a:pt x="500" y="146"/>
                    <a:pt x="500" y="148"/>
                  </a:cubicBezTo>
                  <a:close/>
                  <a:moveTo>
                    <a:pt x="385" y="50"/>
                  </a:moveTo>
                  <a:cubicBezTo>
                    <a:pt x="380" y="49"/>
                    <a:pt x="378" y="49"/>
                    <a:pt x="371" y="47"/>
                  </a:cubicBezTo>
                  <a:cubicBezTo>
                    <a:pt x="369" y="47"/>
                    <a:pt x="367" y="47"/>
                    <a:pt x="364" y="46"/>
                  </a:cubicBezTo>
                  <a:cubicBezTo>
                    <a:pt x="363" y="47"/>
                    <a:pt x="354" y="45"/>
                    <a:pt x="354" y="46"/>
                  </a:cubicBezTo>
                  <a:cubicBezTo>
                    <a:pt x="359" y="46"/>
                    <a:pt x="362" y="47"/>
                    <a:pt x="365" y="47"/>
                  </a:cubicBezTo>
                  <a:cubicBezTo>
                    <a:pt x="367" y="47"/>
                    <a:pt x="364" y="47"/>
                    <a:pt x="366" y="47"/>
                  </a:cubicBezTo>
                  <a:cubicBezTo>
                    <a:pt x="370" y="48"/>
                    <a:pt x="380" y="49"/>
                    <a:pt x="386" y="51"/>
                  </a:cubicBezTo>
                  <a:cubicBezTo>
                    <a:pt x="386" y="51"/>
                    <a:pt x="384" y="50"/>
                    <a:pt x="385" y="50"/>
                  </a:cubicBezTo>
                  <a:close/>
                  <a:moveTo>
                    <a:pt x="387" y="51"/>
                  </a:moveTo>
                  <a:cubicBezTo>
                    <a:pt x="387" y="51"/>
                    <a:pt x="388" y="51"/>
                    <a:pt x="388" y="51"/>
                  </a:cubicBezTo>
                  <a:cubicBezTo>
                    <a:pt x="392" y="52"/>
                    <a:pt x="389" y="51"/>
                    <a:pt x="387" y="51"/>
                  </a:cubicBezTo>
                  <a:close/>
                  <a:moveTo>
                    <a:pt x="391" y="61"/>
                  </a:moveTo>
                  <a:cubicBezTo>
                    <a:pt x="391" y="61"/>
                    <a:pt x="391" y="61"/>
                    <a:pt x="391" y="61"/>
                  </a:cubicBezTo>
                  <a:cubicBezTo>
                    <a:pt x="391" y="61"/>
                    <a:pt x="391" y="61"/>
                    <a:pt x="391" y="61"/>
                  </a:cubicBezTo>
                  <a:close/>
                </a:path>
              </a:pathLst>
            </a:custGeom>
            <a:solidFill>
              <a:srgbClr val="008000"/>
            </a:solidFill>
            <a:ln>
              <a:solidFill>
                <a:srgbClr val="008000"/>
              </a:solidFill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4288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8" y="531788"/>
            <a:ext cx="280106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6000" b="1" baseline="30000" dirty="0" smtClean="0">
                <a:latin typeface="Candara"/>
                <a:cs typeface="Candara"/>
              </a:rPr>
              <a:t>Conclusions</a:t>
            </a:r>
            <a:endParaRPr lang="it-IT" sz="6000" dirty="0">
              <a:latin typeface="Candara"/>
              <a:cs typeface="Candara"/>
            </a:endParaRPr>
          </a:p>
        </p:txBody>
      </p:sp>
      <p:cxnSp>
        <p:nvCxnSpPr>
          <p:cNvPr id="5" name="Connettore 1 4"/>
          <p:cNvCxnSpPr/>
          <p:nvPr/>
        </p:nvCxnSpPr>
        <p:spPr>
          <a:xfrm>
            <a:off x="259298" y="1239674"/>
            <a:ext cx="8563860" cy="0"/>
          </a:xfrm>
          <a:prstGeom prst="line">
            <a:avLst/>
          </a:prstGeom>
          <a:ln w="1905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/>
          <p:cNvSpPr txBox="1"/>
          <p:nvPr/>
        </p:nvSpPr>
        <p:spPr>
          <a:xfrm>
            <a:off x="259298" y="1508834"/>
            <a:ext cx="8563860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ct val="60000"/>
              <a:buFont typeface="Lucida Grande"/>
              <a:buChar char="▶"/>
            </a:pPr>
            <a:r>
              <a:rPr lang="it-IT" sz="2500" dirty="0" err="1" smtClean="0">
                <a:latin typeface="Candara"/>
                <a:cs typeface="Candara"/>
              </a:rPr>
              <a:t>Filtering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r>
              <a:rPr lang="it-IT" sz="2500" dirty="0" err="1" smtClean="0">
                <a:latin typeface="Candara"/>
                <a:cs typeface="Candara"/>
              </a:rPr>
              <a:t>system</a:t>
            </a:r>
            <a:r>
              <a:rPr lang="it-IT" sz="2500" dirty="0" smtClean="0">
                <a:latin typeface="Candara"/>
                <a:cs typeface="Candara"/>
              </a:rPr>
              <a:t> for </a:t>
            </a:r>
            <a:r>
              <a:rPr lang="it-IT" sz="2500" dirty="0" err="1" smtClean="0">
                <a:latin typeface="Candara"/>
                <a:cs typeface="Candara"/>
              </a:rPr>
              <a:t>occlusion-aware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r>
              <a:rPr lang="it-IT" sz="2500" dirty="0" err="1" smtClean="0">
                <a:latin typeface="Candara"/>
                <a:cs typeface="Candara"/>
              </a:rPr>
              <a:t>contours</a:t>
            </a:r>
            <a:endParaRPr lang="it-IT" sz="2500" dirty="0" smtClean="0">
              <a:latin typeface="Candara"/>
              <a:cs typeface="Candara"/>
            </a:endParaRPr>
          </a:p>
          <a:p>
            <a:pPr marL="457200" indent="-457200">
              <a:buSzPct val="60000"/>
              <a:buFont typeface="Lucida Grande"/>
              <a:buChar char="▶"/>
            </a:pPr>
            <a:endParaRPr lang="it-IT" sz="2500" dirty="0">
              <a:latin typeface="Candara"/>
              <a:cs typeface="Candara"/>
            </a:endParaRPr>
          </a:p>
          <a:p>
            <a:pPr marL="457200" indent="-457200">
              <a:buSzPct val="60000"/>
              <a:buFont typeface="Lucida Grande"/>
              <a:buChar char="▶"/>
            </a:pPr>
            <a:endParaRPr lang="it-IT" sz="2500" dirty="0" smtClean="0">
              <a:latin typeface="Candara"/>
              <a:cs typeface="Candara"/>
            </a:endParaRPr>
          </a:p>
          <a:p>
            <a:pPr marL="457200" indent="-457200">
              <a:buSzPct val="60000"/>
              <a:buFont typeface="Lucida Grande"/>
              <a:buChar char="▶"/>
            </a:pPr>
            <a:endParaRPr lang="it-IT" sz="2500" dirty="0">
              <a:latin typeface="Candara"/>
              <a:cs typeface="Candara"/>
            </a:endParaRPr>
          </a:p>
          <a:p>
            <a:pPr marL="457200" indent="-457200">
              <a:buSzPct val="60000"/>
              <a:buFont typeface="Lucida Grande"/>
              <a:buChar char="▶"/>
            </a:pPr>
            <a:endParaRPr lang="it-IT" sz="2500" dirty="0" smtClean="0">
              <a:latin typeface="Candara"/>
              <a:cs typeface="Candara"/>
            </a:endParaRPr>
          </a:p>
          <a:p>
            <a:pPr>
              <a:buSzPct val="60000"/>
            </a:pPr>
            <a:endParaRPr lang="it-IT" sz="2500" dirty="0">
              <a:latin typeface="Candara"/>
              <a:cs typeface="Candara"/>
            </a:endParaRPr>
          </a:p>
          <a:p>
            <a:pPr marL="457200" indent="-457200">
              <a:buSzPct val="60000"/>
              <a:buFont typeface="Lucida Grande"/>
              <a:buChar char="▶"/>
            </a:pPr>
            <a:endParaRPr lang="it-IT" sz="2500" dirty="0" smtClean="0">
              <a:latin typeface="Candara"/>
              <a:cs typeface="Candara"/>
            </a:endParaRPr>
          </a:p>
          <a:p>
            <a:pPr>
              <a:buSzPct val="60000"/>
            </a:pPr>
            <a:endParaRPr lang="it-IT" sz="2500" dirty="0" smtClean="0">
              <a:latin typeface="Candara"/>
              <a:cs typeface="Candara"/>
            </a:endParaRPr>
          </a:p>
          <a:p>
            <a:pPr marL="457200" indent="-457200">
              <a:buSzPct val="60000"/>
              <a:buFont typeface="Lucida Grande"/>
              <a:buChar char="▶"/>
            </a:pPr>
            <a:r>
              <a:rPr lang="it-IT" sz="2500" dirty="0" err="1" smtClean="0">
                <a:latin typeface="Candara"/>
                <a:cs typeface="Candara"/>
              </a:rPr>
              <a:t>Selects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r>
              <a:rPr lang="it-IT" sz="2500" dirty="0" err="1" smtClean="0">
                <a:latin typeface="Candara"/>
                <a:cs typeface="Candara"/>
              </a:rPr>
              <a:t>points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r>
              <a:rPr lang="it-IT" sz="2500" dirty="0" err="1" smtClean="0">
                <a:latin typeface="Candara"/>
                <a:cs typeface="Candara"/>
              </a:rPr>
              <a:t>that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r>
              <a:rPr lang="it-IT" sz="2500" b="1" dirty="0" err="1" smtClean="0">
                <a:latin typeface="Candara"/>
                <a:cs typeface="Candara"/>
              </a:rPr>
              <a:t>provably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r>
              <a:rPr lang="it-IT" sz="2500" dirty="0" err="1" smtClean="0">
                <a:latin typeface="Candara"/>
                <a:cs typeface="Candara"/>
              </a:rPr>
              <a:t>belong</a:t>
            </a:r>
            <a:r>
              <a:rPr lang="it-IT" sz="2500" dirty="0" smtClean="0">
                <a:latin typeface="Candara"/>
                <a:cs typeface="Candara"/>
              </a:rPr>
              <a:t> to 3D </a:t>
            </a:r>
            <a:r>
              <a:rPr lang="it-IT" sz="2500" dirty="0" err="1" smtClean="0">
                <a:latin typeface="Candara"/>
                <a:cs typeface="Candara"/>
              </a:rPr>
              <a:t>medial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r>
              <a:rPr lang="it-IT" sz="2500" dirty="0" err="1" smtClean="0">
                <a:latin typeface="Candara"/>
                <a:cs typeface="Candara"/>
              </a:rPr>
              <a:t>axis</a:t>
            </a:r>
            <a:r>
              <a:rPr lang="is-IS" sz="2500" dirty="0">
                <a:latin typeface="Candara"/>
                <a:cs typeface="Candara"/>
              </a:rPr>
              <a:t>…</a:t>
            </a:r>
            <a:br>
              <a:rPr lang="is-IS" sz="2500" dirty="0">
                <a:latin typeface="Candara"/>
                <a:cs typeface="Candara"/>
              </a:rPr>
            </a:br>
            <a:r>
              <a:rPr lang="is-IS" sz="2500" dirty="0" smtClean="0">
                <a:latin typeface="Candara"/>
                <a:cs typeface="Candara"/>
              </a:rPr>
              <a:t/>
            </a:r>
            <a:br>
              <a:rPr lang="is-IS" sz="2500" dirty="0" smtClean="0">
                <a:latin typeface="Candara"/>
                <a:cs typeface="Candara"/>
              </a:rPr>
            </a:br>
            <a:r>
              <a:rPr lang="is-IS" sz="2500" dirty="0" smtClean="0">
                <a:latin typeface="Candara"/>
                <a:cs typeface="Candara"/>
              </a:rPr>
              <a:t>…</a:t>
            </a:r>
            <a:r>
              <a:rPr lang="it-IT" sz="2500" dirty="0">
                <a:latin typeface="Candara"/>
                <a:cs typeface="Candara"/>
              </a:rPr>
              <a:t>and are </a:t>
            </a:r>
            <a:r>
              <a:rPr lang="it-IT" sz="2500" b="1" dirty="0" err="1">
                <a:latin typeface="Candara"/>
                <a:cs typeface="Candara"/>
              </a:rPr>
              <a:t>likely</a:t>
            </a:r>
            <a:r>
              <a:rPr lang="it-IT" sz="2500" b="1" dirty="0">
                <a:latin typeface="Candara"/>
                <a:cs typeface="Candara"/>
              </a:rPr>
              <a:t> </a:t>
            </a:r>
            <a:r>
              <a:rPr lang="it-IT" sz="2500" dirty="0">
                <a:latin typeface="Candara"/>
                <a:cs typeface="Candara"/>
              </a:rPr>
              <a:t>to </a:t>
            </a:r>
            <a:r>
              <a:rPr lang="it-IT" sz="2500" dirty="0" err="1">
                <a:latin typeface="Candara"/>
                <a:cs typeface="Candara"/>
              </a:rPr>
              <a:t>belong</a:t>
            </a:r>
            <a:r>
              <a:rPr lang="it-IT" sz="2500" dirty="0">
                <a:latin typeface="Candara"/>
                <a:cs typeface="Candara"/>
              </a:rPr>
              <a:t> to the curve-</a:t>
            </a:r>
            <a:r>
              <a:rPr lang="it-IT" sz="2500" dirty="0" err="1">
                <a:latin typeface="Candara"/>
                <a:cs typeface="Candara"/>
              </a:rPr>
              <a:t>skeleton</a:t>
            </a:r>
            <a:r>
              <a:rPr lang="it-IT" sz="2500" dirty="0">
                <a:latin typeface="Candara"/>
                <a:cs typeface="Candara"/>
              </a:rPr>
              <a:t>!</a:t>
            </a:r>
          </a:p>
          <a:p>
            <a:pPr>
              <a:buSzPct val="60000"/>
            </a:pPr>
            <a:endParaRPr lang="it-IT" sz="2500" dirty="0">
              <a:latin typeface="Candara"/>
              <a:cs typeface="Candara"/>
            </a:endParaRPr>
          </a:p>
          <a:p>
            <a:pPr marL="457200" indent="-457200">
              <a:buSzPct val="60000"/>
              <a:buFont typeface="Lucida Grande"/>
              <a:buChar char="▶"/>
            </a:pPr>
            <a:r>
              <a:rPr lang="it-IT" sz="2500" dirty="0" err="1" smtClean="0">
                <a:latin typeface="Candara"/>
                <a:cs typeface="Candara"/>
              </a:rPr>
              <a:t>Trivial</a:t>
            </a:r>
            <a:r>
              <a:rPr lang="it-IT" sz="2500" dirty="0" smtClean="0">
                <a:latin typeface="Candara"/>
                <a:cs typeface="Candara"/>
              </a:rPr>
              <a:t> to code (4 </a:t>
            </a:r>
            <a:r>
              <a:rPr lang="it-IT" sz="2500" dirty="0" err="1" smtClean="0">
                <a:latin typeface="Candara"/>
                <a:cs typeface="Candara"/>
              </a:rPr>
              <a:t>lines</a:t>
            </a:r>
            <a:r>
              <a:rPr lang="it-IT" sz="2500" dirty="0" smtClean="0">
                <a:latin typeface="Candara"/>
                <a:cs typeface="Candara"/>
              </a:rPr>
              <a:t> of C++)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91935" y="2183118"/>
            <a:ext cx="5262205" cy="2296556"/>
            <a:chOff x="591935" y="2183118"/>
            <a:chExt cx="5262205" cy="2296556"/>
          </a:xfrm>
        </p:grpSpPr>
        <p:grpSp>
          <p:nvGrpSpPr>
            <p:cNvPr id="12" name="Group 11"/>
            <p:cNvGrpSpPr/>
            <p:nvPr/>
          </p:nvGrpSpPr>
          <p:grpSpPr>
            <a:xfrm>
              <a:off x="591935" y="2183118"/>
              <a:ext cx="2155241" cy="2239919"/>
              <a:chOff x="1629327" y="2093128"/>
              <a:chExt cx="4510872" cy="4688103"/>
            </a:xfrm>
          </p:grpSpPr>
          <p:pic>
            <p:nvPicPr>
              <p:cNvPr id="10" name="Immagine 7" descr="Schermata 09-2457292 alle 17.06.25.png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29327" y="2093128"/>
                <a:ext cx="2403398" cy="4688103"/>
              </a:xfrm>
              <a:prstGeom prst="rect">
                <a:avLst/>
              </a:prstGeom>
            </p:spPr>
          </p:pic>
          <p:pic>
            <p:nvPicPr>
              <p:cNvPr id="11" name="Immagine 8" descr="eight_front_shadow.pdf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32725" y="2159902"/>
                <a:ext cx="2107474" cy="4521602"/>
              </a:xfrm>
              <a:prstGeom prst="rect">
                <a:avLst/>
              </a:prstGeom>
            </p:spPr>
          </p:pic>
        </p:grpSp>
        <p:grpSp>
          <p:nvGrpSpPr>
            <p:cNvPr id="15" name="Group 14"/>
            <p:cNvGrpSpPr/>
            <p:nvPr/>
          </p:nvGrpSpPr>
          <p:grpSpPr>
            <a:xfrm>
              <a:off x="3399833" y="2183118"/>
              <a:ext cx="2454307" cy="2296556"/>
              <a:chOff x="3376289" y="531788"/>
              <a:chExt cx="4570811" cy="4277022"/>
            </a:xfrm>
          </p:grpSpPr>
          <p:pic>
            <p:nvPicPr>
              <p:cNvPr id="13" name="Immagine 28" descr="nasty_w_filteron.pdf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31101" y="608584"/>
                <a:ext cx="2015999" cy="4121999"/>
              </a:xfrm>
              <a:prstGeom prst="rect">
                <a:avLst/>
              </a:prstGeom>
            </p:spPr>
          </p:pic>
          <p:pic>
            <p:nvPicPr>
              <p:cNvPr id="14" name="Immagine 8" descr="Schermata 09-2457292 alle 17.06.03.png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0800000">
                <a:off x="3376289" y="531788"/>
                <a:ext cx="2526772" cy="4277022"/>
              </a:xfrm>
              <a:prstGeom prst="rect">
                <a:avLst/>
              </a:prstGeom>
            </p:spPr>
          </p:pic>
        </p:grpSp>
      </p:grpSp>
      <p:grpSp>
        <p:nvGrpSpPr>
          <p:cNvPr id="25" name="Group 24"/>
          <p:cNvGrpSpPr/>
          <p:nvPr/>
        </p:nvGrpSpPr>
        <p:grpSpPr>
          <a:xfrm>
            <a:off x="6597698" y="2171227"/>
            <a:ext cx="2099923" cy="2346742"/>
            <a:chOff x="285488" y="2750982"/>
            <a:chExt cx="3593044" cy="4015360"/>
          </a:xfrm>
        </p:grpSpPr>
        <p:grpSp>
          <p:nvGrpSpPr>
            <p:cNvPr id="17" name="Group 16"/>
            <p:cNvGrpSpPr/>
            <p:nvPr/>
          </p:nvGrpSpPr>
          <p:grpSpPr>
            <a:xfrm>
              <a:off x="285488" y="2750982"/>
              <a:ext cx="3593044" cy="4015360"/>
              <a:chOff x="285488" y="2750982"/>
              <a:chExt cx="3593044" cy="4015360"/>
            </a:xfrm>
          </p:grpSpPr>
          <p:pic>
            <p:nvPicPr>
              <p:cNvPr id="18" name="Immagine 6" descr="vasegoodpos.png"/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5488" y="2750982"/>
                <a:ext cx="1922590" cy="4015360"/>
              </a:xfrm>
              <a:prstGeom prst="rect">
                <a:avLst/>
              </a:prstGeom>
            </p:spPr>
          </p:pic>
          <p:pic>
            <p:nvPicPr>
              <p:cNvPr id="19" name="Immagine 7" descr="goodvase.pdf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0977670" flipH="1">
                <a:off x="2277181" y="2842230"/>
                <a:ext cx="1601351" cy="3730807"/>
              </a:xfrm>
              <a:prstGeom prst="rect">
                <a:avLst/>
              </a:prstGeom>
            </p:spPr>
          </p:pic>
        </p:grp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2347239" y="4107638"/>
              <a:ext cx="1511999" cy="1511999"/>
            </a:xfrm>
            <a:prstGeom prst="ellipse">
              <a:avLst/>
            </a:prstGeom>
            <a:solidFill>
              <a:srgbClr val="FF0000">
                <a:alpha val="46000"/>
              </a:srgbClr>
            </a:solidFill>
            <a:ln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2963765" y="4756060"/>
              <a:ext cx="273190" cy="27319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532103" y="4107638"/>
              <a:ext cx="1547999" cy="1547999"/>
            </a:xfrm>
            <a:prstGeom prst="ellipse">
              <a:avLst/>
            </a:prstGeom>
            <a:solidFill>
              <a:srgbClr val="FF0000"/>
            </a:solidFill>
            <a:effectLst>
              <a:innerShdw blurRad="482600" dist="444500" dir="2700000">
                <a:prstClr val="black">
                  <a:alpha val="74000"/>
                </a:prst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>
              <a:spLocks noChangeAspect="1"/>
            </p:cNvSpPr>
            <p:nvPr/>
          </p:nvSpPr>
          <p:spPr>
            <a:xfrm>
              <a:off x="1178687" y="4756060"/>
              <a:ext cx="273190" cy="27319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>
              <a:spLocks noChangeAspect="1"/>
            </p:cNvSpPr>
            <p:nvPr/>
          </p:nvSpPr>
          <p:spPr bwMode="auto">
            <a:xfrm>
              <a:off x="1419315" y="4402707"/>
              <a:ext cx="1511887" cy="413665"/>
            </a:xfrm>
            <a:custGeom>
              <a:avLst/>
              <a:gdLst>
                <a:gd name="T0" fmla="*/ 912 w 917"/>
                <a:gd name="T1" fmla="*/ 163 h 215"/>
                <a:gd name="T2" fmla="*/ 860 w 917"/>
                <a:gd name="T3" fmla="*/ 32 h 215"/>
                <a:gd name="T4" fmla="*/ 827 w 917"/>
                <a:gd name="T5" fmla="*/ 3 h 215"/>
                <a:gd name="T6" fmla="*/ 805 w 917"/>
                <a:gd name="T7" fmla="*/ 15 h 215"/>
                <a:gd name="T8" fmla="*/ 836 w 917"/>
                <a:gd name="T9" fmla="*/ 109 h 215"/>
                <a:gd name="T10" fmla="*/ 828 w 917"/>
                <a:gd name="T11" fmla="*/ 104 h 215"/>
                <a:gd name="T12" fmla="*/ 678 w 917"/>
                <a:gd name="T13" fmla="*/ 54 h 215"/>
                <a:gd name="T14" fmla="*/ 448 w 917"/>
                <a:gd name="T15" fmla="*/ 14 h 215"/>
                <a:gd name="T16" fmla="*/ 207 w 917"/>
                <a:gd name="T17" fmla="*/ 13 h 215"/>
                <a:gd name="T18" fmla="*/ 22 w 917"/>
                <a:gd name="T19" fmla="*/ 80 h 215"/>
                <a:gd name="T20" fmla="*/ 19 w 917"/>
                <a:gd name="T21" fmla="*/ 82 h 215"/>
                <a:gd name="T22" fmla="*/ 66 w 917"/>
                <a:gd name="T23" fmla="*/ 123 h 215"/>
                <a:gd name="T24" fmla="*/ 240 w 917"/>
                <a:gd name="T25" fmla="*/ 58 h 215"/>
                <a:gd name="T26" fmla="*/ 468 w 917"/>
                <a:gd name="T27" fmla="*/ 57 h 215"/>
                <a:gd name="T28" fmla="*/ 685 w 917"/>
                <a:gd name="T29" fmla="*/ 94 h 215"/>
                <a:gd name="T30" fmla="*/ 770 w 917"/>
                <a:gd name="T31" fmla="*/ 118 h 215"/>
                <a:gd name="T32" fmla="*/ 825 w 917"/>
                <a:gd name="T33" fmla="*/ 139 h 215"/>
                <a:gd name="T34" fmla="*/ 838 w 917"/>
                <a:gd name="T35" fmla="*/ 143 h 215"/>
                <a:gd name="T36" fmla="*/ 743 w 917"/>
                <a:gd name="T37" fmla="*/ 169 h 215"/>
                <a:gd name="T38" fmla="*/ 751 w 917"/>
                <a:gd name="T39" fmla="*/ 198 h 215"/>
                <a:gd name="T40" fmla="*/ 790 w 917"/>
                <a:gd name="T41" fmla="*/ 210 h 215"/>
                <a:gd name="T42" fmla="*/ 905 w 917"/>
                <a:gd name="T43" fmla="*/ 182 h 215"/>
                <a:gd name="T44" fmla="*/ 912 w 917"/>
                <a:gd name="T45" fmla="*/ 163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17" h="215">
                  <a:moveTo>
                    <a:pt x="912" y="163"/>
                  </a:moveTo>
                  <a:cubicBezTo>
                    <a:pt x="887" y="123"/>
                    <a:pt x="870" y="78"/>
                    <a:pt x="860" y="32"/>
                  </a:cubicBezTo>
                  <a:cubicBezTo>
                    <a:pt x="857" y="18"/>
                    <a:pt x="840" y="7"/>
                    <a:pt x="827" y="3"/>
                  </a:cubicBezTo>
                  <a:cubicBezTo>
                    <a:pt x="817" y="0"/>
                    <a:pt x="802" y="1"/>
                    <a:pt x="805" y="15"/>
                  </a:cubicBezTo>
                  <a:cubicBezTo>
                    <a:pt x="812" y="47"/>
                    <a:pt x="823" y="79"/>
                    <a:pt x="836" y="109"/>
                  </a:cubicBezTo>
                  <a:cubicBezTo>
                    <a:pt x="833" y="107"/>
                    <a:pt x="831" y="105"/>
                    <a:pt x="828" y="104"/>
                  </a:cubicBezTo>
                  <a:cubicBezTo>
                    <a:pt x="781" y="80"/>
                    <a:pt x="729" y="66"/>
                    <a:pt x="678" y="54"/>
                  </a:cubicBezTo>
                  <a:cubicBezTo>
                    <a:pt x="602" y="35"/>
                    <a:pt x="526" y="22"/>
                    <a:pt x="448" y="14"/>
                  </a:cubicBezTo>
                  <a:cubicBezTo>
                    <a:pt x="369" y="5"/>
                    <a:pt x="287" y="3"/>
                    <a:pt x="207" y="13"/>
                  </a:cubicBezTo>
                  <a:cubicBezTo>
                    <a:pt x="143" y="21"/>
                    <a:pt x="74" y="38"/>
                    <a:pt x="22" y="80"/>
                  </a:cubicBezTo>
                  <a:cubicBezTo>
                    <a:pt x="21" y="80"/>
                    <a:pt x="20" y="81"/>
                    <a:pt x="19" y="82"/>
                  </a:cubicBezTo>
                  <a:cubicBezTo>
                    <a:pt x="0" y="98"/>
                    <a:pt x="50" y="137"/>
                    <a:pt x="66" y="123"/>
                  </a:cubicBezTo>
                  <a:cubicBezTo>
                    <a:pt x="114" y="82"/>
                    <a:pt x="178" y="66"/>
                    <a:pt x="240" y="58"/>
                  </a:cubicBezTo>
                  <a:cubicBezTo>
                    <a:pt x="315" y="47"/>
                    <a:pt x="392" y="50"/>
                    <a:pt x="468" y="57"/>
                  </a:cubicBezTo>
                  <a:cubicBezTo>
                    <a:pt x="541" y="64"/>
                    <a:pt x="614" y="77"/>
                    <a:pt x="685" y="94"/>
                  </a:cubicBezTo>
                  <a:cubicBezTo>
                    <a:pt x="714" y="101"/>
                    <a:pt x="742" y="109"/>
                    <a:pt x="770" y="118"/>
                  </a:cubicBezTo>
                  <a:cubicBezTo>
                    <a:pt x="795" y="126"/>
                    <a:pt x="806" y="129"/>
                    <a:pt x="825" y="139"/>
                  </a:cubicBezTo>
                  <a:cubicBezTo>
                    <a:pt x="828" y="140"/>
                    <a:pt x="833" y="142"/>
                    <a:pt x="838" y="143"/>
                  </a:cubicBezTo>
                  <a:cubicBezTo>
                    <a:pt x="806" y="150"/>
                    <a:pt x="774" y="159"/>
                    <a:pt x="743" y="169"/>
                  </a:cubicBezTo>
                  <a:cubicBezTo>
                    <a:pt x="730" y="173"/>
                    <a:pt x="746" y="194"/>
                    <a:pt x="751" y="198"/>
                  </a:cubicBezTo>
                  <a:cubicBezTo>
                    <a:pt x="761" y="207"/>
                    <a:pt x="776" y="215"/>
                    <a:pt x="790" y="210"/>
                  </a:cubicBezTo>
                  <a:cubicBezTo>
                    <a:pt x="827" y="198"/>
                    <a:pt x="866" y="189"/>
                    <a:pt x="905" y="182"/>
                  </a:cubicBezTo>
                  <a:cubicBezTo>
                    <a:pt x="915" y="180"/>
                    <a:pt x="917" y="171"/>
                    <a:pt x="912" y="163"/>
                  </a:cubicBez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35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8" y="531788"/>
            <a:ext cx="31136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6000" b="1" baseline="30000" dirty="0" smtClean="0">
                <a:latin typeface="Candara"/>
                <a:cs typeface="Candara"/>
              </a:rPr>
              <a:t>Future works</a:t>
            </a:r>
            <a:endParaRPr lang="it-IT" sz="6000" dirty="0">
              <a:latin typeface="Candara"/>
              <a:cs typeface="Candara"/>
            </a:endParaRPr>
          </a:p>
        </p:txBody>
      </p:sp>
      <p:cxnSp>
        <p:nvCxnSpPr>
          <p:cNvPr id="5" name="Connettore 1 4"/>
          <p:cNvCxnSpPr/>
          <p:nvPr/>
        </p:nvCxnSpPr>
        <p:spPr>
          <a:xfrm>
            <a:off x="259298" y="1239674"/>
            <a:ext cx="8563860" cy="0"/>
          </a:xfrm>
          <a:prstGeom prst="line">
            <a:avLst/>
          </a:prstGeom>
          <a:ln w="1905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/>
          <p:cNvSpPr txBox="1"/>
          <p:nvPr/>
        </p:nvSpPr>
        <p:spPr>
          <a:xfrm>
            <a:off x="259298" y="1508834"/>
            <a:ext cx="8563860" cy="5061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ct val="60000"/>
              <a:buFont typeface="Lucida Grande"/>
              <a:buChar char="▶"/>
            </a:pPr>
            <a:r>
              <a:rPr lang="it-IT" sz="2500" dirty="0" err="1" smtClean="0">
                <a:latin typeface="Candara"/>
                <a:cs typeface="Candara"/>
              </a:rPr>
              <a:t>Rank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r>
              <a:rPr lang="it-IT" sz="2500" dirty="0" err="1" smtClean="0">
                <a:latin typeface="Candara"/>
                <a:cs typeface="Candara"/>
              </a:rPr>
              <a:t>viepoints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r>
              <a:rPr lang="it-IT" sz="2500" dirty="0" err="1" smtClean="0">
                <a:latin typeface="Candara"/>
                <a:cs typeface="Candara"/>
              </a:rPr>
              <a:t>w.r.t</a:t>
            </a:r>
            <a:r>
              <a:rPr lang="it-IT" sz="2500" dirty="0" smtClean="0">
                <a:latin typeface="Candara"/>
                <a:cs typeface="Candara"/>
              </a:rPr>
              <a:t>. </a:t>
            </a:r>
            <a:r>
              <a:rPr lang="it-IT" sz="2500" dirty="0" err="1" smtClean="0">
                <a:latin typeface="Candara"/>
                <a:cs typeface="Candara"/>
              </a:rPr>
              <a:t>representativeness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endParaRPr lang="it-IT" sz="2500" dirty="0" smtClean="0">
              <a:latin typeface="Candara"/>
              <a:cs typeface="Candara"/>
            </a:endParaRPr>
          </a:p>
          <a:p>
            <a:pPr marL="914400" lvl="1" indent="-457200">
              <a:lnSpc>
                <a:spcPct val="150000"/>
              </a:lnSpc>
              <a:buSzPct val="60000"/>
              <a:buFont typeface="Lucida Grande"/>
              <a:buChar char="▶"/>
            </a:pPr>
            <a:r>
              <a:rPr lang="it-IT" sz="2500" dirty="0" smtClean="0">
                <a:latin typeface="Candara"/>
                <a:cs typeface="Candara"/>
              </a:rPr>
              <a:t>Global </a:t>
            </a:r>
            <a:r>
              <a:rPr lang="it-IT" sz="2500" dirty="0" err="1" smtClean="0">
                <a:latin typeface="Candara"/>
                <a:cs typeface="Candara"/>
              </a:rPr>
              <a:t>metrics</a:t>
            </a:r>
            <a:r>
              <a:rPr lang="it-IT" sz="2500" dirty="0" smtClean="0">
                <a:latin typeface="Candara"/>
                <a:cs typeface="Candara"/>
              </a:rPr>
              <a:t>, slow </a:t>
            </a:r>
            <a:r>
              <a:rPr lang="it-IT" sz="2500" b="1" dirty="0" smtClean="0">
                <a:latin typeface="Candara"/>
                <a:cs typeface="Candara"/>
              </a:rPr>
              <a:t>[</a:t>
            </a:r>
            <a:r>
              <a:rPr lang="it-IT" sz="2500" b="1" dirty="0" err="1" smtClean="0">
                <a:latin typeface="Candara"/>
                <a:cs typeface="Candara"/>
              </a:rPr>
              <a:t>Secord</a:t>
            </a:r>
            <a:r>
              <a:rPr lang="it-IT" sz="2500" b="1" dirty="0" smtClean="0">
                <a:latin typeface="Candara"/>
                <a:cs typeface="Candara"/>
              </a:rPr>
              <a:t> et. al, 2011]</a:t>
            </a:r>
            <a:br>
              <a:rPr lang="it-IT" sz="2500" b="1" dirty="0" smtClean="0">
                <a:latin typeface="Candara"/>
                <a:cs typeface="Candara"/>
              </a:rPr>
            </a:br>
            <a:endParaRPr lang="it-IT" sz="2500" b="1" dirty="0" smtClean="0">
              <a:latin typeface="Candara"/>
              <a:cs typeface="Candara"/>
            </a:endParaRPr>
          </a:p>
          <a:p>
            <a:pPr marL="914400" lvl="1" indent="-457200">
              <a:lnSpc>
                <a:spcPct val="150000"/>
              </a:lnSpc>
              <a:buSzPct val="60000"/>
              <a:buFont typeface="Lucida Grande"/>
              <a:buChar char="▶"/>
            </a:pPr>
            <a:endParaRPr lang="it-IT" sz="2500" b="1" dirty="0">
              <a:latin typeface="Candara"/>
              <a:cs typeface="Candara"/>
            </a:endParaRPr>
          </a:p>
          <a:p>
            <a:pPr marL="914400" lvl="1" indent="-457200">
              <a:lnSpc>
                <a:spcPct val="150000"/>
              </a:lnSpc>
              <a:buSzPct val="60000"/>
              <a:buFont typeface="Lucida Grande"/>
              <a:buChar char="▶"/>
            </a:pPr>
            <a:endParaRPr lang="it-IT" sz="2500" b="1" dirty="0" smtClean="0">
              <a:latin typeface="Candara"/>
              <a:cs typeface="Candara"/>
            </a:endParaRPr>
          </a:p>
          <a:p>
            <a:pPr marL="914400" lvl="1" indent="-457200">
              <a:lnSpc>
                <a:spcPct val="150000"/>
              </a:lnSpc>
              <a:buSzPct val="60000"/>
              <a:buFont typeface="Lucida Grande"/>
              <a:buChar char="▶"/>
            </a:pPr>
            <a:endParaRPr lang="it-IT" sz="2500" b="1" dirty="0">
              <a:latin typeface="Candara"/>
              <a:cs typeface="Candara"/>
            </a:endParaRPr>
          </a:p>
          <a:p>
            <a:pPr marL="457200" indent="-457200">
              <a:lnSpc>
                <a:spcPct val="150000"/>
              </a:lnSpc>
              <a:buSzPct val="60000"/>
              <a:buFont typeface="Lucida Grande"/>
              <a:buChar char="▶"/>
            </a:pPr>
            <a:r>
              <a:rPr lang="it-IT" sz="2500" dirty="0" err="1" smtClean="0">
                <a:latin typeface="Candara"/>
                <a:cs typeface="Candara"/>
              </a:rPr>
              <a:t>Skeletonization</a:t>
            </a:r>
            <a:r>
              <a:rPr lang="it-IT" sz="2500" dirty="0" smtClean="0">
                <a:latin typeface="Candara"/>
                <a:cs typeface="Candara"/>
              </a:rPr>
              <a:t> from </a:t>
            </a:r>
            <a:r>
              <a:rPr lang="it-IT" sz="2500" dirty="0" err="1" smtClean="0">
                <a:latin typeface="Candara"/>
                <a:cs typeface="Candara"/>
              </a:rPr>
              <a:t>real</a:t>
            </a:r>
            <a:r>
              <a:rPr lang="it-IT" sz="2500" dirty="0" smtClean="0">
                <a:latin typeface="Candara"/>
                <a:cs typeface="Candara"/>
              </a:rPr>
              <a:t> world images</a:t>
            </a:r>
          </a:p>
          <a:p>
            <a:pPr marL="914400" lvl="1" indent="-457200">
              <a:lnSpc>
                <a:spcPct val="150000"/>
              </a:lnSpc>
              <a:buSzPct val="60000"/>
              <a:buFont typeface="Lucida Grande"/>
              <a:buChar char="▶"/>
            </a:pPr>
            <a:r>
              <a:rPr lang="it-IT" sz="2500" b="1" i="1" dirty="0" smtClean="0">
                <a:solidFill>
                  <a:srgbClr val="FF0000"/>
                </a:solidFill>
                <a:latin typeface="Candara"/>
                <a:cs typeface="Candara"/>
              </a:rPr>
              <a:t>Open </a:t>
            </a:r>
            <a:r>
              <a:rPr lang="it-IT" sz="2500" b="1" i="1" dirty="0" err="1" smtClean="0">
                <a:solidFill>
                  <a:srgbClr val="FF0000"/>
                </a:solidFill>
                <a:latin typeface="Candara"/>
                <a:cs typeface="Candara"/>
              </a:rPr>
              <a:t>problem</a:t>
            </a:r>
            <a:r>
              <a:rPr lang="it-IT" sz="2500" b="1" i="1" dirty="0" smtClean="0">
                <a:solidFill>
                  <a:srgbClr val="FF0000"/>
                </a:solidFill>
                <a:latin typeface="Candara"/>
                <a:cs typeface="Candara"/>
              </a:rPr>
              <a:t>: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r>
              <a:rPr lang="it-IT" sz="2500" dirty="0" err="1" smtClean="0">
                <a:latin typeface="Candara"/>
                <a:cs typeface="Candara"/>
              </a:rPr>
              <a:t>robustly</a:t>
            </a:r>
            <a:r>
              <a:rPr lang="it-IT" sz="2500" dirty="0" smtClean="0">
                <a:latin typeface="Candara"/>
                <a:cs typeface="Candara"/>
              </a:rPr>
              <a:t> estimate </a:t>
            </a:r>
            <a:r>
              <a:rPr lang="it-IT" sz="2500" dirty="0" err="1" smtClean="0">
                <a:latin typeface="Candara"/>
                <a:cs typeface="Candara"/>
              </a:rPr>
              <a:t>occlusions</a:t>
            </a:r>
            <a:r>
              <a:rPr lang="it-IT" sz="2500" dirty="0" smtClean="0">
                <a:latin typeface="Candara"/>
                <a:cs typeface="Candara"/>
              </a:rPr>
              <a:t> </a:t>
            </a:r>
            <a:br>
              <a:rPr lang="it-IT" sz="2500" dirty="0" smtClean="0">
                <a:latin typeface="Candara"/>
                <a:cs typeface="Candara"/>
              </a:rPr>
            </a:br>
            <a:r>
              <a:rPr lang="it-IT" sz="2500" b="1" dirty="0" smtClean="0">
                <a:latin typeface="Candara"/>
                <a:cs typeface="Candara"/>
              </a:rPr>
              <a:t>[Zhang et. al, 2012], [He et. </a:t>
            </a:r>
            <a:r>
              <a:rPr lang="it-IT" sz="2500" b="1" dirty="0">
                <a:latin typeface="Candara"/>
                <a:cs typeface="Candara"/>
              </a:rPr>
              <a:t>a</a:t>
            </a:r>
            <a:r>
              <a:rPr lang="it-IT" sz="2500" b="1" dirty="0" smtClean="0">
                <a:latin typeface="Candara"/>
                <a:cs typeface="Candara"/>
              </a:rPr>
              <a:t>l, 2010], </a:t>
            </a:r>
            <a:r>
              <a:rPr lang="is-IS" sz="2500" b="1" dirty="0" smtClean="0">
                <a:latin typeface="Candara"/>
                <a:cs typeface="Candara"/>
              </a:rPr>
              <a:t>…</a:t>
            </a:r>
            <a:endParaRPr lang="it-IT" sz="2500" b="1" dirty="0" smtClean="0">
              <a:latin typeface="Candara"/>
              <a:cs typeface="Candara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738048" y="3348585"/>
            <a:ext cx="5723579" cy="307777"/>
            <a:chOff x="2870000" y="3365080"/>
            <a:chExt cx="5723579" cy="307777"/>
          </a:xfrm>
        </p:grpSpPr>
        <p:sp>
          <p:nvSpPr>
            <p:cNvPr id="6" name="TextBox 5"/>
            <p:cNvSpPr txBox="1"/>
            <p:nvPr/>
          </p:nvSpPr>
          <p:spPr>
            <a:xfrm>
              <a:off x="2870000" y="3365080"/>
              <a:ext cx="17571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SzPct val="60000"/>
              </a:pPr>
              <a:r>
                <a:rPr lang="en-US" sz="1400" b="1" dirty="0" smtClean="0">
                  <a:solidFill>
                    <a:srgbClr val="008000"/>
                  </a:solidFill>
                  <a:latin typeface="Candara"/>
                  <a:ea typeface="Adobe 고딕 Std B"/>
                  <a:cs typeface="Candara"/>
                </a:rPr>
                <a:t>0% FILTERED POINTS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752585" y="3365080"/>
              <a:ext cx="1840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SzPct val="60000"/>
              </a:pPr>
              <a:r>
                <a:rPr lang="en-US" sz="1400" b="1" dirty="0" smtClean="0">
                  <a:solidFill>
                    <a:srgbClr val="FF0000"/>
                  </a:solidFill>
                  <a:latin typeface="Candara"/>
                  <a:ea typeface="Adobe 고딕 Std B"/>
                  <a:cs typeface="Candara"/>
                </a:rPr>
                <a:t>95% FILTERED POINTS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2735712" y="3573887"/>
            <a:ext cx="5388153" cy="307777"/>
            <a:chOff x="2870000" y="3365080"/>
            <a:chExt cx="5388153" cy="307777"/>
          </a:xfrm>
        </p:grpSpPr>
        <p:sp>
          <p:nvSpPr>
            <p:cNvPr id="32" name="TextBox 31"/>
            <p:cNvSpPr txBox="1"/>
            <p:nvPr/>
          </p:nvSpPr>
          <p:spPr>
            <a:xfrm>
              <a:off x="2870000" y="3365080"/>
              <a:ext cx="14226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SzPct val="60000"/>
              </a:pPr>
              <a:r>
                <a:rPr lang="en-US" sz="1400" b="1" dirty="0">
                  <a:latin typeface="Candara"/>
                  <a:ea typeface="Adobe 고딕 Std B"/>
                  <a:cs typeface="Candara"/>
                </a:rPr>
                <a:t>0</a:t>
              </a:r>
              <a:r>
                <a:rPr lang="en-US" sz="1400" b="1" dirty="0" smtClean="0">
                  <a:latin typeface="Candara"/>
                  <a:ea typeface="Adobe 고딕 Std B"/>
                  <a:cs typeface="Candara"/>
                </a:rPr>
                <a:t>% OCCLUSIONS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835055" y="3365080"/>
              <a:ext cx="14230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SzPct val="60000"/>
              </a:pPr>
              <a:r>
                <a:rPr lang="en-US" sz="1400" b="1" dirty="0" smtClean="0">
                  <a:latin typeface="Candara"/>
                  <a:ea typeface="Adobe 고딕 Std B"/>
                  <a:cs typeface="Candara"/>
                </a:rPr>
                <a:t>4% OCCLUSIONS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1099564" y="2752909"/>
            <a:ext cx="1654636" cy="1912300"/>
            <a:chOff x="1280998" y="2769404"/>
            <a:chExt cx="1654636" cy="1912300"/>
          </a:xfrm>
        </p:grpSpPr>
        <p:grpSp>
          <p:nvGrpSpPr>
            <p:cNvPr id="9" name="Group 8"/>
            <p:cNvGrpSpPr/>
            <p:nvPr/>
          </p:nvGrpSpPr>
          <p:grpSpPr>
            <a:xfrm>
              <a:off x="1280998" y="2769404"/>
              <a:ext cx="1654636" cy="1653633"/>
              <a:chOff x="1668833" y="2769404"/>
              <a:chExt cx="1654636" cy="1653633"/>
            </a:xfrm>
          </p:grpSpPr>
          <p:pic>
            <p:nvPicPr>
              <p:cNvPr id="27" name="Immagine 8" descr="eight_front_shadow.pdf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68833" y="2769404"/>
                <a:ext cx="770742" cy="1653633"/>
              </a:xfrm>
              <a:prstGeom prst="rect">
                <a:avLst/>
              </a:prstGeom>
            </p:spPr>
          </p:pic>
          <p:pic>
            <p:nvPicPr>
              <p:cNvPr id="35" name="Immagine 8" descr="eight_front_shadow.pdf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52727" y="2769404"/>
                <a:ext cx="770742" cy="1653633"/>
              </a:xfrm>
              <a:prstGeom prst="rect">
                <a:avLst/>
              </a:prstGeom>
            </p:spPr>
          </p:pic>
        </p:grpSp>
        <p:sp>
          <p:nvSpPr>
            <p:cNvPr id="36" name="TextBox 35"/>
            <p:cNvSpPr txBox="1"/>
            <p:nvPr/>
          </p:nvSpPr>
          <p:spPr>
            <a:xfrm>
              <a:off x="1374592" y="4404705"/>
              <a:ext cx="13976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SzPct val="60000"/>
              </a:pPr>
              <a:r>
                <a:rPr lang="en-US" sz="1200" b="1" dirty="0" smtClean="0">
                  <a:latin typeface="Candara"/>
                  <a:ea typeface="Adobe 고딕 Std B"/>
                  <a:cs typeface="Candara"/>
                </a:rPr>
                <a:t>PRE                  POST   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4823159" y="2684727"/>
            <a:ext cx="1794946" cy="1980482"/>
            <a:chOff x="5796305" y="2701222"/>
            <a:chExt cx="1794946" cy="1980482"/>
          </a:xfrm>
        </p:grpSpPr>
        <p:grpSp>
          <p:nvGrpSpPr>
            <p:cNvPr id="8" name="Group 7"/>
            <p:cNvGrpSpPr/>
            <p:nvPr/>
          </p:nvGrpSpPr>
          <p:grpSpPr>
            <a:xfrm>
              <a:off x="5796305" y="2701222"/>
              <a:ext cx="1794946" cy="1739740"/>
              <a:chOff x="5796305" y="2701222"/>
              <a:chExt cx="1794946" cy="1739740"/>
            </a:xfrm>
          </p:grpSpPr>
          <p:pic>
            <p:nvPicPr>
              <p:cNvPr id="28" name="Immagine 7" descr="nasty_w_occlusions.pdf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96305" y="2706813"/>
                <a:ext cx="848252" cy="1734149"/>
              </a:xfrm>
              <a:prstGeom prst="rect">
                <a:avLst/>
              </a:prstGeom>
            </p:spPr>
          </p:pic>
          <p:pic>
            <p:nvPicPr>
              <p:cNvPr id="34" name="Immagine 28" descr="nasty_w_filteron.pdf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50249" y="2701222"/>
                <a:ext cx="841002" cy="1719551"/>
              </a:xfrm>
              <a:prstGeom prst="rect">
                <a:avLst/>
              </a:prstGeom>
            </p:spPr>
          </p:pic>
        </p:grpSp>
        <p:sp>
          <p:nvSpPr>
            <p:cNvPr id="38" name="TextBox 37"/>
            <p:cNvSpPr txBox="1"/>
            <p:nvPr/>
          </p:nvSpPr>
          <p:spPr>
            <a:xfrm>
              <a:off x="6025451" y="4404705"/>
              <a:ext cx="13976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SzPct val="60000"/>
              </a:pPr>
              <a:r>
                <a:rPr lang="en-US" sz="1200" b="1" dirty="0" smtClean="0">
                  <a:latin typeface="Candara"/>
                  <a:ea typeface="Adobe 고딕 Std B"/>
                  <a:cs typeface="Candara"/>
                </a:rPr>
                <a:t>PRE                  POST   </a:t>
              </a:r>
            </a:p>
          </p:txBody>
        </p:sp>
      </p:grpSp>
      <p:pic>
        <p:nvPicPr>
          <p:cNvPr id="40" name="Picture 39" descr="Schermata 2015-10-13 alle 10.37.03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515" y="2541582"/>
            <a:ext cx="6234826" cy="222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94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 descr="shadowgraphs.jpg"/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13" y="-1"/>
            <a:ext cx="7902222" cy="6840503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502565" y="2468676"/>
            <a:ext cx="5888777" cy="1730708"/>
          </a:xfrm>
        </p:spPr>
        <p:txBody>
          <a:bodyPr>
            <a:noAutofit/>
          </a:bodyPr>
          <a:lstStyle/>
          <a:p>
            <a:pPr algn="r"/>
            <a:r>
              <a:rPr lang="it-IT" sz="7000" b="1" dirty="0" err="1" smtClean="0">
                <a:latin typeface="Candara"/>
                <a:cs typeface="Candara"/>
              </a:rPr>
              <a:t>Thank</a:t>
            </a:r>
            <a:r>
              <a:rPr lang="it-IT" sz="7000" b="1" dirty="0" smtClean="0">
                <a:latin typeface="Candara"/>
                <a:cs typeface="Candara"/>
              </a:rPr>
              <a:t> </a:t>
            </a:r>
            <a:r>
              <a:rPr lang="it-IT" sz="7000" b="1" dirty="0" err="1" smtClean="0">
                <a:latin typeface="Candara"/>
                <a:cs typeface="Candara"/>
              </a:rPr>
              <a:t>you</a:t>
            </a:r>
            <a:r>
              <a:rPr lang="it-IT" sz="7000" b="1" dirty="0" smtClean="0">
                <a:latin typeface="Candara"/>
                <a:cs typeface="Candara"/>
              </a:rPr>
              <a:t>!</a:t>
            </a:r>
            <a:endParaRPr lang="it-IT" sz="7000" b="1" dirty="0">
              <a:latin typeface="Candara"/>
              <a:cs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52142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8" y="531788"/>
            <a:ext cx="68569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6000" b="1" baseline="30000" dirty="0" smtClean="0">
                <a:latin typeface="Candara"/>
                <a:cs typeface="Candara"/>
              </a:rPr>
              <a:t>Medial Axis &amp; Curve-Skeletons</a:t>
            </a:r>
            <a:endParaRPr lang="it-IT" sz="6000" dirty="0">
              <a:latin typeface="Candara"/>
              <a:cs typeface="Candara"/>
            </a:endParaRPr>
          </a:p>
        </p:txBody>
      </p:sp>
      <p:cxnSp>
        <p:nvCxnSpPr>
          <p:cNvPr id="5" name="Connettore 1 4"/>
          <p:cNvCxnSpPr/>
          <p:nvPr/>
        </p:nvCxnSpPr>
        <p:spPr>
          <a:xfrm>
            <a:off x="259298" y="1239674"/>
            <a:ext cx="8563860" cy="0"/>
          </a:xfrm>
          <a:prstGeom prst="line">
            <a:avLst/>
          </a:prstGeom>
          <a:ln w="1905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CasellaDiTesto 62"/>
          <p:cNvSpPr txBox="1"/>
          <p:nvPr/>
        </p:nvSpPr>
        <p:spPr>
          <a:xfrm>
            <a:off x="259298" y="1388746"/>
            <a:ext cx="85638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ct val="60000"/>
              <a:buFont typeface="Lucida Grande"/>
              <a:buChar char="▶"/>
            </a:pPr>
            <a:r>
              <a:rPr lang="it-IT" sz="2200" dirty="0" smtClean="0">
                <a:latin typeface="Candara"/>
                <a:cs typeface="Candara"/>
              </a:rPr>
              <a:t>The </a:t>
            </a:r>
            <a:r>
              <a:rPr lang="it-IT" sz="2200" dirty="0">
                <a:latin typeface="Candara"/>
                <a:cs typeface="Candara"/>
              </a:rPr>
              <a:t>curve-</a:t>
            </a:r>
            <a:r>
              <a:rPr lang="it-IT" sz="2200" dirty="0" err="1">
                <a:latin typeface="Candara"/>
                <a:cs typeface="Candara"/>
              </a:rPr>
              <a:t>skeleton</a:t>
            </a:r>
            <a:r>
              <a:rPr lang="it-IT" sz="2200" dirty="0">
                <a:latin typeface="Candara"/>
                <a:cs typeface="Candara"/>
              </a:rPr>
              <a:t> of a 3D </a:t>
            </a:r>
            <a:r>
              <a:rPr lang="it-IT" sz="2200" dirty="0" err="1">
                <a:latin typeface="Candara"/>
                <a:cs typeface="Candara"/>
              </a:rPr>
              <a:t>shape</a:t>
            </a:r>
            <a:r>
              <a:rPr lang="it-IT" sz="2200" dirty="0">
                <a:latin typeface="Candara"/>
                <a:cs typeface="Candara"/>
              </a:rPr>
              <a:t> </a:t>
            </a:r>
            <a:r>
              <a:rPr lang="it-IT" sz="2200" dirty="0" err="1" smtClean="0">
                <a:latin typeface="Candara"/>
                <a:cs typeface="Candara"/>
              </a:rPr>
              <a:t>projects</a:t>
            </a:r>
            <a:r>
              <a:rPr lang="it-IT" sz="2200" dirty="0" smtClean="0">
                <a:latin typeface="Candara"/>
                <a:cs typeface="Candara"/>
              </a:rPr>
              <a:t> </a:t>
            </a:r>
            <a:r>
              <a:rPr lang="it-IT" sz="2200" dirty="0">
                <a:latin typeface="Candara"/>
                <a:cs typeface="Candara"/>
              </a:rPr>
              <a:t>over the </a:t>
            </a:r>
            <a:r>
              <a:rPr lang="it-IT" sz="2200" dirty="0" err="1">
                <a:latin typeface="Candara"/>
                <a:cs typeface="Candara"/>
              </a:rPr>
              <a:t>medial</a:t>
            </a:r>
            <a:r>
              <a:rPr lang="it-IT" sz="2200" dirty="0">
                <a:latin typeface="Candara"/>
                <a:cs typeface="Candara"/>
              </a:rPr>
              <a:t> </a:t>
            </a:r>
            <a:r>
              <a:rPr lang="it-IT" sz="2200" dirty="0" err="1">
                <a:latin typeface="Candara"/>
                <a:cs typeface="Candara"/>
              </a:rPr>
              <a:t>axis</a:t>
            </a:r>
            <a:r>
              <a:rPr lang="it-IT" sz="2200" dirty="0">
                <a:latin typeface="Candara"/>
                <a:cs typeface="Candara"/>
              </a:rPr>
              <a:t> </a:t>
            </a:r>
            <a:r>
              <a:rPr lang="it-IT" sz="2200" dirty="0" smtClean="0">
                <a:latin typeface="Candara"/>
                <a:cs typeface="Candara"/>
              </a:rPr>
              <a:t>of </a:t>
            </a:r>
            <a:r>
              <a:rPr lang="it-IT" sz="2200" dirty="0" err="1">
                <a:latin typeface="Candara"/>
                <a:cs typeface="Candara"/>
              </a:rPr>
              <a:t>its</a:t>
            </a:r>
            <a:r>
              <a:rPr lang="it-IT" sz="2200" dirty="0">
                <a:latin typeface="Candara"/>
                <a:cs typeface="Candara"/>
              </a:rPr>
              <a:t> </a:t>
            </a:r>
            <a:r>
              <a:rPr lang="it-IT" sz="2200" dirty="0" err="1" smtClean="0">
                <a:latin typeface="Candara"/>
                <a:cs typeface="Candara"/>
              </a:rPr>
              <a:t>silhouettes</a:t>
            </a:r>
            <a:r>
              <a:rPr lang="it-IT" sz="2200" dirty="0" smtClean="0">
                <a:latin typeface="Candara"/>
                <a:cs typeface="Candara"/>
              </a:rPr>
              <a:t> – </a:t>
            </a:r>
            <a:r>
              <a:rPr lang="it-IT" sz="2200" b="1" dirty="0" err="1" smtClean="0">
                <a:latin typeface="Candara"/>
                <a:cs typeface="Candara"/>
              </a:rPr>
              <a:t>Does</a:t>
            </a:r>
            <a:r>
              <a:rPr lang="it-IT" sz="2200" b="1" dirty="0" smtClean="0">
                <a:latin typeface="Candara"/>
                <a:cs typeface="Candara"/>
              </a:rPr>
              <a:t> </a:t>
            </a:r>
            <a:r>
              <a:rPr lang="it-IT" sz="2200" b="1" dirty="0" err="1" smtClean="0">
                <a:latin typeface="Candara"/>
                <a:cs typeface="Candara"/>
              </a:rPr>
              <a:t>it</a:t>
            </a:r>
            <a:r>
              <a:rPr lang="it-IT" sz="2200" b="1" dirty="0" smtClean="0">
                <a:latin typeface="Candara"/>
                <a:cs typeface="Candara"/>
              </a:rPr>
              <a:t>?</a:t>
            </a:r>
          </a:p>
        </p:txBody>
      </p:sp>
      <p:grpSp>
        <p:nvGrpSpPr>
          <p:cNvPr id="43" name="Gruppo 42"/>
          <p:cNvGrpSpPr/>
          <p:nvPr/>
        </p:nvGrpSpPr>
        <p:grpSpPr>
          <a:xfrm>
            <a:off x="1431593" y="3740307"/>
            <a:ext cx="1911658" cy="1704204"/>
            <a:chOff x="719559" y="4083097"/>
            <a:chExt cx="2391344" cy="2131835"/>
          </a:xfrm>
        </p:grpSpPr>
        <p:sp>
          <p:nvSpPr>
            <p:cNvPr id="34" name="Ovale 33"/>
            <p:cNvSpPr/>
            <p:nvPr/>
          </p:nvSpPr>
          <p:spPr bwMode="auto">
            <a:xfrm>
              <a:off x="1835336" y="4083097"/>
              <a:ext cx="165492" cy="165492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it-IT">
                <a:solidFill>
                  <a:srgbClr val="226BC2"/>
                </a:solidFill>
              </a:endParaRPr>
            </a:p>
          </p:txBody>
        </p:sp>
        <p:cxnSp>
          <p:nvCxnSpPr>
            <p:cNvPr id="35" name="Connettore 1 34"/>
            <p:cNvCxnSpPr/>
            <p:nvPr/>
          </p:nvCxnSpPr>
          <p:spPr bwMode="auto">
            <a:xfrm flipV="1">
              <a:off x="1916747" y="4188376"/>
              <a:ext cx="0" cy="625042"/>
            </a:xfrm>
            <a:prstGeom prst="line">
              <a:avLst/>
            </a:prstGeom>
            <a:ln w="19050" cmpd="sng">
              <a:solidFill>
                <a:srgbClr val="000000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Immagine 35" descr="hand_sil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9559" y="4669527"/>
              <a:ext cx="2391344" cy="1545405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</p:grpSp>
      <p:grpSp>
        <p:nvGrpSpPr>
          <p:cNvPr id="47" name="Gruppo 46"/>
          <p:cNvGrpSpPr/>
          <p:nvPr/>
        </p:nvGrpSpPr>
        <p:grpSpPr>
          <a:xfrm>
            <a:off x="5536718" y="3740822"/>
            <a:ext cx="1985132" cy="2032853"/>
            <a:chOff x="5854770" y="4083741"/>
            <a:chExt cx="2483255" cy="2542951"/>
          </a:xfrm>
        </p:grpSpPr>
        <p:cxnSp>
          <p:nvCxnSpPr>
            <p:cNvPr id="42" name="Connettore 1 41"/>
            <p:cNvCxnSpPr/>
            <p:nvPr/>
          </p:nvCxnSpPr>
          <p:spPr bwMode="auto">
            <a:xfrm flipV="1">
              <a:off x="7097390" y="4189730"/>
              <a:ext cx="0" cy="758631"/>
            </a:xfrm>
            <a:prstGeom prst="line">
              <a:avLst/>
            </a:prstGeom>
            <a:ln w="19050" cmpd="sng">
              <a:solidFill>
                <a:srgbClr val="000000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e 43"/>
            <p:cNvSpPr/>
            <p:nvPr/>
          </p:nvSpPr>
          <p:spPr bwMode="auto">
            <a:xfrm>
              <a:off x="7014644" y="4083741"/>
              <a:ext cx="165492" cy="165492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it-IT">
                <a:solidFill>
                  <a:srgbClr val="226BC2"/>
                </a:solidFill>
              </a:endParaRPr>
            </a:p>
          </p:txBody>
        </p:sp>
        <p:pic>
          <p:nvPicPr>
            <p:cNvPr id="41" name="Immagine 40" descr="shadowgraph.png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4770" y="4812653"/>
              <a:ext cx="2483255" cy="1814039"/>
            </a:xfrm>
            <a:prstGeom prst="rect">
              <a:avLst/>
            </a:prstGeom>
            <a:ln w="9525" cap="sq" cmpd="sng">
              <a:solidFill>
                <a:srgbClr val="000000"/>
              </a:solidFill>
              <a:prstDash val="solid"/>
              <a:miter lim="800000"/>
            </a:ln>
            <a:effectLst/>
          </p:spPr>
        </p:pic>
      </p:grpSp>
      <p:sp>
        <p:nvSpPr>
          <p:cNvPr id="48" name="CasellaDiTesto 47"/>
          <p:cNvSpPr txBox="1"/>
          <p:nvPr/>
        </p:nvSpPr>
        <p:spPr>
          <a:xfrm>
            <a:off x="6396737" y="5442198"/>
            <a:ext cx="1146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 smtClean="0">
                <a:solidFill>
                  <a:srgbClr val="FF0000"/>
                </a:solidFill>
              </a:rPr>
              <a:t>MISLEADING</a:t>
            </a:r>
            <a:endParaRPr lang="it-IT" sz="1400" b="1" dirty="0">
              <a:solidFill>
                <a:srgbClr val="FF0000"/>
              </a:solidFill>
            </a:endParaRPr>
          </a:p>
        </p:txBody>
      </p:sp>
      <p:grpSp>
        <p:nvGrpSpPr>
          <p:cNvPr id="3" name="Gruppo 2"/>
          <p:cNvGrpSpPr/>
          <p:nvPr/>
        </p:nvGrpSpPr>
        <p:grpSpPr>
          <a:xfrm>
            <a:off x="954212" y="3551195"/>
            <a:ext cx="7234727" cy="531151"/>
            <a:chOff x="954212" y="3551195"/>
            <a:chExt cx="7234727" cy="531151"/>
          </a:xfrm>
        </p:grpSpPr>
        <p:cxnSp>
          <p:nvCxnSpPr>
            <p:cNvPr id="22" name="Connettore 1 21"/>
            <p:cNvCxnSpPr/>
            <p:nvPr/>
          </p:nvCxnSpPr>
          <p:spPr bwMode="auto">
            <a:xfrm>
              <a:off x="1999268" y="3806455"/>
              <a:ext cx="5175872" cy="0"/>
            </a:xfrm>
            <a:prstGeom prst="line">
              <a:avLst/>
            </a:prstGeom>
            <a:ln w="57150" cmpd="sng">
              <a:solidFill>
                <a:srgbClr val="000000"/>
              </a:solidFill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CasellaDiTesto 22"/>
            <p:cNvSpPr txBox="1"/>
            <p:nvPr/>
          </p:nvSpPr>
          <p:spPr bwMode="auto">
            <a:xfrm>
              <a:off x="954212" y="3559126"/>
              <a:ext cx="10341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it-IT" sz="1400" b="1" dirty="0" smtClean="0">
                  <a:solidFill>
                    <a:srgbClr val="000000"/>
                  </a:solidFill>
                </a:rPr>
                <a:t>MORE</a:t>
              </a:r>
            </a:p>
            <a:p>
              <a:pPr algn="ctr">
                <a:defRPr/>
              </a:pPr>
              <a:r>
                <a:rPr lang="it-IT" sz="1400" b="1" dirty="0" smtClean="0">
                  <a:solidFill>
                    <a:srgbClr val="000000"/>
                  </a:solidFill>
                </a:rPr>
                <a:t>EVOCATIVE</a:t>
              </a:r>
              <a:endParaRPr lang="it-IT" sz="14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asellaDiTesto 57"/>
            <p:cNvSpPr txBox="1"/>
            <p:nvPr/>
          </p:nvSpPr>
          <p:spPr bwMode="auto">
            <a:xfrm>
              <a:off x="7154807" y="3551195"/>
              <a:ext cx="10341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it-IT" sz="1400" b="1" dirty="0" smtClean="0">
                  <a:solidFill>
                    <a:srgbClr val="000000"/>
                  </a:solidFill>
                </a:rPr>
                <a:t>LESS</a:t>
              </a:r>
            </a:p>
            <a:p>
              <a:pPr algn="ctr">
                <a:defRPr/>
              </a:pPr>
              <a:r>
                <a:rPr lang="it-IT" sz="1400" b="1" dirty="0" smtClean="0">
                  <a:solidFill>
                    <a:srgbClr val="000000"/>
                  </a:solidFill>
                </a:rPr>
                <a:t>EVOCATIVE</a:t>
              </a:r>
              <a:endParaRPr lang="it-IT" sz="1400" b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59" name="CasellaDiTesto 58"/>
          <p:cNvSpPr txBox="1"/>
          <p:nvPr/>
        </p:nvSpPr>
        <p:spPr>
          <a:xfrm>
            <a:off x="3771117" y="4166337"/>
            <a:ext cx="13516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 smtClean="0">
                <a:solidFill>
                  <a:srgbClr val="FF0000"/>
                </a:solidFill>
              </a:rPr>
              <a:t>LIMBS MISSING</a:t>
            </a:r>
            <a:endParaRPr lang="it-IT" sz="1400" b="1" dirty="0">
              <a:solidFill>
                <a:srgbClr val="FF0000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3584881" y="3740980"/>
            <a:ext cx="1726971" cy="2221148"/>
            <a:chOff x="3584881" y="3740980"/>
            <a:chExt cx="1726971" cy="2221148"/>
          </a:xfrm>
        </p:grpSpPr>
        <p:grpSp>
          <p:nvGrpSpPr>
            <p:cNvPr id="45" name="Gruppo 44"/>
            <p:cNvGrpSpPr/>
            <p:nvPr/>
          </p:nvGrpSpPr>
          <p:grpSpPr>
            <a:xfrm>
              <a:off x="3611265" y="3740980"/>
              <a:ext cx="1657380" cy="2221148"/>
              <a:chOff x="3446169" y="4083939"/>
              <a:chExt cx="2073261" cy="2778494"/>
            </a:xfrm>
          </p:grpSpPr>
          <p:cxnSp>
            <p:nvCxnSpPr>
              <p:cNvPr id="30" name="Connettore 1 29"/>
              <p:cNvCxnSpPr>
                <a:stCxn id="49" idx="0"/>
              </p:cNvCxnSpPr>
              <p:nvPr/>
            </p:nvCxnSpPr>
            <p:spPr bwMode="auto">
              <a:xfrm flipV="1">
                <a:off x="4493322" y="4189600"/>
                <a:ext cx="9266" cy="391034"/>
              </a:xfrm>
              <a:prstGeom prst="line">
                <a:avLst/>
              </a:prstGeom>
              <a:ln w="19050" cmpd="sng">
                <a:solidFill>
                  <a:srgbClr val="000000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Ovale 30"/>
              <p:cNvSpPr/>
              <p:nvPr/>
            </p:nvSpPr>
            <p:spPr bwMode="auto">
              <a:xfrm>
                <a:off x="4421115" y="4083939"/>
                <a:ext cx="165492" cy="16549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it-IT" sz="1600"/>
              </a:p>
            </p:txBody>
          </p:sp>
          <p:pic>
            <p:nvPicPr>
              <p:cNvPr id="32" name="Immagine 6" descr="horse_duo.png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46169" y="4931895"/>
                <a:ext cx="2073261" cy="19305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9" name="Rettangolo 48"/>
            <p:cNvSpPr/>
            <p:nvPr/>
          </p:nvSpPr>
          <p:spPr>
            <a:xfrm>
              <a:off x="3584881" y="4138042"/>
              <a:ext cx="1726971" cy="17953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60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626145" y="2668644"/>
            <a:ext cx="1731041" cy="1196562"/>
            <a:chOff x="4626145" y="2668644"/>
            <a:chExt cx="1731041" cy="1196562"/>
          </a:xfrm>
        </p:grpSpPr>
        <p:grpSp>
          <p:nvGrpSpPr>
            <p:cNvPr id="46" name="Gruppo 45"/>
            <p:cNvGrpSpPr/>
            <p:nvPr/>
          </p:nvGrpSpPr>
          <p:grpSpPr>
            <a:xfrm>
              <a:off x="4626145" y="2770572"/>
              <a:ext cx="1731041" cy="1094634"/>
              <a:chOff x="4715709" y="2870028"/>
              <a:chExt cx="2165406" cy="1369308"/>
            </a:xfrm>
          </p:grpSpPr>
          <p:sp>
            <p:nvSpPr>
              <p:cNvPr id="26" name="Ovale 25"/>
              <p:cNvSpPr/>
              <p:nvPr/>
            </p:nvSpPr>
            <p:spPr bwMode="auto">
              <a:xfrm>
                <a:off x="5716302" y="4073844"/>
                <a:ext cx="165492" cy="16549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it-IT" sz="1600">
                  <a:solidFill>
                    <a:srgbClr val="226BC2"/>
                  </a:solidFill>
                </a:endParaRPr>
              </a:p>
            </p:txBody>
          </p:sp>
          <p:pic>
            <p:nvPicPr>
              <p:cNvPr id="27" name="Immagine 7" descr="hand_duo.png"/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15709" y="2870028"/>
                <a:ext cx="2165406" cy="6559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8" name="Connettore 1 27"/>
              <p:cNvCxnSpPr/>
              <p:nvPr/>
            </p:nvCxnSpPr>
            <p:spPr bwMode="auto">
              <a:xfrm flipV="1">
                <a:off x="5796502" y="3782322"/>
                <a:ext cx="2546" cy="328439"/>
              </a:xfrm>
              <a:prstGeom prst="line">
                <a:avLst/>
              </a:prstGeom>
              <a:ln w="19050" cmpd="sng">
                <a:solidFill>
                  <a:srgbClr val="000000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" name="Rettangolo 59"/>
            <p:cNvSpPr/>
            <p:nvPr/>
          </p:nvSpPr>
          <p:spPr>
            <a:xfrm>
              <a:off x="4626145" y="2668644"/>
              <a:ext cx="1705781" cy="831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600"/>
            </a:p>
          </p:txBody>
        </p:sp>
      </p:grpSp>
      <p:sp>
        <p:nvSpPr>
          <p:cNvPr id="62" name="CasellaDiTesto 61"/>
          <p:cNvSpPr txBox="1"/>
          <p:nvPr/>
        </p:nvSpPr>
        <p:spPr>
          <a:xfrm>
            <a:off x="5090020" y="3215274"/>
            <a:ext cx="8406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 smtClean="0">
                <a:solidFill>
                  <a:srgbClr val="FF0000"/>
                </a:solidFill>
              </a:rPr>
              <a:t>NO CLUE</a:t>
            </a:r>
            <a:endParaRPr lang="it-IT" sz="1400" b="1" dirty="0">
              <a:solidFill>
                <a:srgbClr val="FF0000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566909" y="2583785"/>
            <a:ext cx="1705782" cy="1289491"/>
            <a:chOff x="2566909" y="2583785"/>
            <a:chExt cx="1705782" cy="1289491"/>
          </a:xfrm>
        </p:grpSpPr>
        <p:cxnSp>
          <p:nvCxnSpPr>
            <p:cNvPr id="18" name="Connettore 1 17"/>
            <p:cNvCxnSpPr>
              <a:endCxn id="64" idx="2"/>
            </p:cNvCxnSpPr>
            <p:nvPr/>
          </p:nvCxnSpPr>
          <p:spPr bwMode="auto">
            <a:xfrm flipH="1" flipV="1">
              <a:off x="3419800" y="3566275"/>
              <a:ext cx="3304" cy="244924"/>
            </a:xfrm>
            <a:prstGeom prst="line">
              <a:avLst/>
            </a:prstGeom>
            <a:ln w="19050" cmpd="sng">
              <a:solidFill>
                <a:srgbClr val="000000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e 18"/>
            <p:cNvSpPr/>
            <p:nvPr/>
          </p:nvSpPr>
          <p:spPr bwMode="auto">
            <a:xfrm>
              <a:off x="3352886" y="3740981"/>
              <a:ext cx="132296" cy="132295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it-IT" sz="1600"/>
            </a:p>
          </p:txBody>
        </p:sp>
        <p:pic>
          <p:nvPicPr>
            <p:cNvPr id="20" name="Immagine 5" descr="knot_duo.png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24241" y="2631087"/>
              <a:ext cx="1616045" cy="764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4" name="Rettangolo 63"/>
            <p:cNvSpPr/>
            <p:nvPr/>
          </p:nvSpPr>
          <p:spPr>
            <a:xfrm>
              <a:off x="2566909" y="2583785"/>
              <a:ext cx="1705782" cy="98249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600"/>
            </a:p>
          </p:txBody>
        </p:sp>
      </p:grpSp>
      <p:sp>
        <p:nvSpPr>
          <p:cNvPr id="65" name="CasellaDiTesto 64"/>
          <p:cNvSpPr txBox="1"/>
          <p:nvPr/>
        </p:nvSpPr>
        <p:spPr>
          <a:xfrm>
            <a:off x="2916984" y="3280297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 smtClean="0">
                <a:solidFill>
                  <a:srgbClr val="FF0000"/>
                </a:solidFill>
              </a:rPr>
              <a:t>TOPOLOGY</a:t>
            </a:r>
            <a:endParaRPr lang="it-IT" sz="1400" b="1" dirty="0">
              <a:solidFill>
                <a:srgbClr val="FF0000"/>
              </a:solidFill>
            </a:endParaRPr>
          </a:p>
        </p:txBody>
      </p:sp>
      <p:sp>
        <p:nvSpPr>
          <p:cNvPr id="69" name="Rettangolo 68"/>
          <p:cNvSpPr/>
          <p:nvPr/>
        </p:nvSpPr>
        <p:spPr>
          <a:xfrm>
            <a:off x="237085" y="6163203"/>
            <a:ext cx="562205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SzPct val="60000"/>
              <a:buFont typeface="Lucida Grande"/>
              <a:buChar char="▶"/>
            </a:pPr>
            <a:r>
              <a:rPr lang="it-IT" sz="2200" dirty="0" err="1" smtClean="0">
                <a:latin typeface="Candara"/>
                <a:ea typeface="Adobe 고딕 Std B"/>
                <a:cs typeface="Candara"/>
              </a:rPr>
              <a:t>Most</a:t>
            </a:r>
            <a:r>
              <a:rPr lang="it-IT" sz="2200" dirty="0" smtClean="0">
                <a:latin typeface="Candara"/>
                <a:ea typeface="Adobe 고딕 Std B"/>
                <a:cs typeface="Candara"/>
              </a:rPr>
              <a:t> </a:t>
            </a:r>
            <a:r>
              <a:rPr lang="it-IT" sz="2200" dirty="0" err="1" smtClean="0">
                <a:latin typeface="Candara"/>
                <a:ea typeface="Adobe 고딕 Std B"/>
                <a:cs typeface="Candara"/>
              </a:rPr>
              <a:t>likely</a:t>
            </a:r>
            <a:r>
              <a:rPr lang="it-IT" sz="2200" b="1" dirty="0" smtClean="0">
                <a:latin typeface="Candara"/>
                <a:ea typeface="Adobe 고딕 Std B"/>
                <a:cs typeface="Candara"/>
              </a:rPr>
              <a:t> YES </a:t>
            </a:r>
            <a:r>
              <a:rPr lang="it-IT" sz="2200" b="1" dirty="0">
                <a:latin typeface="Candara"/>
                <a:ea typeface="Adobe 고딕 Std B"/>
                <a:cs typeface="Candara"/>
              </a:rPr>
              <a:t>- </a:t>
            </a:r>
            <a:r>
              <a:rPr lang="it-IT" sz="2200" b="1" dirty="0" err="1">
                <a:latin typeface="Candara"/>
                <a:ea typeface="Adobe 고딕 Std B"/>
                <a:cs typeface="Candara"/>
              </a:rPr>
              <a:t>Iff</a:t>
            </a:r>
            <a:r>
              <a:rPr lang="it-IT" sz="2200" b="1" dirty="0">
                <a:latin typeface="Candara"/>
                <a:ea typeface="Adobe 고딕 Std B"/>
                <a:cs typeface="Candara"/>
              </a:rPr>
              <a:t> </a:t>
            </a:r>
            <a:r>
              <a:rPr lang="it-IT" sz="2200" dirty="0">
                <a:latin typeface="Candara"/>
                <a:ea typeface="Adobe 고딕 Std B"/>
                <a:cs typeface="Candara"/>
              </a:rPr>
              <a:t>the are </a:t>
            </a:r>
            <a:r>
              <a:rPr lang="it-IT" sz="2200" dirty="0" smtClean="0">
                <a:latin typeface="Candara"/>
                <a:ea typeface="Adobe 고딕 Std B"/>
                <a:cs typeface="Candara"/>
              </a:rPr>
              <a:t>no  </a:t>
            </a:r>
            <a:r>
              <a:rPr lang="it-IT" sz="2200" b="1" dirty="0" err="1">
                <a:latin typeface="Candara"/>
                <a:ea typeface="Adobe 고딕 Std B"/>
                <a:cs typeface="Candara"/>
              </a:rPr>
              <a:t>occlusions</a:t>
            </a:r>
            <a:r>
              <a:rPr lang="it-IT" sz="2200" b="1" dirty="0">
                <a:latin typeface="Candara"/>
                <a:ea typeface="Adobe 고딕 Std B"/>
                <a:cs typeface="Candara"/>
              </a:rPr>
              <a:t>!</a:t>
            </a:r>
            <a:endParaRPr lang="it-IT" sz="2200" dirty="0">
              <a:latin typeface="Candara"/>
              <a:ea typeface="Adobe 고딕 Std B"/>
              <a:cs typeface="Candara"/>
            </a:endParaRPr>
          </a:p>
        </p:txBody>
      </p:sp>
      <p:sp>
        <p:nvSpPr>
          <p:cNvPr id="39" name="Freeform 502"/>
          <p:cNvSpPr>
            <a:spLocks noEditPoints="1"/>
          </p:cNvSpPr>
          <p:nvPr/>
        </p:nvSpPr>
        <p:spPr bwMode="auto">
          <a:xfrm>
            <a:off x="4288684" y="6001818"/>
            <a:ext cx="1604302" cy="745383"/>
          </a:xfrm>
          <a:custGeom>
            <a:avLst/>
            <a:gdLst>
              <a:gd name="T0" fmla="*/ 685 w 1319"/>
              <a:gd name="T1" fmla="*/ 39 h 237"/>
              <a:gd name="T2" fmla="*/ 684 w 1319"/>
              <a:gd name="T3" fmla="*/ 48 h 237"/>
              <a:gd name="T4" fmla="*/ 686 w 1319"/>
              <a:gd name="T5" fmla="*/ 40 h 237"/>
              <a:gd name="T6" fmla="*/ 689 w 1319"/>
              <a:gd name="T7" fmla="*/ 38 h 237"/>
              <a:gd name="T8" fmla="*/ 1030 w 1319"/>
              <a:gd name="T9" fmla="*/ 43 h 237"/>
              <a:gd name="T10" fmla="*/ 1319 w 1319"/>
              <a:gd name="T11" fmla="*/ 126 h 237"/>
              <a:gd name="T12" fmla="*/ 1278 w 1319"/>
              <a:gd name="T13" fmla="*/ 85 h 237"/>
              <a:gd name="T14" fmla="*/ 1098 w 1319"/>
              <a:gd name="T15" fmla="*/ 53 h 237"/>
              <a:gd name="T16" fmla="*/ 927 w 1319"/>
              <a:gd name="T17" fmla="*/ 38 h 237"/>
              <a:gd name="T18" fmla="*/ 835 w 1319"/>
              <a:gd name="T19" fmla="*/ 36 h 237"/>
              <a:gd name="T20" fmla="*/ 809 w 1319"/>
              <a:gd name="T21" fmla="*/ 36 h 237"/>
              <a:gd name="T22" fmla="*/ 927 w 1319"/>
              <a:gd name="T23" fmla="*/ 39 h 237"/>
              <a:gd name="T24" fmla="*/ 906 w 1319"/>
              <a:gd name="T25" fmla="*/ 40 h 237"/>
              <a:gd name="T26" fmla="*/ 954 w 1319"/>
              <a:gd name="T27" fmla="*/ 43 h 237"/>
              <a:gd name="T28" fmla="*/ 718 w 1319"/>
              <a:gd name="T29" fmla="*/ 40 h 237"/>
              <a:gd name="T30" fmla="*/ 1084 w 1319"/>
              <a:gd name="T31" fmla="*/ 57 h 237"/>
              <a:gd name="T32" fmla="*/ 954 w 1319"/>
              <a:gd name="T33" fmla="*/ 48 h 237"/>
              <a:gd name="T34" fmla="*/ 688 w 1319"/>
              <a:gd name="T35" fmla="*/ 45 h 237"/>
              <a:gd name="T36" fmla="*/ 692 w 1319"/>
              <a:gd name="T37" fmla="*/ 45 h 237"/>
              <a:gd name="T38" fmla="*/ 941 w 1319"/>
              <a:gd name="T39" fmla="*/ 49 h 237"/>
              <a:gd name="T40" fmla="*/ 1142 w 1319"/>
              <a:gd name="T41" fmla="*/ 69 h 237"/>
              <a:gd name="T42" fmla="*/ 1291 w 1319"/>
              <a:gd name="T43" fmla="*/ 105 h 237"/>
              <a:gd name="T44" fmla="*/ 1300 w 1319"/>
              <a:gd name="T45" fmla="*/ 134 h 237"/>
              <a:gd name="T46" fmla="*/ 1171 w 1319"/>
              <a:gd name="T47" fmla="*/ 185 h 237"/>
              <a:gd name="T48" fmla="*/ 765 w 1319"/>
              <a:gd name="T49" fmla="*/ 221 h 237"/>
              <a:gd name="T50" fmla="*/ 244 w 1319"/>
              <a:gd name="T51" fmla="*/ 206 h 237"/>
              <a:gd name="T52" fmla="*/ 14 w 1319"/>
              <a:gd name="T53" fmla="*/ 149 h 237"/>
              <a:gd name="T54" fmla="*/ 350 w 1319"/>
              <a:gd name="T55" fmla="*/ 42 h 237"/>
              <a:gd name="T56" fmla="*/ 774 w 1319"/>
              <a:gd name="T57" fmla="*/ 16 h 237"/>
              <a:gd name="T58" fmla="*/ 1123 w 1319"/>
              <a:gd name="T59" fmla="*/ 36 h 237"/>
              <a:gd name="T60" fmla="*/ 1130 w 1319"/>
              <a:gd name="T61" fmla="*/ 38 h 237"/>
              <a:gd name="T62" fmla="*/ 1137 w 1319"/>
              <a:gd name="T63" fmla="*/ 38 h 237"/>
              <a:gd name="T64" fmla="*/ 1144 w 1319"/>
              <a:gd name="T65" fmla="*/ 33 h 237"/>
              <a:gd name="T66" fmla="*/ 1143 w 1319"/>
              <a:gd name="T67" fmla="*/ 25 h 237"/>
              <a:gd name="T68" fmla="*/ 1137 w 1319"/>
              <a:gd name="T69" fmla="*/ 20 h 237"/>
              <a:gd name="T70" fmla="*/ 1131 w 1319"/>
              <a:gd name="T71" fmla="*/ 19 h 237"/>
              <a:gd name="T72" fmla="*/ 1122 w 1319"/>
              <a:gd name="T73" fmla="*/ 19 h 237"/>
              <a:gd name="T74" fmla="*/ 920 w 1319"/>
              <a:gd name="T75" fmla="*/ 2 h 237"/>
              <a:gd name="T76" fmla="*/ 750 w 1319"/>
              <a:gd name="T77" fmla="*/ 1 h 237"/>
              <a:gd name="T78" fmla="*/ 385 w 1319"/>
              <a:gd name="T79" fmla="*/ 23 h 237"/>
              <a:gd name="T80" fmla="*/ 65 w 1319"/>
              <a:gd name="T81" fmla="*/ 94 h 237"/>
              <a:gd name="T82" fmla="*/ 7 w 1319"/>
              <a:gd name="T83" fmla="*/ 168 h 237"/>
              <a:gd name="T84" fmla="*/ 158 w 1319"/>
              <a:gd name="T85" fmla="*/ 212 h 237"/>
              <a:gd name="T86" fmla="*/ 992 w 1319"/>
              <a:gd name="T87" fmla="*/ 223 h 237"/>
              <a:gd name="T88" fmla="*/ 1284 w 1319"/>
              <a:gd name="T89" fmla="*/ 161 h 237"/>
              <a:gd name="T90" fmla="*/ 1319 w 1319"/>
              <a:gd name="T91" fmla="*/ 126 h 237"/>
              <a:gd name="T92" fmla="*/ 985 w 1319"/>
              <a:gd name="T93" fmla="*/ 52 h 237"/>
              <a:gd name="T94" fmla="*/ 688 w 1319"/>
              <a:gd name="T95" fmla="*/ 44 h 237"/>
              <a:gd name="T96" fmla="*/ 1041 w 1319"/>
              <a:gd name="T97" fmla="*/ 46 h 237"/>
              <a:gd name="T98" fmla="*/ 688 w 1319"/>
              <a:gd name="T99" fmla="*/ 45 h 237"/>
              <a:gd name="T100" fmla="*/ 1270 w 1319"/>
              <a:gd name="T101" fmla="*/ 96 h 237"/>
              <a:gd name="T102" fmla="*/ 688 w 1319"/>
              <a:gd name="T103" fmla="*/ 46 h 237"/>
              <a:gd name="T104" fmla="*/ 769 w 1319"/>
              <a:gd name="T105" fmla="*/ 37 h 237"/>
              <a:gd name="T106" fmla="*/ 926 w 1319"/>
              <a:gd name="T107" fmla="*/ 46 h 237"/>
              <a:gd name="T108" fmla="*/ 986 w 1319"/>
              <a:gd name="T109" fmla="*/ 52 h 237"/>
              <a:gd name="T110" fmla="*/ 687 w 1319"/>
              <a:gd name="T111" fmla="*/ 41 h 237"/>
              <a:gd name="T112" fmla="*/ 689 w 1319"/>
              <a:gd name="T113" fmla="*/ 38 h 237"/>
              <a:gd name="T114" fmla="*/ 689 w 1319"/>
              <a:gd name="T115" fmla="*/ 45 h 237"/>
              <a:gd name="T116" fmla="*/ 688 w 1319"/>
              <a:gd name="T117" fmla="*/ 41 h 237"/>
              <a:gd name="T118" fmla="*/ 689 w 1319"/>
              <a:gd name="T119" fmla="*/ 41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319" h="237">
                <a:moveTo>
                  <a:pt x="686" y="40"/>
                </a:moveTo>
                <a:cubicBezTo>
                  <a:pt x="686" y="40"/>
                  <a:pt x="686" y="40"/>
                  <a:pt x="686" y="40"/>
                </a:cubicBezTo>
                <a:cubicBezTo>
                  <a:pt x="686" y="40"/>
                  <a:pt x="685" y="40"/>
                  <a:pt x="684" y="40"/>
                </a:cubicBezTo>
                <a:cubicBezTo>
                  <a:pt x="684" y="40"/>
                  <a:pt x="684" y="40"/>
                  <a:pt x="684" y="40"/>
                </a:cubicBezTo>
                <a:cubicBezTo>
                  <a:pt x="684" y="40"/>
                  <a:pt x="684" y="40"/>
                  <a:pt x="683" y="40"/>
                </a:cubicBezTo>
                <a:cubicBezTo>
                  <a:pt x="684" y="39"/>
                  <a:pt x="685" y="40"/>
                  <a:pt x="685" y="39"/>
                </a:cubicBezTo>
                <a:cubicBezTo>
                  <a:pt x="685" y="39"/>
                  <a:pt x="685" y="39"/>
                  <a:pt x="685" y="39"/>
                </a:cubicBezTo>
                <a:cubicBezTo>
                  <a:pt x="686" y="39"/>
                  <a:pt x="687" y="39"/>
                  <a:pt x="688" y="39"/>
                </a:cubicBezTo>
                <a:cubicBezTo>
                  <a:pt x="687" y="40"/>
                  <a:pt x="686" y="39"/>
                  <a:pt x="686" y="40"/>
                </a:cubicBezTo>
                <a:close/>
                <a:moveTo>
                  <a:pt x="684" y="48"/>
                </a:moveTo>
                <a:cubicBezTo>
                  <a:pt x="685" y="48"/>
                  <a:pt x="685" y="48"/>
                  <a:pt x="685" y="48"/>
                </a:cubicBezTo>
                <a:cubicBezTo>
                  <a:pt x="685" y="48"/>
                  <a:pt x="684" y="48"/>
                  <a:pt x="684" y="48"/>
                </a:cubicBezTo>
                <a:close/>
                <a:moveTo>
                  <a:pt x="685" y="46"/>
                </a:moveTo>
                <a:cubicBezTo>
                  <a:pt x="685" y="46"/>
                  <a:pt x="685" y="46"/>
                  <a:pt x="685" y="46"/>
                </a:cubicBezTo>
                <a:cubicBezTo>
                  <a:pt x="685" y="46"/>
                  <a:pt x="685" y="46"/>
                  <a:pt x="685" y="46"/>
                </a:cubicBezTo>
                <a:close/>
                <a:moveTo>
                  <a:pt x="686" y="40"/>
                </a:moveTo>
                <a:cubicBezTo>
                  <a:pt x="686" y="40"/>
                  <a:pt x="687" y="40"/>
                  <a:pt x="687" y="40"/>
                </a:cubicBezTo>
                <a:cubicBezTo>
                  <a:pt x="686" y="40"/>
                  <a:pt x="686" y="40"/>
                  <a:pt x="686" y="40"/>
                </a:cubicBezTo>
                <a:cubicBezTo>
                  <a:pt x="686" y="40"/>
                  <a:pt x="686" y="40"/>
                  <a:pt x="686" y="40"/>
                </a:cubicBezTo>
                <a:close/>
                <a:moveTo>
                  <a:pt x="686" y="43"/>
                </a:moveTo>
                <a:cubicBezTo>
                  <a:pt x="686" y="44"/>
                  <a:pt x="686" y="43"/>
                  <a:pt x="686" y="43"/>
                </a:cubicBezTo>
                <a:close/>
                <a:moveTo>
                  <a:pt x="689" y="38"/>
                </a:moveTo>
                <a:cubicBezTo>
                  <a:pt x="688" y="38"/>
                  <a:pt x="688" y="38"/>
                  <a:pt x="688" y="39"/>
                </a:cubicBezTo>
                <a:cubicBezTo>
                  <a:pt x="688" y="39"/>
                  <a:pt x="689" y="39"/>
                  <a:pt x="689" y="38"/>
                </a:cubicBezTo>
                <a:close/>
                <a:moveTo>
                  <a:pt x="685" y="46"/>
                </a:moveTo>
                <a:cubicBezTo>
                  <a:pt x="685" y="46"/>
                  <a:pt x="685" y="46"/>
                  <a:pt x="685" y="46"/>
                </a:cubicBezTo>
                <a:close/>
                <a:moveTo>
                  <a:pt x="685" y="45"/>
                </a:moveTo>
                <a:cubicBezTo>
                  <a:pt x="685" y="45"/>
                  <a:pt x="685" y="45"/>
                  <a:pt x="685" y="45"/>
                </a:cubicBezTo>
                <a:cubicBezTo>
                  <a:pt x="685" y="45"/>
                  <a:pt x="685" y="45"/>
                  <a:pt x="685" y="45"/>
                </a:cubicBezTo>
                <a:close/>
                <a:moveTo>
                  <a:pt x="1030" y="43"/>
                </a:moveTo>
                <a:cubicBezTo>
                  <a:pt x="1023" y="42"/>
                  <a:pt x="1012" y="41"/>
                  <a:pt x="1009" y="41"/>
                </a:cubicBezTo>
                <a:cubicBezTo>
                  <a:pt x="1019" y="42"/>
                  <a:pt x="1026" y="43"/>
                  <a:pt x="1030" y="43"/>
                </a:cubicBezTo>
                <a:close/>
                <a:moveTo>
                  <a:pt x="1122" y="54"/>
                </a:moveTo>
                <a:cubicBezTo>
                  <a:pt x="1109" y="53"/>
                  <a:pt x="1109" y="53"/>
                  <a:pt x="1109" y="53"/>
                </a:cubicBezTo>
                <a:cubicBezTo>
                  <a:pt x="1108" y="53"/>
                  <a:pt x="1118" y="54"/>
                  <a:pt x="1122" y="54"/>
                </a:cubicBezTo>
                <a:close/>
                <a:moveTo>
                  <a:pt x="1319" y="126"/>
                </a:moveTo>
                <a:cubicBezTo>
                  <a:pt x="1319" y="125"/>
                  <a:pt x="1319" y="125"/>
                  <a:pt x="1319" y="125"/>
                </a:cubicBezTo>
                <a:cubicBezTo>
                  <a:pt x="1319" y="124"/>
                  <a:pt x="1319" y="124"/>
                  <a:pt x="1319" y="124"/>
                </a:cubicBezTo>
                <a:cubicBezTo>
                  <a:pt x="1319" y="118"/>
                  <a:pt x="1316" y="112"/>
                  <a:pt x="1313" y="108"/>
                </a:cubicBezTo>
                <a:cubicBezTo>
                  <a:pt x="1309" y="103"/>
                  <a:pt x="1305" y="100"/>
                  <a:pt x="1301" y="97"/>
                </a:cubicBezTo>
                <a:cubicBezTo>
                  <a:pt x="1293" y="91"/>
                  <a:pt x="1285" y="88"/>
                  <a:pt x="1279" y="86"/>
                </a:cubicBezTo>
                <a:cubicBezTo>
                  <a:pt x="1280" y="86"/>
                  <a:pt x="1280" y="86"/>
                  <a:pt x="1278" y="85"/>
                </a:cubicBezTo>
                <a:cubicBezTo>
                  <a:pt x="1272" y="83"/>
                  <a:pt x="1269" y="82"/>
                  <a:pt x="1262" y="80"/>
                </a:cubicBezTo>
                <a:cubicBezTo>
                  <a:pt x="1239" y="73"/>
                  <a:pt x="1219" y="70"/>
                  <a:pt x="1199" y="67"/>
                </a:cubicBezTo>
                <a:cubicBezTo>
                  <a:pt x="1180" y="64"/>
                  <a:pt x="1162" y="61"/>
                  <a:pt x="1142" y="58"/>
                </a:cubicBezTo>
                <a:cubicBezTo>
                  <a:pt x="1137" y="58"/>
                  <a:pt x="1123" y="55"/>
                  <a:pt x="1119" y="55"/>
                </a:cubicBezTo>
                <a:cubicBezTo>
                  <a:pt x="1126" y="56"/>
                  <a:pt x="1135" y="57"/>
                  <a:pt x="1134" y="57"/>
                </a:cubicBezTo>
                <a:cubicBezTo>
                  <a:pt x="1122" y="56"/>
                  <a:pt x="1106" y="54"/>
                  <a:pt x="1098" y="53"/>
                </a:cubicBezTo>
                <a:cubicBezTo>
                  <a:pt x="1083" y="51"/>
                  <a:pt x="1076" y="50"/>
                  <a:pt x="1062" y="49"/>
                </a:cubicBezTo>
                <a:cubicBezTo>
                  <a:pt x="1059" y="48"/>
                  <a:pt x="1065" y="49"/>
                  <a:pt x="1058" y="48"/>
                </a:cubicBezTo>
                <a:cubicBezTo>
                  <a:pt x="1037" y="46"/>
                  <a:pt x="1027" y="45"/>
                  <a:pt x="1008" y="43"/>
                </a:cubicBezTo>
                <a:cubicBezTo>
                  <a:pt x="1003" y="43"/>
                  <a:pt x="980" y="41"/>
                  <a:pt x="974" y="41"/>
                </a:cubicBezTo>
                <a:cubicBezTo>
                  <a:pt x="968" y="40"/>
                  <a:pt x="980" y="41"/>
                  <a:pt x="975" y="41"/>
                </a:cubicBezTo>
                <a:cubicBezTo>
                  <a:pt x="927" y="38"/>
                  <a:pt x="927" y="38"/>
                  <a:pt x="927" y="38"/>
                </a:cubicBezTo>
                <a:cubicBezTo>
                  <a:pt x="923" y="38"/>
                  <a:pt x="920" y="38"/>
                  <a:pt x="914" y="38"/>
                </a:cubicBezTo>
                <a:cubicBezTo>
                  <a:pt x="909" y="37"/>
                  <a:pt x="915" y="37"/>
                  <a:pt x="908" y="37"/>
                </a:cubicBezTo>
                <a:cubicBezTo>
                  <a:pt x="902" y="37"/>
                  <a:pt x="913" y="38"/>
                  <a:pt x="912" y="38"/>
                </a:cubicBezTo>
                <a:cubicBezTo>
                  <a:pt x="903" y="37"/>
                  <a:pt x="905" y="38"/>
                  <a:pt x="900" y="38"/>
                </a:cubicBezTo>
                <a:cubicBezTo>
                  <a:pt x="888" y="37"/>
                  <a:pt x="880" y="37"/>
                  <a:pt x="869" y="37"/>
                </a:cubicBezTo>
                <a:cubicBezTo>
                  <a:pt x="835" y="36"/>
                  <a:pt x="835" y="36"/>
                  <a:pt x="835" y="36"/>
                </a:cubicBezTo>
                <a:cubicBezTo>
                  <a:pt x="811" y="36"/>
                  <a:pt x="811" y="36"/>
                  <a:pt x="811" y="36"/>
                </a:cubicBezTo>
                <a:cubicBezTo>
                  <a:pt x="786" y="36"/>
                  <a:pt x="786" y="36"/>
                  <a:pt x="786" y="36"/>
                </a:cubicBezTo>
                <a:cubicBezTo>
                  <a:pt x="781" y="36"/>
                  <a:pt x="790" y="36"/>
                  <a:pt x="782" y="36"/>
                </a:cubicBezTo>
                <a:cubicBezTo>
                  <a:pt x="749" y="36"/>
                  <a:pt x="716" y="37"/>
                  <a:pt x="692" y="38"/>
                </a:cubicBezTo>
                <a:cubicBezTo>
                  <a:pt x="729" y="36"/>
                  <a:pt x="757" y="36"/>
                  <a:pt x="790" y="36"/>
                </a:cubicBezTo>
                <a:cubicBezTo>
                  <a:pt x="795" y="36"/>
                  <a:pt x="804" y="36"/>
                  <a:pt x="809" y="36"/>
                </a:cubicBezTo>
                <a:cubicBezTo>
                  <a:pt x="811" y="36"/>
                  <a:pt x="804" y="36"/>
                  <a:pt x="811" y="36"/>
                </a:cubicBezTo>
                <a:cubicBezTo>
                  <a:pt x="818" y="36"/>
                  <a:pt x="818" y="36"/>
                  <a:pt x="818" y="36"/>
                </a:cubicBezTo>
                <a:cubicBezTo>
                  <a:pt x="814" y="36"/>
                  <a:pt x="821" y="36"/>
                  <a:pt x="823" y="37"/>
                </a:cubicBezTo>
                <a:cubicBezTo>
                  <a:pt x="851" y="37"/>
                  <a:pt x="873" y="37"/>
                  <a:pt x="898" y="38"/>
                </a:cubicBezTo>
                <a:cubicBezTo>
                  <a:pt x="902" y="38"/>
                  <a:pt x="894" y="38"/>
                  <a:pt x="900" y="38"/>
                </a:cubicBezTo>
                <a:cubicBezTo>
                  <a:pt x="927" y="39"/>
                  <a:pt x="927" y="39"/>
                  <a:pt x="927" y="39"/>
                </a:cubicBezTo>
                <a:cubicBezTo>
                  <a:pt x="930" y="40"/>
                  <a:pt x="937" y="40"/>
                  <a:pt x="933" y="40"/>
                </a:cubicBezTo>
                <a:cubicBezTo>
                  <a:pt x="901" y="38"/>
                  <a:pt x="856" y="37"/>
                  <a:pt x="817" y="37"/>
                </a:cubicBezTo>
                <a:cubicBezTo>
                  <a:pt x="806" y="37"/>
                  <a:pt x="793" y="37"/>
                  <a:pt x="787" y="37"/>
                </a:cubicBezTo>
                <a:cubicBezTo>
                  <a:pt x="804" y="37"/>
                  <a:pt x="818" y="37"/>
                  <a:pt x="833" y="38"/>
                </a:cubicBezTo>
                <a:cubicBezTo>
                  <a:pt x="853" y="38"/>
                  <a:pt x="874" y="38"/>
                  <a:pt x="893" y="39"/>
                </a:cubicBezTo>
                <a:cubicBezTo>
                  <a:pt x="906" y="40"/>
                  <a:pt x="906" y="40"/>
                  <a:pt x="906" y="40"/>
                </a:cubicBezTo>
                <a:cubicBezTo>
                  <a:pt x="920" y="40"/>
                  <a:pt x="920" y="40"/>
                  <a:pt x="920" y="40"/>
                </a:cubicBezTo>
                <a:cubicBezTo>
                  <a:pt x="929" y="41"/>
                  <a:pt x="929" y="41"/>
                  <a:pt x="929" y="41"/>
                </a:cubicBezTo>
                <a:cubicBezTo>
                  <a:pt x="937" y="41"/>
                  <a:pt x="944" y="41"/>
                  <a:pt x="953" y="42"/>
                </a:cubicBezTo>
                <a:cubicBezTo>
                  <a:pt x="968" y="43"/>
                  <a:pt x="983" y="44"/>
                  <a:pt x="999" y="46"/>
                </a:cubicBezTo>
                <a:cubicBezTo>
                  <a:pt x="1002" y="46"/>
                  <a:pt x="1001" y="46"/>
                  <a:pt x="997" y="46"/>
                </a:cubicBezTo>
                <a:cubicBezTo>
                  <a:pt x="977" y="44"/>
                  <a:pt x="974" y="44"/>
                  <a:pt x="954" y="43"/>
                </a:cubicBezTo>
                <a:cubicBezTo>
                  <a:pt x="956" y="43"/>
                  <a:pt x="958" y="43"/>
                  <a:pt x="957" y="43"/>
                </a:cubicBezTo>
                <a:cubicBezTo>
                  <a:pt x="951" y="43"/>
                  <a:pt x="949" y="42"/>
                  <a:pt x="945" y="42"/>
                </a:cubicBezTo>
                <a:cubicBezTo>
                  <a:pt x="960" y="43"/>
                  <a:pt x="958" y="43"/>
                  <a:pt x="953" y="43"/>
                </a:cubicBezTo>
                <a:cubicBezTo>
                  <a:pt x="916" y="41"/>
                  <a:pt x="870" y="39"/>
                  <a:pt x="840" y="39"/>
                </a:cubicBezTo>
                <a:cubicBezTo>
                  <a:pt x="836" y="39"/>
                  <a:pt x="834" y="39"/>
                  <a:pt x="829" y="39"/>
                </a:cubicBezTo>
                <a:cubicBezTo>
                  <a:pt x="794" y="38"/>
                  <a:pt x="755" y="38"/>
                  <a:pt x="718" y="40"/>
                </a:cubicBezTo>
                <a:cubicBezTo>
                  <a:pt x="761" y="39"/>
                  <a:pt x="805" y="38"/>
                  <a:pt x="854" y="39"/>
                </a:cubicBezTo>
                <a:cubicBezTo>
                  <a:pt x="856" y="39"/>
                  <a:pt x="854" y="39"/>
                  <a:pt x="859" y="40"/>
                </a:cubicBezTo>
                <a:cubicBezTo>
                  <a:pt x="880" y="40"/>
                  <a:pt x="904" y="41"/>
                  <a:pt x="920" y="42"/>
                </a:cubicBezTo>
                <a:cubicBezTo>
                  <a:pt x="941" y="44"/>
                  <a:pt x="941" y="44"/>
                  <a:pt x="941" y="44"/>
                </a:cubicBezTo>
                <a:cubicBezTo>
                  <a:pt x="993" y="47"/>
                  <a:pt x="1030" y="51"/>
                  <a:pt x="1079" y="57"/>
                </a:cubicBezTo>
                <a:cubicBezTo>
                  <a:pt x="1079" y="57"/>
                  <a:pt x="1082" y="57"/>
                  <a:pt x="1084" y="57"/>
                </a:cubicBezTo>
                <a:cubicBezTo>
                  <a:pt x="1073" y="57"/>
                  <a:pt x="1073" y="57"/>
                  <a:pt x="1073" y="57"/>
                </a:cubicBezTo>
                <a:cubicBezTo>
                  <a:pt x="1049" y="54"/>
                  <a:pt x="1049" y="54"/>
                  <a:pt x="1049" y="54"/>
                </a:cubicBezTo>
                <a:cubicBezTo>
                  <a:pt x="1008" y="50"/>
                  <a:pt x="950" y="45"/>
                  <a:pt x="898" y="43"/>
                </a:cubicBezTo>
                <a:cubicBezTo>
                  <a:pt x="892" y="43"/>
                  <a:pt x="897" y="43"/>
                  <a:pt x="901" y="44"/>
                </a:cubicBezTo>
                <a:cubicBezTo>
                  <a:pt x="926" y="45"/>
                  <a:pt x="948" y="46"/>
                  <a:pt x="975" y="48"/>
                </a:cubicBezTo>
                <a:cubicBezTo>
                  <a:pt x="984" y="50"/>
                  <a:pt x="974" y="49"/>
                  <a:pt x="954" y="48"/>
                </a:cubicBezTo>
                <a:cubicBezTo>
                  <a:pt x="937" y="47"/>
                  <a:pt x="914" y="45"/>
                  <a:pt x="893" y="45"/>
                </a:cubicBezTo>
                <a:cubicBezTo>
                  <a:pt x="871" y="44"/>
                  <a:pt x="851" y="43"/>
                  <a:pt x="841" y="43"/>
                </a:cubicBezTo>
                <a:cubicBezTo>
                  <a:pt x="791" y="42"/>
                  <a:pt x="742" y="43"/>
                  <a:pt x="693" y="45"/>
                </a:cubicBezTo>
                <a:cubicBezTo>
                  <a:pt x="689" y="45"/>
                  <a:pt x="689" y="45"/>
                  <a:pt x="689" y="45"/>
                </a:cubicBezTo>
                <a:cubicBezTo>
                  <a:pt x="689" y="45"/>
                  <a:pt x="689" y="45"/>
                  <a:pt x="689" y="45"/>
                </a:cubicBezTo>
                <a:cubicBezTo>
                  <a:pt x="688" y="45"/>
                  <a:pt x="688" y="45"/>
                  <a:pt x="688" y="45"/>
                </a:cubicBezTo>
                <a:cubicBezTo>
                  <a:pt x="686" y="45"/>
                  <a:pt x="686" y="45"/>
                  <a:pt x="686" y="45"/>
                </a:cubicBezTo>
                <a:cubicBezTo>
                  <a:pt x="686" y="45"/>
                  <a:pt x="687" y="45"/>
                  <a:pt x="688" y="45"/>
                </a:cubicBezTo>
                <a:cubicBezTo>
                  <a:pt x="689" y="45"/>
                  <a:pt x="689" y="45"/>
                  <a:pt x="689" y="45"/>
                </a:cubicBezTo>
                <a:cubicBezTo>
                  <a:pt x="689" y="45"/>
                  <a:pt x="689" y="45"/>
                  <a:pt x="689" y="45"/>
                </a:cubicBezTo>
                <a:cubicBezTo>
                  <a:pt x="689" y="45"/>
                  <a:pt x="689" y="45"/>
                  <a:pt x="689" y="45"/>
                </a:cubicBezTo>
                <a:cubicBezTo>
                  <a:pt x="692" y="45"/>
                  <a:pt x="692" y="45"/>
                  <a:pt x="692" y="45"/>
                </a:cubicBezTo>
                <a:cubicBezTo>
                  <a:pt x="701" y="45"/>
                  <a:pt x="701" y="45"/>
                  <a:pt x="701" y="45"/>
                </a:cubicBezTo>
                <a:cubicBezTo>
                  <a:pt x="701" y="45"/>
                  <a:pt x="703" y="44"/>
                  <a:pt x="707" y="44"/>
                </a:cubicBezTo>
                <a:cubicBezTo>
                  <a:pt x="756" y="43"/>
                  <a:pt x="811" y="43"/>
                  <a:pt x="855" y="43"/>
                </a:cubicBezTo>
                <a:cubicBezTo>
                  <a:pt x="873" y="44"/>
                  <a:pt x="908" y="45"/>
                  <a:pt x="926" y="47"/>
                </a:cubicBezTo>
                <a:cubicBezTo>
                  <a:pt x="922" y="47"/>
                  <a:pt x="907" y="46"/>
                  <a:pt x="888" y="46"/>
                </a:cubicBezTo>
                <a:cubicBezTo>
                  <a:pt x="907" y="46"/>
                  <a:pt x="925" y="48"/>
                  <a:pt x="941" y="49"/>
                </a:cubicBezTo>
                <a:cubicBezTo>
                  <a:pt x="955" y="49"/>
                  <a:pt x="978" y="51"/>
                  <a:pt x="985" y="52"/>
                </a:cubicBezTo>
                <a:cubicBezTo>
                  <a:pt x="986" y="52"/>
                  <a:pt x="984" y="52"/>
                  <a:pt x="985" y="52"/>
                </a:cubicBezTo>
                <a:cubicBezTo>
                  <a:pt x="986" y="52"/>
                  <a:pt x="996" y="53"/>
                  <a:pt x="997" y="53"/>
                </a:cubicBezTo>
                <a:cubicBezTo>
                  <a:pt x="1004" y="53"/>
                  <a:pt x="1003" y="53"/>
                  <a:pt x="1011" y="54"/>
                </a:cubicBezTo>
                <a:cubicBezTo>
                  <a:pt x="1022" y="55"/>
                  <a:pt x="1022" y="55"/>
                  <a:pt x="1029" y="56"/>
                </a:cubicBezTo>
                <a:cubicBezTo>
                  <a:pt x="1067" y="59"/>
                  <a:pt x="1104" y="64"/>
                  <a:pt x="1142" y="69"/>
                </a:cubicBezTo>
                <a:cubicBezTo>
                  <a:pt x="1154" y="71"/>
                  <a:pt x="1154" y="71"/>
                  <a:pt x="1154" y="71"/>
                </a:cubicBezTo>
                <a:cubicBezTo>
                  <a:pt x="1158" y="72"/>
                  <a:pt x="1155" y="72"/>
                  <a:pt x="1159" y="72"/>
                </a:cubicBezTo>
                <a:cubicBezTo>
                  <a:pt x="1162" y="73"/>
                  <a:pt x="1161" y="72"/>
                  <a:pt x="1165" y="73"/>
                </a:cubicBezTo>
                <a:cubicBezTo>
                  <a:pt x="1179" y="75"/>
                  <a:pt x="1196" y="78"/>
                  <a:pt x="1211" y="81"/>
                </a:cubicBezTo>
                <a:cubicBezTo>
                  <a:pt x="1229" y="84"/>
                  <a:pt x="1249" y="88"/>
                  <a:pt x="1267" y="94"/>
                </a:cubicBezTo>
                <a:cubicBezTo>
                  <a:pt x="1275" y="97"/>
                  <a:pt x="1284" y="101"/>
                  <a:pt x="1291" y="105"/>
                </a:cubicBezTo>
                <a:cubicBezTo>
                  <a:pt x="1298" y="109"/>
                  <a:pt x="1303" y="114"/>
                  <a:pt x="1305" y="119"/>
                </a:cubicBezTo>
                <a:cubicBezTo>
                  <a:pt x="1306" y="122"/>
                  <a:pt x="1306" y="121"/>
                  <a:pt x="1306" y="121"/>
                </a:cubicBezTo>
                <a:cubicBezTo>
                  <a:pt x="1306" y="121"/>
                  <a:pt x="1306" y="121"/>
                  <a:pt x="1307" y="124"/>
                </a:cubicBezTo>
                <a:cubicBezTo>
                  <a:pt x="1307" y="125"/>
                  <a:pt x="1307" y="126"/>
                  <a:pt x="1307" y="126"/>
                </a:cubicBezTo>
                <a:cubicBezTo>
                  <a:pt x="1307" y="127"/>
                  <a:pt x="1306" y="127"/>
                  <a:pt x="1306" y="128"/>
                </a:cubicBezTo>
                <a:cubicBezTo>
                  <a:pt x="1304" y="130"/>
                  <a:pt x="1302" y="132"/>
                  <a:pt x="1300" y="134"/>
                </a:cubicBezTo>
                <a:cubicBezTo>
                  <a:pt x="1296" y="138"/>
                  <a:pt x="1291" y="142"/>
                  <a:pt x="1285" y="145"/>
                </a:cubicBezTo>
                <a:cubicBezTo>
                  <a:pt x="1274" y="152"/>
                  <a:pt x="1262" y="158"/>
                  <a:pt x="1250" y="163"/>
                </a:cubicBezTo>
                <a:cubicBezTo>
                  <a:pt x="1247" y="164"/>
                  <a:pt x="1244" y="165"/>
                  <a:pt x="1241" y="166"/>
                </a:cubicBezTo>
                <a:cubicBezTo>
                  <a:pt x="1231" y="169"/>
                  <a:pt x="1231" y="169"/>
                  <a:pt x="1231" y="169"/>
                </a:cubicBezTo>
                <a:cubicBezTo>
                  <a:pt x="1224" y="171"/>
                  <a:pt x="1218" y="173"/>
                  <a:pt x="1211" y="175"/>
                </a:cubicBezTo>
                <a:cubicBezTo>
                  <a:pt x="1198" y="178"/>
                  <a:pt x="1184" y="182"/>
                  <a:pt x="1171" y="185"/>
                </a:cubicBezTo>
                <a:cubicBezTo>
                  <a:pt x="1167" y="186"/>
                  <a:pt x="1170" y="185"/>
                  <a:pt x="1164" y="186"/>
                </a:cubicBezTo>
                <a:cubicBezTo>
                  <a:pt x="1156" y="188"/>
                  <a:pt x="1158" y="188"/>
                  <a:pt x="1152" y="189"/>
                </a:cubicBezTo>
                <a:cubicBezTo>
                  <a:pt x="1147" y="190"/>
                  <a:pt x="1144" y="191"/>
                  <a:pt x="1141" y="191"/>
                </a:cubicBezTo>
                <a:cubicBezTo>
                  <a:pt x="1110" y="197"/>
                  <a:pt x="1078" y="201"/>
                  <a:pt x="1045" y="205"/>
                </a:cubicBezTo>
                <a:cubicBezTo>
                  <a:pt x="1013" y="208"/>
                  <a:pt x="980" y="210"/>
                  <a:pt x="947" y="213"/>
                </a:cubicBezTo>
                <a:cubicBezTo>
                  <a:pt x="885" y="217"/>
                  <a:pt x="823" y="220"/>
                  <a:pt x="765" y="221"/>
                </a:cubicBezTo>
                <a:cubicBezTo>
                  <a:pt x="719" y="222"/>
                  <a:pt x="675" y="223"/>
                  <a:pt x="633" y="222"/>
                </a:cubicBezTo>
                <a:cubicBezTo>
                  <a:pt x="578" y="222"/>
                  <a:pt x="530" y="221"/>
                  <a:pt x="478" y="219"/>
                </a:cubicBezTo>
                <a:cubicBezTo>
                  <a:pt x="441" y="218"/>
                  <a:pt x="400" y="216"/>
                  <a:pt x="368" y="214"/>
                </a:cubicBezTo>
                <a:cubicBezTo>
                  <a:pt x="350" y="214"/>
                  <a:pt x="350" y="214"/>
                  <a:pt x="350" y="214"/>
                </a:cubicBezTo>
                <a:cubicBezTo>
                  <a:pt x="321" y="212"/>
                  <a:pt x="321" y="212"/>
                  <a:pt x="321" y="212"/>
                </a:cubicBezTo>
                <a:cubicBezTo>
                  <a:pt x="296" y="210"/>
                  <a:pt x="270" y="209"/>
                  <a:pt x="244" y="206"/>
                </a:cubicBezTo>
                <a:cubicBezTo>
                  <a:pt x="215" y="204"/>
                  <a:pt x="188" y="201"/>
                  <a:pt x="160" y="198"/>
                </a:cubicBezTo>
                <a:cubicBezTo>
                  <a:pt x="144" y="196"/>
                  <a:pt x="129" y="194"/>
                  <a:pt x="114" y="191"/>
                </a:cubicBezTo>
                <a:cubicBezTo>
                  <a:pt x="103" y="189"/>
                  <a:pt x="93" y="187"/>
                  <a:pt x="82" y="185"/>
                </a:cubicBezTo>
                <a:cubicBezTo>
                  <a:pt x="68" y="182"/>
                  <a:pt x="53" y="178"/>
                  <a:pt x="40" y="172"/>
                </a:cubicBezTo>
                <a:cubicBezTo>
                  <a:pt x="33" y="170"/>
                  <a:pt x="26" y="166"/>
                  <a:pt x="22" y="163"/>
                </a:cubicBezTo>
                <a:cubicBezTo>
                  <a:pt x="17" y="159"/>
                  <a:pt x="14" y="154"/>
                  <a:pt x="14" y="149"/>
                </a:cubicBezTo>
                <a:cubicBezTo>
                  <a:pt x="14" y="144"/>
                  <a:pt x="19" y="137"/>
                  <a:pt x="26" y="131"/>
                </a:cubicBezTo>
                <a:cubicBezTo>
                  <a:pt x="33" y="126"/>
                  <a:pt x="41" y="121"/>
                  <a:pt x="50" y="117"/>
                </a:cubicBezTo>
                <a:cubicBezTo>
                  <a:pt x="67" y="108"/>
                  <a:pt x="85" y="101"/>
                  <a:pt x="103" y="95"/>
                </a:cubicBezTo>
                <a:cubicBezTo>
                  <a:pt x="144" y="82"/>
                  <a:pt x="195" y="70"/>
                  <a:pt x="235" y="61"/>
                </a:cubicBezTo>
                <a:cubicBezTo>
                  <a:pt x="268" y="55"/>
                  <a:pt x="302" y="49"/>
                  <a:pt x="340" y="44"/>
                </a:cubicBezTo>
                <a:cubicBezTo>
                  <a:pt x="350" y="42"/>
                  <a:pt x="350" y="42"/>
                  <a:pt x="350" y="42"/>
                </a:cubicBezTo>
                <a:cubicBezTo>
                  <a:pt x="407" y="35"/>
                  <a:pt x="471" y="28"/>
                  <a:pt x="517" y="25"/>
                </a:cubicBezTo>
                <a:cubicBezTo>
                  <a:pt x="534" y="24"/>
                  <a:pt x="549" y="23"/>
                  <a:pt x="565" y="22"/>
                </a:cubicBezTo>
                <a:cubicBezTo>
                  <a:pt x="583" y="21"/>
                  <a:pt x="599" y="20"/>
                  <a:pt x="616" y="19"/>
                </a:cubicBezTo>
                <a:cubicBezTo>
                  <a:pt x="632" y="19"/>
                  <a:pt x="632" y="19"/>
                  <a:pt x="632" y="19"/>
                </a:cubicBezTo>
                <a:cubicBezTo>
                  <a:pt x="649" y="18"/>
                  <a:pt x="666" y="17"/>
                  <a:pt x="684" y="17"/>
                </a:cubicBezTo>
                <a:cubicBezTo>
                  <a:pt x="712" y="16"/>
                  <a:pt x="742" y="16"/>
                  <a:pt x="774" y="16"/>
                </a:cubicBezTo>
                <a:cubicBezTo>
                  <a:pt x="799" y="16"/>
                  <a:pt x="836" y="16"/>
                  <a:pt x="864" y="16"/>
                </a:cubicBezTo>
                <a:cubicBezTo>
                  <a:pt x="912" y="18"/>
                  <a:pt x="961" y="19"/>
                  <a:pt x="1010" y="23"/>
                </a:cubicBezTo>
                <a:cubicBezTo>
                  <a:pt x="1026" y="24"/>
                  <a:pt x="1041" y="26"/>
                  <a:pt x="1058" y="27"/>
                </a:cubicBezTo>
                <a:cubicBezTo>
                  <a:pt x="1075" y="29"/>
                  <a:pt x="1096" y="31"/>
                  <a:pt x="1117" y="35"/>
                </a:cubicBezTo>
                <a:cubicBezTo>
                  <a:pt x="1123" y="36"/>
                  <a:pt x="1123" y="36"/>
                  <a:pt x="1123" y="36"/>
                </a:cubicBezTo>
                <a:cubicBezTo>
                  <a:pt x="1123" y="36"/>
                  <a:pt x="1123" y="36"/>
                  <a:pt x="1123" y="36"/>
                </a:cubicBezTo>
                <a:cubicBezTo>
                  <a:pt x="1124" y="36"/>
                  <a:pt x="1124" y="36"/>
                  <a:pt x="1124" y="36"/>
                </a:cubicBezTo>
                <a:cubicBezTo>
                  <a:pt x="1125" y="36"/>
                  <a:pt x="1125" y="36"/>
                  <a:pt x="1125" y="36"/>
                </a:cubicBezTo>
                <a:cubicBezTo>
                  <a:pt x="1125" y="36"/>
                  <a:pt x="1127" y="36"/>
                  <a:pt x="1127" y="37"/>
                </a:cubicBezTo>
                <a:cubicBezTo>
                  <a:pt x="1127" y="38"/>
                  <a:pt x="1128" y="36"/>
                  <a:pt x="1129" y="37"/>
                </a:cubicBezTo>
                <a:cubicBezTo>
                  <a:pt x="1129" y="37"/>
                  <a:pt x="1129" y="37"/>
                  <a:pt x="1129" y="38"/>
                </a:cubicBezTo>
                <a:cubicBezTo>
                  <a:pt x="1129" y="38"/>
                  <a:pt x="1129" y="38"/>
                  <a:pt x="1130" y="38"/>
                </a:cubicBezTo>
                <a:cubicBezTo>
                  <a:pt x="1130" y="38"/>
                  <a:pt x="1130" y="39"/>
                  <a:pt x="1131" y="39"/>
                </a:cubicBezTo>
                <a:cubicBezTo>
                  <a:pt x="1131" y="39"/>
                  <a:pt x="1131" y="39"/>
                  <a:pt x="1131" y="39"/>
                </a:cubicBezTo>
                <a:cubicBezTo>
                  <a:pt x="1132" y="39"/>
                  <a:pt x="1132" y="39"/>
                  <a:pt x="1133" y="39"/>
                </a:cubicBezTo>
                <a:cubicBezTo>
                  <a:pt x="1133" y="39"/>
                  <a:pt x="1134" y="39"/>
                  <a:pt x="1134" y="39"/>
                </a:cubicBezTo>
                <a:cubicBezTo>
                  <a:pt x="1135" y="39"/>
                  <a:pt x="1135" y="39"/>
                  <a:pt x="1135" y="39"/>
                </a:cubicBezTo>
                <a:cubicBezTo>
                  <a:pt x="1136" y="39"/>
                  <a:pt x="1136" y="39"/>
                  <a:pt x="1137" y="38"/>
                </a:cubicBezTo>
                <a:cubicBezTo>
                  <a:pt x="1137" y="38"/>
                  <a:pt x="1138" y="38"/>
                  <a:pt x="1138" y="38"/>
                </a:cubicBezTo>
                <a:cubicBezTo>
                  <a:pt x="1138" y="38"/>
                  <a:pt x="1139" y="38"/>
                  <a:pt x="1139" y="38"/>
                </a:cubicBezTo>
                <a:cubicBezTo>
                  <a:pt x="1140" y="37"/>
                  <a:pt x="1141" y="36"/>
                  <a:pt x="1142" y="36"/>
                </a:cubicBezTo>
                <a:cubicBezTo>
                  <a:pt x="1142" y="36"/>
                  <a:pt x="1142" y="35"/>
                  <a:pt x="1143" y="35"/>
                </a:cubicBezTo>
                <a:cubicBezTo>
                  <a:pt x="1143" y="35"/>
                  <a:pt x="1143" y="35"/>
                  <a:pt x="1143" y="35"/>
                </a:cubicBezTo>
                <a:cubicBezTo>
                  <a:pt x="1143" y="34"/>
                  <a:pt x="1143" y="33"/>
                  <a:pt x="1144" y="33"/>
                </a:cubicBezTo>
                <a:cubicBezTo>
                  <a:pt x="1144" y="33"/>
                  <a:pt x="1144" y="33"/>
                  <a:pt x="1144" y="33"/>
                </a:cubicBezTo>
                <a:cubicBezTo>
                  <a:pt x="1144" y="32"/>
                  <a:pt x="1144" y="31"/>
                  <a:pt x="1144" y="30"/>
                </a:cubicBezTo>
                <a:cubicBezTo>
                  <a:pt x="1144" y="29"/>
                  <a:pt x="1144" y="28"/>
                  <a:pt x="1144" y="28"/>
                </a:cubicBezTo>
                <a:cubicBezTo>
                  <a:pt x="1144" y="28"/>
                  <a:pt x="1144" y="27"/>
                  <a:pt x="1144" y="27"/>
                </a:cubicBezTo>
                <a:cubicBezTo>
                  <a:pt x="1144" y="26"/>
                  <a:pt x="1143" y="26"/>
                  <a:pt x="1143" y="26"/>
                </a:cubicBezTo>
                <a:cubicBezTo>
                  <a:pt x="1143" y="25"/>
                  <a:pt x="1143" y="25"/>
                  <a:pt x="1143" y="25"/>
                </a:cubicBezTo>
                <a:cubicBezTo>
                  <a:pt x="1143" y="25"/>
                  <a:pt x="1142" y="24"/>
                  <a:pt x="1142" y="24"/>
                </a:cubicBezTo>
                <a:cubicBezTo>
                  <a:pt x="1142" y="24"/>
                  <a:pt x="1142" y="24"/>
                  <a:pt x="1142" y="24"/>
                </a:cubicBezTo>
                <a:cubicBezTo>
                  <a:pt x="1141" y="23"/>
                  <a:pt x="1141" y="22"/>
                  <a:pt x="1140" y="22"/>
                </a:cubicBezTo>
                <a:cubicBezTo>
                  <a:pt x="1140" y="22"/>
                  <a:pt x="1139" y="21"/>
                  <a:pt x="1139" y="21"/>
                </a:cubicBezTo>
                <a:cubicBezTo>
                  <a:pt x="1138" y="21"/>
                  <a:pt x="1137" y="21"/>
                  <a:pt x="1137" y="20"/>
                </a:cubicBezTo>
                <a:cubicBezTo>
                  <a:pt x="1137" y="20"/>
                  <a:pt x="1137" y="20"/>
                  <a:pt x="1137" y="20"/>
                </a:cubicBezTo>
                <a:cubicBezTo>
                  <a:pt x="1137" y="20"/>
                  <a:pt x="1136" y="20"/>
                  <a:pt x="1136" y="20"/>
                </a:cubicBezTo>
                <a:cubicBezTo>
                  <a:pt x="1136" y="20"/>
                  <a:pt x="1135" y="20"/>
                  <a:pt x="1135" y="20"/>
                </a:cubicBezTo>
                <a:cubicBezTo>
                  <a:pt x="1135" y="20"/>
                  <a:pt x="1134" y="19"/>
                  <a:pt x="1134" y="19"/>
                </a:cubicBezTo>
                <a:cubicBezTo>
                  <a:pt x="1134" y="19"/>
                  <a:pt x="1134" y="20"/>
                  <a:pt x="1133" y="20"/>
                </a:cubicBezTo>
                <a:cubicBezTo>
                  <a:pt x="1133" y="20"/>
                  <a:pt x="1132" y="19"/>
                  <a:pt x="1132" y="19"/>
                </a:cubicBezTo>
                <a:cubicBezTo>
                  <a:pt x="1131" y="19"/>
                  <a:pt x="1131" y="19"/>
                  <a:pt x="1131" y="19"/>
                </a:cubicBezTo>
                <a:cubicBezTo>
                  <a:pt x="1131" y="19"/>
                  <a:pt x="1130" y="19"/>
                  <a:pt x="1130" y="20"/>
                </a:cubicBezTo>
                <a:cubicBezTo>
                  <a:pt x="1130" y="20"/>
                  <a:pt x="1128" y="19"/>
                  <a:pt x="1127" y="20"/>
                </a:cubicBezTo>
                <a:cubicBezTo>
                  <a:pt x="1127" y="19"/>
                  <a:pt x="1127" y="19"/>
                  <a:pt x="1126" y="19"/>
                </a:cubicBezTo>
                <a:cubicBezTo>
                  <a:pt x="1126" y="19"/>
                  <a:pt x="1126" y="19"/>
                  <a:pt x="1126" y="19"/>
                </a:cubicBezTo>
                <a:cubicBezTo>
                  <a:pt x="1126" y="19"/>
                  <a:pt x="1126" y="19"/>
                  <a:pt x="1126" y="19"/>
                </a:cubicBezTo>
                <a:cubicBezTo>
                  <a:pt x="1122" y="19"/>
                  <a:pt x="1122" y="19"/>
                  <a:pt x="1122" y="19"/>
                </a:cubicBezTo>
                <a:cubicBezTo>
                  <a:pt x="1103" y="16"/>
                  <a:pt x="1103" y="16"/>
                  <a:pt x="1103" y="16"/>
                </a:cubicBezTo>
                <a:cubicBezTo>
                  <a:pt x="1098" y="15"/>
                  <a:pt x="1092" y="15"/>
                  <a:pt x="1087" y="14"/>
                </a:cubicBezTo>
                <a:cubicBezTo>
                  <a:pt x="1078" y="13"/>
                  <a:pt x="1067" y="12"/>
                  <a:pt x="1056" y="11"/>
                </a:cubicBezTo>
                <a:cubicBezTo>
                  <a:pt x="1037" y="9"/>
                  <a:pt x="1021" y="8"/>
                  <a:pt x="1005" y="7"/>
                </a:cubicBezTo>
                <a:cubicBezTo>
                  <a:pt x="981" y="5"/>
                  <a:pt x="964" y="4"/>
                  <a:pt x="944" y="3"/>
                </a:cubicBezTo>
                <a:cubicBezTo>
                  <a:pt x="920" y="2"/>
                  <a:pt x="920" y="2"/>
                  <a:pt x="920" y="2"/>
                </a:cubicBezTo>
                <a:cubicBezTo>
                  <a:pt x="898" y="2"/>
                  <a:pt x="898" y="2"/>
                  <a:pt x="898" y="2"/>
                </a:cubicBezTo>
                <a:cubicBezTo>
                  <a:pt x="875" y="1"/>
                  <a:pt x="875" y="1"/>
                  <a:pt x="875" y="1"/>
                </a:cubicBezTo>
                <a:cubicBezTo>
                  <a:pt x="860" y="1"/>
                  <a:pt x="860" y="1"/>
                  <a:pt x="860" y="1"/>
                </a:cubicBezTo>
                <a:cubicBezTo>
                  <a:pt x="844" y="0"/>
                  <a:pt x="844" y="0"/>
                  <a:pt x="844" y="0"/>
                </a:cubicBezTo>
                <a:cubicBezTo>
                  <a:pt x="824" y="0"/>
                  <a:pt x="824" y="0"/>
                  <a:pt x="824" y="0"/>
                </a:cubicBezTo>
                <a:cubicBezTo>
                  <a:pt x="800" y="0"/>
                  <a:pt x="773" y="0"/>
                  <a:pt x="750" y="1"/>
                </a:cubicBezTo>
                <a:cubicBezTo>
                  <a:pt x="708" y="1"/>
                  <a:pt x="671" y="2"/>
                  <a:pt x="622" y="4"/>
                </a:cubicBezTo>
                <a:cubicBezTo>
                  <a:pt x="587" y="6"/>
                  <a:pt x="587" y="6"/>
                  <a:pt x="587" y="6"/>
                </a:cubicBezTo>
                <a:cubicBezTo>
                  <a:pt x="584" y="6"/>
                  <a:pt x="584" y="6"/>
                  <a:pt x="580" y="6"/>
                </a:cubicBezTo>
                <a:cubicBezTo>
                  <a:pt x="554" y="7"/>
                  <a:pt x="527" y="10"/>
                  <a:pt x="500" y="11"/>
                </a:cubicBezTo>
                <a:cubicBezTo>
                  <a:pt x="497" y="12"/>
                  <a:pt x="497" y="12"/>
                  <a:pt x="497" y="12"/>
                </a:cubicBezTo>
                <a:cubicBezTo>
                  <a:pt x="460" y="14"/>
                  <a:pt x="414" y="19"/>
                  <a:pt x="385" y="23"/>
                </a:cubicBezTo>
                <a:cubicBezTo>
                  <a:pt x="363" y="25"/>
                  <a:pt x="337" y="29"/>
                  <a:pt x="309" y="33"/>
                </a:cubicBezTo>
                <a:cubicBezTo>
                  <a:pt x="297" y="35"/>
                  <a:pt x="284" y="37"/>
                  <a:pt x="272" y="39"/>
                </a:cubicBezTo>
                <a:cubicBezTo>
                  <a:pt x="249" y="44"/>
                  <a:pt x="218" y="50"/>
                  <a:pt x="196" y="55"/>
                </a:cubicBezTo>
                <a:cubicBezTo>
                  <a:pt x="176" y="60"/>
                  <a:pt x="176" y="60"/>
                  <a:pt x="176" y="60"/>
                </a:cubicBezTo>
                <a:cubicBezTo>
                  <a:pt x="164" y="63"/>
                  <a:pt x="152" y="66"/>
                  <a:pt x="139" y="69"/>
                </a:cubicBezTo>
                <a:cubicBezTo>
                  <a:pt x="115" y="76"/>
                  <a:pt x="89" y="84"/>
                  <a:pt x="65" y="94"/>
                </a:cubicBezTo>
                <a:cubicBezTo>
                  <a:pt x="53" y="99"/>
                  <a:pt x="41" y="104"/>
                  <a:pt x="30" y="111"/>
                </a:cubicBezTo>
                <a:cubicBezTo>
                  <a:pt x="25" y="114"/>
                  <a:pt x="19" y="118"/>
                  <a:pt x="15" y="122"/>
                </a:cubicBezTo>
                <a:cubicBezTo>
                  <a:pt x="10" y="127"/>
                  <a:pt x="5" y="131"/>
                  <a:pt x="2" y="138"/>
                </a:cubicBezTo>
                <a:cubicBezTo>
                  <a:pt x="1" y="142"/>
                  <a:pt x="0" y="146"/>
                  <a:pt x="0" y="151"/>
                </a:cubicBezTo>
                <a:cubicBezTo>
                  <a:pt x="0" y="155"/>
                  <a:pt x="1" y="159"/>
                  <a:pt x="3" y="163"/>
                </a:cubicBezTo>
                <a:cubicBezTo>
                  <a:pt x="4" y="165"/>
                  <a:pt x="6" y="166"/>
                  <a:pt x="7" y="168"/>
                </a:cubicBezTo>
                <a:cubicBezTo>
                  <a:pt x="8" y="169"/>
                  <a:pt x="10" y="171"/>
                  <a:pt x="11" y="172"/>
                </a:cubicBezTo>
                <a:cubicBezTo>
                  <a:pt x="14" y="175"/>
                  <a:pt x="17" y="177"/>
                  <a:pt x="21" y="179"/>
                </a:cubicBezTo>
                <a:cubicBezTo>
                  <a:pt x="33" y="186"/>
                  <a:pt x="45" y="190"/>
                  <a:pt x="58" y="193"/>
                </a:cubicBezTo>
                <a:cubicBezTo>
                  <a:pt x="70" y="197"/>
                  <a:pt x="83" y="200"/>
                  <a:pt x="95" y="202"/>
                </a:cubicBezTo>
                <a:cubicBezTo>
                  <a:pt x="101" y="203"/>
                  <a:pt x="108" y="204"/>
                  <a:pt x="113" y="205"/>
                </a:cubicBezTo>
                <a:cubicBezTo>
                  <a:pt x="128" y="208"/>
                  <a:pt x="142" y="210"/>
                  <a:pt x="158" y="212"/>
                </a:cubicBezTo>
                <a:cubicBezTo>
                  <a:pt x="197" y="217"/>
                  <a:pt x="236" y="220"/>
                  <a:pt x="272" y="223"/>
                </a:cubicBezTo>
                <a:cubicBezTo>
                  <a:pt x="318" y="226"/>
                  <a:pt x="386" y="230"/>
                  <a:pt x="440" y="232"/>
                </a:cubicBezTo>
                <a:cubicBezTo>
                  <a:pt x="452" y="232"/>
                  <a:pt x="464" y="233"/>
                  <a:pt x="476" y="233"/>
                </a:cubicBezTo>
                <a:cubicBezTo>
                  <a:pt x="515" y="234"/>
                  <a:pt x="564" y="235"/>
                  <a:pt x="605" y="236"/>
                </a:cubicBezTo>
                <a:cubicBezTo>
                  <a:pt x="690" y="237"/>
                  <a:pt x="777" y="235"/>
                  <a:pt x="863" y="231"/>
                </a:cubicBezTo>
                <a:cubicBezTo>
                  <a:pt x="906" y="229"/>
                  <a:pt x="950" y="227"/>
                  <a:pt x="992" y="223"/>
                </a:cubicBezTo>
                <a:cubicBezTo>
                  <a:pt x="1035" y="220"/>
                  <a:pt x="1078" y="216"/>
                  <a:pt x="1120" y="209"/>
                </a:cubicBezTo>
                <a:cubicBezTo>
                  <a:pt x="1133" y="207"/>
                  <a:pt x="1153" y="203"/>
                  <a:pt x="1164" y="200"/>
                </a:cubicBezTo>
                <a:cubicBezTo>
                  <a:pt x="1167" y="200"/>
                  <a:pt x="1174" y="198"/>
                  <a:pt x="1180" y="197"/>
                </a:cubicBezTo>
                <a:cubicBezTo>
                  <a:pt x="1201" y="191"/>
                  <a:pt x="1226" y="184"/>
                  <a:pt x="1252" y="176"/>
                </a:cubicBezTo>
                <a:cubicBezTo>
                  <a:pt x="1259" y="174"/>
                  <a:pt x="1274" y="167"/>
                  <a:pt x="1282" y="162"/>
                </a:cubicBezTo>
                <a:cubicBezTo>
                  <a:pt x="1286" y="160"/>
                  <a:pt x="1277" y="165"/>
                  <a:pt x="1284" y="161"/>
                </a:cubicBezTo>
                <a:cubicBezTo>
                  <a:pt x="1288" y="159"/>
                  <a:pt x="1294" y="155"/>
                  <a:pt x="1301" y="150"/>
                </a:cubicBezTo>
                <a:cubicBezTo>
                  <a:pt x="1304" y="148"/>
                  <a:pt x="1308" y="145"/>
                  <a:pt x="1311" y="141"/>
                </a:cubicBezTo>
                <a:cubicBezTo>
                  <a:pt x="1313" y="139"/>
                  <a:pt x="1315" y="137"/>
                  <a:pt x="1317" y="134"/>
                </a:cubicBezTo>
                <a:cubicBezTo>
                  <a:pt x="1317" y="133"/>
                  <a:pt x="1318" y="132"/>
                  <a:pt x="1319" y="130"/>
                </a:cubicBezTo>
                <a:cubicBezTo>
                  <a:pt x="1319" y="129"/>
                  <a:pt x="1319" y="128"/>
                  <a:pt x="1319" y="127"/>
                </a:cubicBezTo>
                <a:cubicBezTo>
                  <a:pt x="1319" y="126"/>
                  <a:pt x="1319" y="126"/>
                  <a:pt x="1319" y="126"/>
                </a:cubicBezTo>
                <a:close/>
                <a:moveTo>
                  <a:pt x="1104" y="52"/>
                </a:moveTo>
                <a:cubicBezTo>
                  <a:pt x="1102" y="51"/>
                  <a:pt x="1092" y="50"/>
                  <a:pt x="1091" y="50"/>
                </a:cubicBezTo>
                <a:cubicBezTo>
                  <a:pt x="1095" y="50"/>
                  <a:pt x="1103" y="52"/>
                  <a:pt x="1104" y="52"/>
                </a:cubicBezTo>
                <a:close/>
                <a:moveTo>
                  <a:pt x="985" y="52"/>
                </a:moveTo>
                <a:cubicBezTo>
                  <a:pt x="985" y="52"/>
                  <a:pt x="985" y="52"/>
                  <a:pt x="985" y="52"/>
                </a:cubicBezTo>
                <a:cubicBezTo>
                  <a:pt x="985" y="52"/>
                  <a:pt x="985" y="52"/>
                  <a:pt x="985" y="52"/>
                </a:cubicBezTo>
                <a:close/>
                <a:moveTo>
                  <a:pt x="689" y="44"/>
                </a:moveTo>
                <a:cubicBezTo>
                  <a:pt x="689" y="43"/>
                  <a:pt x="688" y="44"/>
                  <a:pt x="688" y="43"/>
                </a:cubicBezTo>
                <a:cubicBezTo>
                  <a:pt x="689" y="43"/>
                  <a:pt x="689" y="43"/>
                  <a:pt x="689" y="43"/>
                </a:cubicBezTo>
                <a:cubicBezTo>
                  <a:pt x="689" y="43"/>
                  <a:pt x="687" y="43"/>
                  <a:pt x="687" y="43"/>
                </a:cubicBezTo>
                <a:cubicBezTo>
                  <a:pt x="687" y="43"/>
                  <a:pt x="688" y="44"/>
                  <a:pt x="688" y="43"/>
                </a:cubicBezTo>
                <a:cubicBezTo>
                  <a:pt x="688" y="43"/>
                  <a:pt x="688" y="43"/>
                  <a:pt x="688" y="44"/>
                </a:cubicBezTo>
                <a:cubicBezTo>
                  <a:pt x="688" y="44"/>
                  <a:pt x="688" y="43"/>
                  <a:pt x="688" y="43"/>
                </a:cubicBezTo>
                <a:cubicBezTo>
                  <a:pt x="688" y="44"/>
                  <a:pt x="688" y="44"/>
                  <a:pt x="688" y="44"/>
                </a:cubicBezTo>
                <a:cubicBezTo>
                  <a:pt x="689" y="44"/>
                  <a:pt x="689" y="44"/>
                  <a:pt x="689" y="44"/>
                </a:cubicBezTo>
                <a:close/>
                <a:moveTo>
                  <a:pt x="1041" y="46"/>
                </a:moveTo>
                <a:cubicBezTo>
                  <a:pt x="1044" y="47"/>
                  <a:pt x="1051" y="47"/>
                  <a:pt x="1053" y="48"/>
                </a:cubicBezTo>
                <a:cubicBezTo>
                  <a:pt x="1049" y="47"/>
                  <a:pt x="1042" y="46"/>
                  <a:pt x="1041" y="46"/>
                </a:cubicBezTo>
                <a:close/>
                <a:moveTo>
                  <a:pt x="689" y="39"/>
                </a:moveTo>
                <a:cubicBezTo>
                  <a:pt x="689" y="39"/>
                  <a:pt x="688" y="39"/>
                  <a:pt x="688" y="39"/>
                </a:cubicBezTo>
                <a:cubicBezTo>
                  <a:pt x="689" y="39"/>
                  <a:pt x="689" y="39"/>
                  <a:pt x="689" y="39"/>
                </a:cubicBezTo>
                <a:close/>
                <a:moveTo>
                  <a:pt x="688" y="45"/>
                </a:moveTo>
                <a:cubicBezTo>
                  <a:pt x="688" y="45"/>
                  <a:pt x="688" y="45"/>
                  <a:pt x="687" y="45"/>
                </a:cubicBezTo>
                <a:cubicBezTo>
                  <a:pt x="688" y="45"/>
                  <a:pt x="688" y="45"/>
                  <a:pt x="688" y="45"/>
                </a:cubicBezTo>
                <a:close/>
                <a:moveTo>
                  <a:pt x="863" y="47"/>
                </a:moveTo>
                <a:cubicBezTo>
                  <a:pt x="849" y="46"/>
                  <a:pt x="839" y="46"/>
                  <a:pt x="830" y="46"/>
                </a:cubicBezTo>
                <a:cubicBezTo>
                  <a:pt x="838" y="46"/>
                  <a:pt x="848" y="46"/>
                  <a:pt x="853" y="47"/>
                </a:cubicBezTo>
                <a:cubicBezTo>
                  <a:pt x="855" y="46"/>
                  <a:pt x="860" y="47"/>
                  <a:pt x="863" y="47"/>
                </a:cubicBezTo>
                <a:close/>
                <a:moveTo>
                  <a:pt x="1279" y="100"/>
                </a:moveTo>
                <a:cubicBezTo>
                  <a:pt x="1276" y="98"/>
                  <a:pt x="1271" y="96"/>
                  <a:pt x="1270" y="96"/>
                </a:cubicBezTo>
                <a:cubicBezTo>
                  <a:pt x="1274" y="98"/>
                  <a:pt x="1277" y="99"/>
                  <a:pt x="1279" y="100"/>
                </a:cubicBezTo>
                <a:close/>
                <a:moveTo>
                  <a:pt x="688" y="39"/>
                </a:moveTo>
                <a:cubicBezTo>
                  <a:pt x="688" y="39"/>
                  <a:pt x="688" y="39"/>
                  <a:pt x="688" y="39"/>
                </a:cubicBezTo>
                <a:cubicBezTo>
                  <a:pt x="688" y="39"/>
                  <a:pt x="688" y="39"/>
                  <a:pt x="688" y="39"/>
                </a:cubicBezTo>
                <a:cubicBezTo>
                  <a:pt x="688" y="39"/>
                  <a:pt x="688" y="39"/>
                  <a:pt x="688" y="39"/>
                </a:cubicBezTo>
                <a:close/>
                <a:moveTo>
                  <a:pt x="688" y="46"/>
                </a:moveTo>
                <a:cubicBezTo>
                  <a:pt x="688" y="46"/>
                  <a:pt x="689" y="46"/>
                  <a:pt x="689" y="46"/>
                </a:cubicBezTo>
                <a:cubicBezTo>
                  <a:pt x="688" y="46"/>
                  <a:pt x="688" y="46"/>
                  <a:pt x="688" y="46"/>
                </a:cubicBezTo>
                <a:close/>
                <a:moveTo>
                  <a:pt x="769" y="37"/>
                </a:moveTo>
                <a:cubicBezTo>
                  <a:pt x="762" y="37"/>
                  <a:pt x="762" y="37"/>
                  <a:pt x="762" y="37"/>
                </a:cubicBezTo>
                <a:cubicBezTo>
                  <a:pt x="761" y="37"/>
                  <a:pt x="762" y="37"/>
                  <a:pt x="763" y="37"/>
                </a:cubicBezTo>
                <a:cubicBezTo>
                  <a:pt x="768" y="37"/>
                  <a:pt x="769" y="37"/>
                  <a:pt x="769" y="37"/>
                </a:cubicBezTo>
                <a:close/>
                <a:moveTo>
                  <a:pt x="923" y="41"/>
                </a:moveTo>
                <a:cubicBezTo>
                  <a:pt x="912" y="40"/>
                  <a:pt x="912" y="40"/>
                  <a:pt x="912" y="40"/>
                </a:cubicBezTo>
                <a:cubicBezTo>
                  <a:pt x="907" y="40"/>
                  <a:pt x="879" y="39"/>
                  <a:pt x="882" y="39"/>
                </a:cubicBezTo>
                <a:cubicBezTo>
                  <a:pt x="899" y="40"/>
                  <a:pt x="924" y="41"/>
                  <a:pt x="938" y="42"/>
                </a:cubicBezTo>
                <a:cubicBezTo>
                  <a:pt x="933" y="41"/>
                  <a:pt x="928" y="41"/>
                  <a:pt x="923" y="41"/>
                </a:cubicBezTo>
                <a:close/>
                <a:moveTo>
                  <a:pt x="926" y="46"/>
                </a:moveTo>
                <a:cubicBezTo>
                  <a:pt x="967" y="48"/>
                  <a:pt x="967" y="48"/>
                  <a:pt x="967" y="48"/>
                </a:cubicBezTo>
                <a:cubicBezTo>
                  <a:pt x="954" y="47"/>
                  <a:pt x="939" y="46"/>
                  <a:pt x="926" y="46"/>
                </a:cubicBezTo>
                <a:close/>
                <a:moveTo>
                  <a:pt x="683" y="48"/>
                </a:moveTo>
                <a:cubicBezTo>
                  <a:pt x="683" y="48"/>
                  <a:pt x="683" y="48"/>
                  <a:pt x="683" y="48"/>
                </a:cubicBezTo>
                <a:close/>
                <a:moveTo>
                  <a:pt x="985" y="52"/>
                </a:moveTo>
                <a:cubicBezTo>
                  <a:pt x="985" y="52"/>
                  <a:pt x="986" y="52"/>
                  <a:pt x="986" y="52"/>
                </a:cubicBezTo>
                <a:cubicBezTo>
                  <a:pt x="986" y="52"/>
                  <a:pt x="985" y="52"/>
                  <a:pt x="985" y="52"/>
                </a:cubicBezTo>
                <a:close/>
                <a:moveTo>
                  <a:pt x="687" y="40"/>
                </a:moveTo>
                <a:cubicBezTo>
                  <a:pt x="687" y="40"/>
                  <a:pt x="687" y="40"/>
                  <a:pt x="687" y="40"/>
                </a:cubicBezTo>
                <a:cubicBezTo>
                  <a:pt x="687" y="40"/>
                  <a:pt x="687" y="40"/>
                  <a:pt x="687" y="40"/>
                </a:cubicBezTo>
                <a:close/>
                <a:moveTo>
                  <a:pt x="687" y="41"/>
                </a:moveTo>
                <a:cubicBezTo>
                  <a:pt x="687" y="41"/>
                  <a:pt x="687" y="41"/>
                  <a:pt x="687" y="41"/>
                </a:cubicBezTo>
                <a:cubicBezTo>
                  <a:pt x="687" y="41"/>
                  <a:pt x="687" y="41"/>
                  <a:pt x="687" y="41"/>
                </a:cubicBezTo>
                <a:close/>
                <a:moveTo>
                  <a:pt x="689" y="38"/>
                </a:moveTo>
                <a:cubicBezTo>
                  <a:pt x="689" y="38"/>
                  <a:pt x="689" y="38"/>
                  <a:pt x="689" y="38"/>
                </a:cubicBezTo>
                <a:cubicBezTo>
                  <a:pt x="689" y="38"/>
                  <a:pt x="689" y="38"/>
                  <a:pt x="689" y="38"/>
                </a:cubicBezTo>
                <a:cubicBezTo>
                  <a:pt x="689" y="38"/>
                  <a:pt x="689" y="38"/>
                  <a:pt x="689" y="38"/>
                </a:cubicBezTo>
                <a:cubicBezTo>
                  <a:pt x="689" y="38"/>
                  <a:pt x="689" y="38"/>
                  <a:pt x="689" y="38"/>
                </a:cubicBezTo>
                <a:cubicBezTo>
                  <a:pt x="689" y="38"/>
                  <a:pt x="689" y="38"/>
                  <a:pt x="689" y="38"/>
                </a:cubicBezTo>
                <a:cubicBezTo>
                  <a:pt x="689" y="38"/>
                  <a:pt x="690" y="38"/>
                  <a:pt x="690" y="38"/>
                </a:cubicBezTo>
                <a:cubicBezTo>
                  <a:pt x="689" y="38"/>
                  <a:pt x="689" y="38"/>
                  <a:pt x="689" y="38"/>
                </a:cubicBezTo>
                <a:close/>
                <a:moveTo>
                  <a:pt x="689" y="45"/>
                </a:moveTo>
                <a:cubicBezTo>
                  <a:pt x="689" y="44"/>
                  <a:pt x="689" y="45"/>
                  <a:pt x="689" y="45"/>
                </a:cubicBezTo>
                <a:cubicBezTo>
                  <a:pt x="689" y="45"/>
                  <a:pt x="689" y="45"/>
                  <a:pt x="689" y="45"/>
                </a:cubicBezTo>
                <a:close/>
                <a:moveTo>
                  <a:pt x="688" y="39"/>
                </a:moveTo>
                <a:cubicBezTo>
                  <a:pt x="688" y="39"/>
                  <a:pt x="687" y="38"/>
                  <a:pt x="687" y="39"/>
                </a:cubicBezTo>
                <a:cubicBezTo>
                  <a:pt x="687" y="39"/>
                  <a:pt x="688" y="39"/>
                  <a:pt x="688" y="39"/>
                </a:cubicBezTo>
                <a:close/>
                <a:moveTo>
                  <a:pt x="688" y="41"/>
                </a:moveTo>
                <a:cubicBezTo>
                  <a:pt x="688" y="41"/>
                  <a:pt x="688" y="41"/>
                  <a:pt x="688" y="41"/>
                </a:cubicBezTo>
                <a:cubicBezTo>
                  <a:pt x="688" y="41"/>
                  <a:pt x="688" y="41"/>
                  <a:pt x="688" y="41"/>
                </a:cubicBezTo>
                <a:cubicBezTo>
                  <a:pt x="687" y="41"/>
                  <a:pt x="688" y="41"/>
                  <a:pt x="688" y="41"/>
                </a:cubicBezTo>
                <a:close/>
                <a:moveTo>
                  <a:pt x="699" y="40"/>
                </a:moveTo>
                <a:cubicBezTo>
                  <a:pt x="689" y="41"/>
                  <a:pt x="689" y="41"/>
                  <a:pt x="689" y="41"/>
                </a:cubicBezTo>
                <a:cubicBezTo>
                  <a:pt x="689" y="41"/>
                  <a:pt x="688" y="41"/>
                  <a:pt x="688" y="41"/>
                </a:cubicBezTo>
                <a:cubicBezTo>
                  <a:pt x="688" y="41"/>
                  <a:pt x="689" y="41"/>
                  <a:pt x="689" y="41"/>
                </a:cubicBezTo>
                <a:cubicBezTo>
                  <a:pt x="689" y="41"/>
                  <a:pt x="689" y="41"/>
                  <a:pt x="689" y="41"/>
                </a:cubicBezTo>
                <a:lnTo>
                  <a:pt x="699" y="40"/>
                </a:lnTo>
                <a:close/>
                <a:moveTo>
                  <a:pt x="688" y="41"/>
                </a:moveTo>
                <a:cubicBezTo>
                  <a:pt x="688" y="41"/>
                  <a:pt x="688" y="41"/>
                  <a:pt x="688" y="41"/>
                </a:cubicBezTo>
                <a:cubicBezTo>
                  <a:pt x="688" y="41"/>
                  <a:pt x="688" y="41"/>
                  <a:pt x="688" y="41"/>
                </a:cubicBezTo>
                <a:cubicBezTo>
                  <a:pt x="688" y="41"/>
                  <a:pt x="688" y="41"/>
                  <a:pt x="688" y="41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607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9" grpId="0"/>
      <p:bldP spid="62" grpId="0"/>
      <p:bldP spid="65" grpId="0"/>
      <p:bldP spid="69" grpId="0"/>
      <p:bldP spid="3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8" y="531788"/>
            <a:ext cx="68569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6000" b="1" baseline="30000" dirty="0" smtClean="0">
                <a:latin typeface="Candara"/>
                <a:cs typeface="Candara"/>
              </a:rPr>
              <a:t>Medial Axis &amp; Curve-Skeletons</a:t>
            </a:r>
            <a:endParaRPr lang="it-IT" sz="6000" dirty="0">
              <a:latin typeface="Candara"/>
              <a:cs typeface="Candara"/>
            </a:endParaRPr>
          </a:p>
        </p:txBody>
      </p:sp>
      <p:cxnSp>
        <p:nvCxnSpPr>
          <p:cNvPr id="5" name="Connettore 1 4"/>
          <p:cNvCxnSpPr/>
          <p:nvPr/>
        </p:nvCxnSpPr>
        <p:spPr>
          <a:xfrm>
            <a:off x="259298" y="1239674"/>
            <a:ext cx="8563860" cy="0"/>
          </a:xfrm>
          <a:prstGeom prst="line">
            <a:avLst/>
          </a:prstGeom>
          <a:ln w="1905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CasellaDiTesto 62"/>
          <p:cNvSpPr txBox="1"/>
          <p:nvPr/>
        </p:nvSpPr>
        <p:spPr>
          <a:xfrm>
            <a:off x="259298" y="1388746"/>
            <a:ext cx="85638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ct val="60000"/>
              <a:buFont typeface="Lucida Grande"/>
              <a:buChar char="▶"/>
            </a:pPr>
            <a:r>
              <a:rPr lang="it-IT" sz="2200" dirty="0" smtClean="0">
                <a:latin typeface="Candara"/>
                <a:cs typeface="Candara"/>
              </a:rPr>
              <a:t>The </a:t>
            </a:r>
            <a:r>
              <a:rPr lang="it-IT" sz="2200" dirty="0">
                <a:latin typeface="Candara"/>
                <a:cs typeface="Candara"/>
              </a:rPr>
              <a:t>curve-</a:t>
            </a:r>
            <a:r>
              <a:rPr lang="it-IT" sz="2200" dirty="0" err="1">
                <a:latin typeface="Candara"/>
                <a:cs typeface="Candara"/>
              </a:rPr>
              <a:t>skeleton</a:t>
            </a:r>
            <a:r>
              <a:rPr lang="it-IT" sz="2200" dirty="0">
                <a:latin typeface="Candara"/>
                <a:cs typeface="Candara"/>
              </a:rPr>
              <a:t> of a 3D </a:t>
            </a:r>
            <a:r>
              <a:rPr lang="it-IT" sz="2200" dirty="0" err="1">
                <a:latin typeface="Candara"/>
                <a:cs typeface="Candara"/>
              </a:rPr>
              <a:t>shape</a:t>
            </a:r>
            <a:r>
              <a:rPr lang="it-IT" sz="2200" dirty="0">
                <a:latin typeface="Candara"/>
                <a:cs typeface="Candara"/>
              </a:rPr>
              <a:t> </a:t>
            </a:r>
            <a:r>
              <a:rPr lang="it-IT" sz="2200" dirty="0" err="1" smtClean="0">
                <a:latin typeface="Candara"/>
                <a:cs typeface="Candara"/>
              </a:rPr>
              <a:t>projects</a:t>
            </a:r>
            <a:r>
              <a:rPr lang="it-IT" sz="2200" dirty="0" smtClean="0">
                <a:latin typeface="Candara"/>
                <a:cs typeface="Candara"/>
              </a:rPr>
              <a:t> </a:t>
            </a:r>
            <a:r>
              <a:rPr lang="it-IT" sz="2200" dirty="0">
                <a:latin typeface="Candara"/>
                <a:cs typeface="Candara"/>
              </a:rPr>
              <a:t>over the </a:t>
            </a:r>
            <a:r>
              <a:rPr lang="it-IT" sz="2200" dirty="0" err="1">
                <a:latin typeface="Candara"/>
                <a:cs typeface="Candara"/>
              </a:rPr>
              <a:t>medial</a:t>
            </a:r>
            <a:r>
              <a:rPr lang="it-IT" sz="2200" dirty="0">
                <a:latin typeface="Candara"/>
                <a:cs typeface="Candara"/>
              </a:rPr>
              <a:t> </a:t>
            </a:r>
            <a:r>
              <a:rPr lang="it-IT" sz="2200" dirty="0" err="1">
                <a:latin typeface="Candara"/>
                <a:cs typeface="Candara"/>
              </a:rPr>
              <a:t>axis</a:t>
            </a:r>
            <a:r>
              <a:rPr lang="it-IT" sz="2200" dirty="0">
                <a:latin typeface="Candara"/>
                <a:cs typeface="Candara"/>
              </a:rPr>
              <a:t> </a:t>
            </a:r>
            <a:r>
              <a:rPr lang="it-IT" sz="2200" dirty="0" smtClean="0">
                <a:latin typeface="Candara"/>
                <a:cs typeface="Candara"/>
              </a:rPr>
              <a:t>of </a:t>
            </a:r>
            <a:r>
              <a:rPr lang="it-IT" sz="2200" dirty="0" err="1">
                <a:latin typeface="Candara"/>
                <a:cs typeface="Candara"/>
              </a:rPr>
              <a:t>its</a:t>
            </a:r>
            <a:r>
              <a:rPr lang="it-IT" sz="2200" dirty="0">
                <a:latin typeface="Candara"/>
                <a:cs typeface="Candara"/>
              </a:rPr>
              <a:t> </a:t>
            </a:r>
            <a:r>
              <a:rPr lang="it-IT" sz="2200" dirty="0" err="1" smtClean="0">
                <a:latin typeface="Candara"/>
                <a:cs typeface="Candara"/>
              </a:rPr>
              <a:t>silhouettes</a:t>
            </a:r>
            <a:r>
              <a:rPr lang="it-IT" sz="2200" dirty="0" smtClean="0">
                <a:latin typeface="Candara"/>
                <a:cs typeface="Candara"/>
              </a:rPr>
              <a:t> – </a:t>
            </a:r>
            <a:r>
              <a:rPr lang="it-IT" sz="2200" b="1" dirty="0" err="1" smtClean="0">
                <a:latin typeface="Candara"/>
                <a:cs typeface="Candara"/>
              </a:rPr>
              <a:t>Does</a:t>
            </a:r>
            <a:r>
              <a:rPr lang="it-IT" sz="2200" b="1" dirty="0" smtClean="0">
                <a:latin typeface="Candara"/>
                <a:cs typeface="Candara"/>
              </a:rPr>
              <a:t> </a:t>
            </a:r>
            <a:r>
              <a:rPr lang="it-IT" sz="2200" b="1" dirty="0" err="1" smtClean="0">
                <a:latin typeface="Candara"/>
                <a:cs typeface="Candara"/>
              </a:rPr>
              <a:t>it</a:t>
            </a:r>
            <a:r>
              <a:rPr lang="it-IT" sz="2200" b="1" dirty="0" smtClean="0">
                <a:latin typeface="Candara"/>
                <a:cs typeface="Candara"/>
              </a:rPr>
              <a:t>?</a:t>
            </a:r>
          </a:p>
        </p:txBody>
      </p:sp>
      <p:grpSp>
        <p:nvGrpSpPr>
          <p:cNvPr id="43" name="Gruppo 42"/>
          <p:cNvGrpSpPr/>
          <p:nvPr/>
        </p:nvGrpSpPr>
        <p:grpSpPr>
          <a:xfrm>
            <a:off x="1729563" y="2360772"/>
            <a:ext cx="1911658" cy="1606030"/>
            <a:chOff x="719559" y="4669526"/>
            <a:chExt cx="2391344" cy="2009027"/>
          </a:xfrm>
        </p:grpSpPr>
        <p:sp>
          <p:nvSpPr>
            <p:cNvPr id="34" name="Ovale 33"/>
            <p:cNvSpPr/>
            <p:nvPr/>
          </p:nvSpPr>
          <p:spPr bwMode="auto">
            <a:xfrm>
              <a:off x="1835336" y="6513062"/>
              <a:ext cx="165493" cy="165491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it-IT">
                <a:solidFill>
                  <a:srgbClr val="226BC2"/>
                </a:solidFill>
              </a:endParaRPr>
            </a:p>
          </p:txBody>
        </p:sp>
        <p:cxnSp>
          <p:nvCxnSpPr>
            <p:cNvPr id="35" name="Connettore 1 34"/>
            <p:cNvCxnSpPr/>
            <p:nvPr/>
          </p:nvCxnSpPr>
          <p:spPr bwMode="auto">
            <a:xfrm flipV="1">
              <a:off x="1914297" y="6003906"/>
              <a:ext cx="0" cy="625042"/>
            </a:xfrm>
            <a:prstGeom prst="line">
              <a:avLst/>
            </a:prstGeom>
            <a:ln w="19050" cmpd="sng">
              <a:solidFill>
                <a:srgbClr val="000000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Immagine 35" descr="hand_sil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9559" y="4669526"/>
              <a:ext cx="2391344" cy="1545405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</p:grpSp>
      <p:grpSp>
        <p:nvGrpSpPr>
          <p:cNvPr id="47" name="Gruppo 46"/>
          <p:cNvGrpSpPr/>
          <p:nvPr/>
        </p:nvGrpSpPr>
        <p:grpSpPr>
          <a:xfrm>
            <a:off x="5316589" y="3842420"/>
            <a:ext cx="1985132" cy="2032853"/>
            <a:chOff x="5854770" y="4083741"/>
            <a:chExt cx="2483255" cy="2542951"/>
          </a:xfrm>
        </p:grpSpPr>
        <p:cxnSp>
          <p:nvCxnSpPr>
            <p:cNvPr id="42" name="Connettore 1 41"/>
            <p:cNvCxnSpPr/>
            <p:nvPr/>
          </p:nvCxnSpPr>
          <p:spPr bwMode="auto">
            <a:xfrm flipV="1">
              <a:off x="7097390" y="4189730"/>
              <a:ext cx="0" cy="758631"/>
            </a:xfrm>
            <a:prstGeom prst="line">
              <a:avLst/>
            </a:prstGeom>
            <a:ln w="19050" cmpd="sng">
              <a:solidFill>
                <a:srgbClr val="000000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e 43"/>
            <p:cNvSpPr/>
            <p:nvPr/>
          </p:nvSpPr>
          <p:spPr bwMode="auto">
            <a:xfrm>
              <a:off x="7014644" y="4083741"/>
              <a:ext cx="165492" cy="165492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it-IT">
                <a:solidFill>
                  <a:srgbClr val="226BC2"/>
                </a:solidFill>
              </a:endParaRPr>
            </a:p>
          </p:txBody>
        </p:sp>
        <p:pic>
          <p:nvPicPr>
            <p:cNvPr id="41" name="Immagine 40" descr="shadowgraph.png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4770" y="4812653"/>
              <a:ext cx="2483255" cy="1814039"/>
            </a:xfrm>
            <a:prstGeom prst="rect">
              <a:avLst/>
            </a:prstGeom>
            <a:ln w="9525" cap="sq" cmpd="sng">
              <a:solidFill>
                <a:srgbClr val="000000"/>
              </a:solidFill>
              <a:prstDash val="solid"/>
              <a:miter lim="800000"/>
            </a:ln>
            <a:effectLst/>
          </p:spPr>
        </p:pic>
      </p:grpSp>
      <p:sp>
        <p:nvSpPr>
          <p:cNvPr id="48" name="CasellaDiTesto 47"/>
          <p:cNvSpPr txBox="1"/>
          <p:nvPr/>
        </p:nvSpPr>
        <p:spPr>
          <a:xfrm>
            <a:off x="6176608" y="5543796"/>
            <a:ext cx="1146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 smtClean="0">
                <a:solidFill>
                  <a:srgbClr val="FF0000"/>
                </a:solidFill>
              </a:rPr>
              <a:t>MISLEADING</a:t>
            </a:r>
            <a:endParaRPr lang="it-IT" sz="1400" b="1" dirty="0">
              <a:solidFill>
                <a:srgbClr val="FF0000"/>
              </a:solidFill>
            </a:endParaRPr>
          </a:p>
        </p:txBody>
      </p:sp>
      <p:grpSp>
        <p:nvGrpSpPr>
          <p:cNvPr id="3" name="Gruppo 2"/>
          <p:cNvGrpSpPr/>
          <p:nvPr/>
        </p:nvGrpSpPr>
        <p:grpSpPr>
          <a:xfrm>
            <a:off x="954212" y="3652793"/>
            <a:ext cx="7234727" cy="531151"/>
            <a:chOff x="954212" y="3551195"/>
            <a:chExt cx="7234727" cy="531151"/>
          </a:xfrm>
        </p:grpSpPr>
        <p:cxnSp>
          <p:nvCxnSpPr>
            <p:cNvPr id="22" name="Connettore 1 21"/>
            <p:cNvCxnSpPr/>
            <p:nvPr/>
          </p:nvCxnSpPr>
          <p:spPr bwMode="auto">
            <a:xfrm>
              <a:off x="1999268" y="3806455"/>
              <a:ext cx="5175872" cy="0"/>
            </a:xfrm>
            <a:prstGeom prst="line">
              <a:avLst/>
            </a:prstGeom>
            <a:ln w="57150" cmpd="sng">
              <a:solidFill>
                <a:srgbClr val="000000"/>
              </a:solidFill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CasellaDiTesto 22"/>
            <p:cNvSpPr txBox="1"/>
            <p:nvPr/>
          </p:nvSpPr>
          <p:spPr bwMode="auto">
            <a:xfrm>
              <a:off x="954212" y="3559126"/>
              <a:ext cx="10341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it-IT" sz="1400" b="1" dirty="0" smtClean="0">
                  <a:solidFill>
                    <a:srgbClr val="000000"/>
                  </a:solidFill>
                </a:rPr>
                <a:t>MORE</a:t>
              </a:r>
            </a:p>
            <a:p>
              <a:pPr algn="ctr">
                <a:defRPr/>
              </a:pPr>
              <a:r>
                <a:rPr lang="it-IT" sz="1400" b="1" dirty="0" smtClean="0">
                  <a:solidFill>
                    <a:srgbClr val="000000"/>
                  </a:solidFill>
                </a:rPr>
                <a:t>EVOCATIVE</a:t>
              </a:r>
              <a:endParaRPr lang="it-IT" sz="14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asellaDiTesto 57"/>
            <p:cNvSpPr txBox="1"/>
            <p:nvPr/>
          </p:nvSpPr>
          <p:spPr bwMode="auto">
            <a:xfrm>
              <a:off x="7154807" y="3551195"/>
              <a:ext cx="10341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it-IT" sz="1400" b="1" dirty="0" smtClean="0">
                  <a:solidFill>
                    <a:srgbClr val="000000"/>
                  </a:solidFill>
                </a:rPr>
                <a:t>LESS</a:t>
              </a:r>
            </a:p>
            <a:p>
              <a:pPr algn="ctr">
                <a:defRPr/>
              </a:pPr>
              <a:r>
                <a:rPr lang="it-IT" sz="1400" b="1" dirty="0" smtClean="0">
                  <a:solidFill>
                    <a:srgbClr val="000000"/>
                  </a:solidFill>
                </a:rPr>
                <a:t>EVOCATIVE</a:t>
              </a:r>
              <a:endParaRPr lang="it-IT" sz="1400" b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59" name="CasellaDiTesto 58"/>
          <p:cNvSpPr txBox="1"/>
          <p:nvPr/>
        </p:nvSpPr>
        <p:spPr>
          <a:xfrm>
            <a:off x="3195395" y="4267935"/>
            <a:ext cx="13516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 smtClean="0">
                <a:solidFill>
                  <a:srgbClr val="FF0000"/>
                </a:solidFill>
              </a:rPr>
              <a:t>LIMBS MISSING</a:t>
            </a:r>
            <a:endParaRPr lang="it-IT" sz="1400" b="1" dirty="0">
              <a:solidFill>
                <a:srgbClr val="FF0000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992226" y="3842578"/>
            <a:ext cx="1726971" cy="2221148"/>
            <a:chOff x="3584881" y="3740980"/>
            <a:chExt cx="1726971" cy="2221148"/>
          </a:xfrm>
        </p:grpSpPr>
        <p:grpSp>
          <p:nvGrpSpPr>
            <p:cNvPr id="45" name="Gruppo 44"/>
            <p:cNvGrpSpPr/>
            <p:nvPr/>
          </p:nvGrpSpPr>
          <p:grpSpPr>
            <a:xfrm>
              <a:off x="3611265" y="3740980"/>
              <a:ext cx="1657380" cy="2221148"/>
              <a:chOff x="3446169" y="4083939"/>
              <a:chExt cx="2073261" cy="2778494"/>
            </a:xfrm>
          </p:grpSpPr>
          <p:cxnSp>
            <p:nvCxnSpPr>
              <p:cNvPr id="30" name="Connettore 1 29"/>
              <p:cNvCxnSpPr>
                <a:stCxn id="49" idx="0"/>
              </p:cNvCxnSpPr>
              <p:nvPr/>
            </p:nvCxnSpPr>
            <p:spPr bwMode="auto">
              <a:xfrm flipV="1">
                <a:off x="4493322" y="4189600"/>
                <a:ext cx="9266" cy="391034"/>
              </a:xfrm>
              <a:prstGeom prst="line">
                <a:avLst/>
              </a:prstGeom>
              <a:ln w="19050" cmpd="sng">
                <a:solidFill>
                  <a:srgbClr val="000000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Ovale 30"/>
              <p:cNvSpPr/>
              <p:nvPr/>
            </p:nvSpPr>
            <p:spPr bwMode="auto">
              <a:xfrm>
                <a:off x="4421115" y="4083939"/>
                <a:ext cx="165492" cy="16549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it-IT" sz="1600"/>
              </a:p>
            </p:txBody>
          </p:sp>
          <p:pic>
            <p:nvPicPr>
              <p:cNvPr id="32" name="Immagine 6" descr="horse_duo.png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46169" y="4931895"/>
                <a:ext cx="2073261" cy="19305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9" name="Rettangolo 48"/>
            <p:cNvSpPr/>
            <p:nvPr/>
          </p:nvSpPr>
          <p:spPr>
            <a:xfrm>
              <a:off x="3584881" y="4138042"/>
              <a:ext cx="1726971" cy="17953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60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321351" y="2770242"/>
            <a:ext cx="1731041" cy="1196562"/>
            <a:chOff x="4626145" y="2668644"/>
            <a:chExt cx="1731041" cy="1196562"/>
          </a:xfrm>
        </p:grpSpPr>
        <p:grpSp>
          <p:nvGrpSpPr>
            <p:cNvPr id="46" name="Gruppo 45"/>
            <p:cNvGrpSpPr/>
            <p:nvPr/>
          </p:nvGrpSpPr>
          <p:grpSpPr>
            <a:xfrm>
              <a:off x="4626145" y="2770572"/>
              <a:ext cx="1731041" cy="1094634"/>
              <a:chOff x="4715709" y="2870028"/>
              <a:chExt cx="2165406" cy="1369308"/>
            </a:xfrm>
          </p:grpSpPr>
          <p:sp>
            <p:nvSpPr>
              <p:cNvPr id="26" name="Ovale 25"/>
              <p:cNvSpPr/>
              <p:nvPr/>
            </p:nvSpPr>
            <p:spPr bwMode="auto">
              <a:xfrm>
                <a:off x="5716302" y="4073844"/>
                <a:ext cx="165492" cy="16549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it-IT" sz="1600">
                  <a:solidFill>
                    <a:srgbClr val="226BC2"/>
                  </a:solidFill>
                </a:endParaRPr>
              </a:p>
            </p:txBody>
          </p:sp>
          <p:pic>
            <p:nvPicPr>
              <p:cNvPr id="27" name="Immagine 7" descr="hand_duo.png"/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15709" y="2870028"/>
                <a:ext cx="2165406" cy="6559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8" name="Connettore 1 27"/>
              <p:cNvCxnSpPr/>
              <p:nvPr/>
            </p:nvCxnSpPr>
            <p:spPr bwMode="auto">
              <a:xfrm flipV="1">
                <a:off x="5796502" y="3782322"/>
                <a:ext cx="2546" cy="328439"/>
              </a:xfrm>
              <a:prstGeom prst="line">
                <a:avLst/>
              </a:prstGeom>
              <a:ln w="19050" cmpd="sng">
                <a:solidFill>
                  <a:srgbClr val="000000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" name="Rettangolo 59"/>
            <p:cNvSpPr/>
            <p:nvPr/>
          </p:nvSpPr>
          <p:spPr>
            <a:xfrm>
              <a:off x="4626145" y="2668644"/>
              <a:ext cx="1705781" cy="831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600"/>
            </a:p>
          </p:txBody>
        </p:sp>
      </p:grpSp>
      <p:sp>
        <p:nvSpPr>
          <p:cNvPr id="62" name="CasellaDiTesto 61"/>
          <p:cNvSpPr txBox="1"/>
          <p:nvPr/>
        </p:nvSpPr>
        <p:spPr>
          <a:xfrm>
            <a:off x="4785226" y="3316872"/>
            <a:ext cx="8406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 smtClean="0">
                <a:solidFill>
                  <a:srgbClr val="FF0000"/>
                </a:solidFill>
              </a:rPr>
              <a:t>NO CLUE</a:t>
            </a:r>
            <a:endParaRPr lang="it-IT" sz="1400" b="1" dirty="0">
              <a:solidFill>
                <a:srgbClr val="FF0000"/>
              </a:solidFill>
            </a:endParaRPr>
          </a:p>
        </p:txBody>
      </p:sp>
      <p:sp>
        <p:nvSpPr>
          <p:cNvPr id="69" name="Rettangolo 68"/>
          <p:cNvSpPr/>
          <p:nvPr/>
        </p:nvSpPr>
        <p:spPr>
          <a:xfrm>
            <a:off x="237085" y="6163203"/>
            <a:ext cx="562205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SzPct val="60000"/>
              <a:buFont typeface="Lucida Grande"/>
              <a:buChar char="▶"/>
            </a:pPr>
            <a:r>
              <a:rPr lang="it-IT" sz="2200" dirty="0" err="1" smtClean="0">
                <a:latin typeface="Candara"/>
                <a:ea typeface="Adobe 고딕 Std B"/>
                <a:cs typeface="Candara"/>
              </a:rPr>
              <a:t>Most</a:t>
            </a:r>
            <a:r>
              <a:rPr lang="it-IT" sz="2200" dirty="0" smtClean="0">
                <a:latin typeface="Candara"/>
                <a:ea typeface="Adobe 고딕 Std B"/>
                <a:cs typeface="Candara"/>
              </a:rPr>
              <a:t> </a:t>
            </a:r>
            <a:r>
              <a:rPr lang="it-IT" sz="2200" dirty="0" err="1" smtClean="0">
                <a:latin typeface="Candara"/>
                <a:ea typeface="Adobe 고딕 Std B"/>
                <a:cs typeface="Candara"/>
              </a:rPr>
              <a:t>likely</a:t>
            </a:r>
            <a:r>
              <a:rPr lang="it-IT" sz="2200" b="1" dirty="0" smtClean="0">
                <a:latin typeface="Candara"/>
                <a:ea typeface="Adobe 고딕 Std B"/>
                <a:cs typeface="Candara"/>
              </a:rPr>
              <a:t> YES </a:t>
            </a:r>
            <a:r>
              <a:rPr lang="it-IT" sz="2200" b="1" dirty="0">
                <a:latin typeface="Candara"/>
                <a:ea typeface="Adobe 고딕 Std B"/>
                <a:cs typeface="Candara"/>
              </a:rPr>
              <a:t>- </a:t>
            </a:r>
            <a:r>
              <a:rPr lang="it-IT" sz="2200" b="1" dirty="0" err="1">
                <a:latin typeface="Candara"/>
                <a:ea typeface="Adobe 고딕 Std B"/>
                <a:cs typeface="Candara"/>
              </a:rPr>
              <a:t>Iff</a:t>
            </a:r>
            <a:r>
              <a:rPr lang="it-IT" sz="2200" b="1" dirty="0">
                <a:latin typeface="Candara"/>
                <a:ea typeface="Adobe 고딕 Std B"/>
                <a:cs typeface="Candara"/>
              </a:rPr>
              <a:t> </a:t>
            </a:r>
            <a:r>
              <a:rPr lang="it-IT" sz="2200" dirty="0">
                <a:latin typeface="Candara"/>
                <a:ea typeface="Adobe 고딕 Std B"/>
                <a:cs typeface="Candara"/>
              </a:rPr>
              <a:t>the are </a:t>
            </a:r>
            <a:r>
              <a:rPr lang="it-IT" sz="2200" dirty="0" smtClean="0">
                <a:latin typeface="Candara"/>
                <a:ea typeface="Adobe 고딕 Std B"/>
                <a:cs typeface="Candara"/>
              </a:rPr>
              <a:t>no  </a:t>
            </a:r>
            <a:r>
              <a:rPr lang="it-IT" sz="2200" b="1" dirty="0" err="1">
                <a:latin typeface="Candara"/>
                <a:ea typeface="Adobe 고딕 Std B"/>
                <a:cs typeface="Candara"/>
              </a:rPr>
              <a:t>occlusions</a:t>
            </a:r>
            <a:r>
              <a:rPr lang="it-IT" sz="2200" b="1" dirty="0">
                <a:latin typeface="Candara"/>
                <a:ea typeface="Adobe 고딕 Std B"/>
                <a:cs typeface="Candara"/>
              </a:rPr>
              <a:t>!</a:t>
            </a:r>
            <a:endParaRPr lang="it-IT" sz="2200" dirty="0">
              <a:latin typeface="Candara"/>
              <a:ea typeface="Adobe 고딕 Std B"/>
              <a:cs typeface="Candara"/>
            </a:endParaRPr>
          </a:p>
        </p:txBody>
      </p:sp>
      <p:sp>
        <p:nvSpPr>
          <p:cNvPr id="39" name="Freeform 502"/>
          <p:cNvSpPr>
            <a:spLocks noEditPoints="1"/>
          </p:cNvSpPr>
          <p:nvPr/>
        </p:nvSpPr>
        <p:spPr bwMode="auto">
          <a:xfrm>
            <a:off x="4288684" y="6001818"/>
            <a:ext cx="1604302" cy="745383"/>
          </a:xfrm>
          <a:custGeom>
            <a:avLst/>
            <a:gdLst>
              <a:gd name="T0" fmla="*/ 685 w 1319"/>
              <a:gd name="T1" fmla="*/ 39 h 237"/>
              <a:gd name="T2" fmla="*/ 684 w 1319"/>
              <a:gd name="T3" fmla="*/ 48 h 237"/>
              <a:gd name="T4" fmla="*/ 686 w 1319"/>
              <a:gd name="T5" fmla="*/ 40 h 237"/>
              <a:gd name="T6" fmla="*/ 689 w 1319"/>
              <a:gd name="T7" fmla="*/ 38 h 237"/>
              <a:gd name="T8" fmla="*/ 1030 w 1319"/>
              <a:gd name="T9" fmla="*/ 43 h 237"/>
              <a:gd name="T10" fmla="*/ 1319 w 1319"/>
              <a:gd name="T11" fmla="*/ 126 h 237"/>
              <a:gd name="T12" fmla="*/ 1278 w 1319"/>
              <a:gd name="T13" fmla="*/ 85 h 237"/>
              <a:gd name="T14" fmla="*/ 1098 w 1319"/>
              <a:gd name="T15" fmla="*/ 53 h 237"/>
              <a:gd name="T16" fmla="*/ 927 w 1319"/>
              <a:gd name="T17" fmla="*/ 38 h 237"/>
              <a:gd name="T18" fmla="*/ 835 w 1319"/>
              <a:gd name="T19" fmla="*/ 36 h 237"/>
              <a:gd name="T20" fmla="*/ 809 w 1319"/>
              <a:gd name="T21" fmla="*/ 36 h 237"/>
              <a:gd name="T22" fmla="*/ 927 w 1319"/>
              <a:gd name="T23" fmla="*/ 39 h 237"/>
              <a:gd name="T24" fmla="*/ 906 w 1319"/>
              <a:gd name="T25" fmla="*/ 40 h 237"/>
              <a:gd name="T26" fmla="*/ 954 w 1319"/>
              <a:gd name="T27" fmla="*/ 43 h 237"/>
              <a:gd name="T28" fmla="*/ 718 w 1319"/>
              <a:gd name="T29" fmla="*/ 40 h 237"/>
              <a:gd name="T30" fmla="*/ 1084 w 1319"/>
              <a:gd name="T31" fmla="*/ 57 h 237"/>
              <a:gd name="T32" fmla="*/ 954 w 1319"/>
              <a:gd name="T33" fmla="*/ 48 h 237"/>
              <a:gd name="T34" fmla="*/ 688 w 1319"/>
              <a:gd name="T35" fmla="*/ 45 h 237"/>
              <a:gd name="T36" fmla="*/ 692 w 1319"/>
              <a:gd name="T37" fmla="*/ 45 h 237"/>
              <a:gd name="T38" fmla="*/ 941 w 1319"/>
              <a:gd name="T39" fmla="*/ 49 h 237"/>
              <a:gd name="T40" fmla="*/ 1142 w 1319"/>
              <a:gd name="T41" fmla="*/ 69 h 237"/>
              <a:gd name="T42" fmla="*/ 1291 w 1319"/>
              <a:gd name="T43" fmla="*/ 105 h 237"/>
              <a:gd name="T44" fmla="*/ 1300 w 1319"/>
              <a:gd name="T45" fmla="*/ 134 h 237"/>
              <a:gd name="T46" fmla="*/ 1171 w 1319"/>
              <a:gd name="T47" fmla="*/ 185 h 237"/>
              <a:gd name="T48" fmla="*/ 765 w 1319"/>
              <a:gd name="T49" fmla="*/ 221 h 237"/>
              <a:gd name="T50" fmla="*/ 244 w 1319"/>
              <a:gd name="T51" fmla="*/ 206 h 237"/>
              <a:gd name="T52" fmla="*/ 14 w 1319"/>
              <a:gd name="T53" fmla="*/ 149 h 237"/>
              <a:gd name="T54" fmla="*/ 350 w 1319"/>
              <a:gd name="T55" fmla="*/ 42 h 237"/>
              <a:gd name="T56" fmla="*/ 774 w 1319"/>
              <a:gd name="T57" fmla="*/ 16 h 237"/>
              <a:gd name="T58" fmla="*/ 1123 w 1319"/>
              <a:gd name="T59" fmla="*/ 36 h 237"/>
              <a:gd name="T60" fmla="*/ 1130 w 1319"/>
              <a:gd name="T61" fmla="*/ 38 h 237"/>
              <a:gd name="T62" fmla="*/ 1137 w 1319"/>
              <a:gd name="T63" fmla="*/ 38 h 237"/>
              <a:gd name="T64" fmla="*/ 1144 w 1319"/>
              <a:gd name="T65" fmla="*/ 33 h 237"/>
              <a:gd name="T66" fmla="*/ 1143 w 1319"/>
              <a:gd name="T67" fmla="*/ 25 h 237"/>
              <a:gd name="T68" fmla="*/ 1137 w 1319"/>
              <a:gd name="T69" fmla="*/ 20 h 237"/>
              <a:gd name="T70" fmla="*/ 1131 w 1319"/>
              <a:gd name="T71" fmla="*/ 19 h 237"/>
              <a:gd name="T72" fmla="*/ 1122 w 1319"/>
              <a:gd name="T73" fmla="*/ 19 h 237"/>
              <a:gd name="T74" fmla="*/ 920 w 1319"/>
              <a:gd name="T75" fmla="*/ 2 h 237"/>
              <a:gd name="T76" fmla="*/ 750 w 1319"/>
              <a:gd name="T77" fmla="*/ 1 h 237"/>
              <a:gd name="T78" fmla="*/ 385 w 1319"/>
              <a:gd name="T79" fmla="*/ 23 h 237"/>
              <a:gd name="T80" fmla="*/ 65 w 1319"/>
              <a:gd name="T81" fmla="*/ 94 h 237"/>
              <a:gd name="T82" fmla="*/ 7 w 1319"/>
              <a:gd name="T83" fmla="*/ 168 h 237"/>
              <a:gd name="T84" fmla="*/ 158 w 1319"/>
              <a:gd name="T85" fmla="*/ 212 h 237"/>
              <a:gd name="T86" fmla="*/ 992 w 1319"/>
              <a:gd name="T87" fmla="*/ 223 h 237"/>
              <a:gd name="T88" fmla="*/ 1284 w 1319"/>
              <a:gd name="T89" fmla="*/ 161 h 237"/>
              <a:gd name="T90" fmla="*/ 1319 w 1319"/>
              <a:gd name="T91" fmla="*/ 126 h 237"/>
              <a:gd name="T92" fmla="*/ 985 w 1319"/>
              <a:gd name="T93" fmla="*/ 52 h 237"/>
              <a:gd name="T94" fmla="*/ 688 w 1319"/>
              <a:gd name="T95" fmla="*/ 44 h 237"/>
              <a:gd name="T96" fmla="*/ 1041 w 1319"/>
              <a:gd name="T97" fmla="*/ 46 h 237"/>
              <a:gd name="T98" fmla="*/ 688 w 1319"/>
              <a:gd name="T99" fmla="*/ 45 h 237"/>
              <a:gd name="T100" fmla="*/ 1270 w 1319"/>
              <a:gd name="T101" fmla="*/ 96 h 237"/>
              <a:gd name="T102" fmla="*/ 688 w 1319"/>
              <a:gd name="T103" fmla="*/ 46 h 237"/>
              <a:gd name="T104" fmla="*/ 769 w 1319"/>
              <a:gd name="T105" fmla="*/ 37 h 237"/>
              <a:gd name="T106" fmla="*/ 926 w 1319"/>
              <a:gd name="T107" fmla="*/ 46 h 237"/>
              <a:gd name="T108" fmla="*/ 986 w 1319"/>
              <a:gd name="T109" fmla="*/ 52 h 237"/>
              <a:gd name="T110" fmla="*/ 687 w 1319"/>
              <a:gd name="T111" fmla="*/ 41 h 237"/>
              <a:gd name="T112" fmla="*/ 689 w 1319"/>
              <a:gd name="T113" fmla="*/ 38 h 237"/>
              <a:gd name="T114" fmla="*/ 689 w 1319"/>
              <a:gd name="T115" fmla="*/ 45 h 237"/>
              <a:gd name="T116" fmla="*/ 688 w 1319"/>
              <a:gd name="T117" fmla="*/ 41 h 237"/>
              <a:gd name="T118" fmla="*/ 689 w 1319"/>
              <a:gd name="T119" fmla="*/ 41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319" h="237">
                <a:moveTo>
                  <a:pt x="686" y="40"/>
                </a:moveTo>
                <a:cubicBezTo>
                  <a:pt x="686" y="40"/>
                  <a:pt x="686" y="40"/>
                  <a:pt x="686" y="40"/>
                </a:cubicBezTo>
                <a:cubicBezTo>
                  <a:pt x="686" y="40"/>
                  <a:pt x="685" y="40"/>
                  <a:pt x="684" y="40"/>
                </a:cubicBezTo>
                <a:cubicBezTo>
                  <a:pt x="684" y="40"/>
                  <a:pt x="684" y="40"/>
                  <a:pt x="684" y="40"/>
                </a:cubicBezTo>
                <a:cubicBezTo>
                  <a:pt x="684" y="40"/>
                  <a:pt x="684" y="40"/>
                  <a:pt x="683" y="40"/>
                </a:cubicBezTo>
                <a:cubicBezTo>
                  <a:pt x="684" y="39"/>
                  <a:pt x="685" y="40"/>
                  <a:pt x="685" y="39"/>
                </a:cubicBezTo>
                <a:cubicBezTo>
                  <a:pt x="685" y="39"/>
                  <a:pt x="685" y="39"/>
                  <a:pt x="685" y="39"/>
                </a:cubicBezTo>
                <a:cubicBezTo>
                  <a:pt x="686" y="39"/>
                  <a:pt x="687" y="39"/>
                  <a:pt x="688" y="39"/>
                </a:cubicBezTo>
                <a:cubicBezTo>
                  <a:pt x="687" y="40"/>
                  <a:pt x="686" y="39"/>
                  <a:pt x="686" y="40"/>
                </a:cubicBezTo>
                <a:close/>
                <a:moveTo>
                  <a:pt x="684" y="48"/>
                </a:moveTo>
                <a:cubicBezTo>
                  <a:pt x="685" y="48"/>
                  <a:pt x="685" y="48"/>
                  <a:pt x="685" y="48"/>
                </a:cubicBezTo>
                <a:cubicBezTo>
                  <a:pt x="685" y="48"/>
                  <a:pt x="684" y="48"/>
                  <a:pt x="684" y="48"/>
                </a:cubicBezTo>
                <a:close/>
                <a:moveTo>
                  <a:pt x="685" y="46"/>
                </a:moveTo>
                <a:cubicBezTo>
                  <a:pt x="685" y="46"/>
                  <a:pt x="685" y="46"/>
                  <a:pt x="685" y="46"/>
                </a:cubicBezTo>
                <a:cubicBezTo>
                  <a:pt x="685" y="46"/>
                  <a:pt x="685" y="46"/>
                  <a:pt x="685" y="46"/>
                </a:cubicBezTo>
                <a:close/>
                <a:moveTo>
                  <a:pt x="686" y="40"/>
                </a:moveTo>
                <a:cubicBezTo>
                  <a:pt x="686" y="40"/>
                  <a:pt x="687" y="40"/>
                  <a:pt x="687" y="40"/>
                </a:cubicBezTo>
                <a:cubicBezTo>
                  <a:pt x="686" y="40"/>
                  <a:pt x="686" y="40"/>
                  <a:pt x="686" y="40"/>
                </a:cubicBezTo>
                <a:cubicBezTo>
                  <a:pt x="686" y="40"/>
                  <a:pt x="686" y="40"/>
                  <a:pt x="686" y="40"/>
                </a:cubicBezTo>
                <a:close/>
                <a:moveTo>
                  <a:pt x="686" y="43"/>
                </a:moveTo>
                <a:cubicBezTo>
                  <a:pt x="686" y="44"/>
                  <a:pt x="686" y="43"/>
                  <a:pt x="686" y="43"/>
                </a:cubicBezTo>
                <a:close/>
                <a:moveTo>
                  <a:pt x="689" y="38"/>
                </a:moveTo>
                <a:cubicBezTo>
                  <a:pt x="688" y="38"/>
                  <a:pt x="688" y="38"/>
                  <a:pt x="688" y="39"/>
                </a:cubicBezTo>
                <a:cubicBezTo>
                  <a:pt x="688" y="39"/>
                  <a:pt x="689" y="39"/>
                  <a:pt x="689" y="38"/>
                </a:cubicBezTo>
                <a:close/>
                <a:moveTo>
                  <a:pt x="685" y="46"/>
                </a:moveTo>
                <a:cubicBezTo>
                  <a:pt x="685" y="46"/>
                  <a:pt x="685" y="46"/>
                  <a:pt x="685" y="46"/>
                </a:cubicBezTo>
                <a:close/>
                <a:moveTo>
                  <a:pt x="685" y="45"/>
                </a:moveTo>
                <a:cubicBezTo>
                  <a:pt x="685" y="45"/>
                  <a:pt x="685" y="45"/>
                  <a:pt x="685" y="45"/>
                </a:cubicBezTo>
                <a:cubicBezTo>
                  <a:pt x="685" y="45"/>
                  <a:pt x="685" y="45"/>
                  <a:pt x="685" y="45"/>
                </a:cubicBezTo>
                <a:close/>
                <a:moveTo>
                  <a:pt x="1030" y="43"/>
                </a:moveTo>
                <a:cubicBezTo>
                  <a:pt x="1023" y="42"/>
                  <a:pt x="1012" y="41"/>
                  <a:pt x="1009" y="41"/>
                </a:cubicBezTo>
                <a:cubicBezTo>
                  <a:pt x="1019" y="42"/>
                  <a:pt x="1026" y="43"/>
                  <a:pt x="1030" y="43"/>
                </a:cubicBezTo>
                <a:close/>
                <a:moveTo>
                  <a:pt x="1122" y="54"/>
                </a:moveTo>
                <a:cubicBezTo>
                  <a:pt x="1109" y="53"/>
                  <a:pt x="1109" y="53"/>
                  <a:pt x="1109" y="53"/>
                </a:cubicBezTo>
                <a:cubicBezTo>
                  <a:pt x="1108" y="53"/>
                  <a:pt x="1118" y="54"/>
                  <a:pt x="1122" y="54"/>
                </a:cubicBezTo>
                <a:close/>
                <a:moveTo>
                  <a:pt x="1319" y="126"/>
                </a:moveTo>
                <a:cubicBezTo>
                  <a:pt x="1319" y="125"/>
                  <a:pt x="1319" y="125"/>
                  <a:pt x="1319" y="125"/>
                </a:cubicBezTo>
                <a:cubicBezTo>
                  <a:pt x="1319" y="124"/>
                  <a:pt x="1319" y="124"/>
                  <a:pt x="1319" y="124"/>
                </a:cubicBezTo>
                <a:cubicBezTo>
                  <a:pt x="1319" y="118"/>
                  <a:pt x="1316" y="112"/>
                  <a:pt x="1313" y="108"/>
                </a:cubicBezTo>
                <a:cubicBezTo>
                  <a:pt x="1309" y="103"/>
                  <a:pt x="1305" y="100"/>
                  <a:pt x="1301" y="97"/>
                </a:cubicBezTo>
                <a:cubicBezTo>
                  <a:pt x="1293" y="91"/>
                  <a:pt x="1285" y="88"/>
                  <a:pt x="1279" y="86"/>
                </a:cubicBezTo>
                <a:cubicBezTo>
                  <a:pt x="1280" y="86"/>
                  <a:pt x="1280" y="86"/>
                  <a:pt x="1278" y="85"/>
                </a:cubicBezTo>
                <a:cubicBezTo>
                  <a:pt x="1272" y="83"/>
                  <a:pt x="1269" y="82"/>
                  <a:pt x="1262" y="80"/>
                </a:cubicBezTo>
                <a:cubicBezTo>
                  <a:pt x="1239" y="73"/>
                  <a:pt x="1219" y="70"/>
                  <a:pt x="1199" y="67"/>
                </a:cubicBezTo>
                <a:cubicBezTo>
                  <a:pt x="1180" y="64"/>
                  <a:pt x="1162" y="61"/>
                  <a:pt x="1142" y="58"/>
                </a:cubicBezTo>
                <a:cubicBezTo>
                  <a:pt x="1137" y="58"/>
                  <a:pt x="1123" y="55"/>
                  <a:pt x="1119" y="55"/>
                </a:cubicBezTo>
                <a:cubicBezTo>
                  <a:pt x="1126" y="56"/>
                  <a:pt x="1135" y="57"/>
                  <a:pt x="1134" y="57"/>
                </a:cubicBezTo>
                <a:cubicBezTo>
                  <a:pt x="1122" y="56"/>
                  <a:pt x="1106" y="54"/>
                  <a:pt x="1098" y="53"/>
                </a:cubicBezTo>
                <a:cubicBezTo>
                  <a:pt x="1083" y="51"/>
                  <a:pt x="1076" y="50"/>
                  <a:pt x="1062" y="49"/>
                </a:cubicBezTo>
                <a:cubicBezTo>
                  <a:pt x="1059" y="48"/>
                  <a:pt x="1065" y="49"/>
                  <a:pt x="1058" y="48"/>
                </a:cubicBezTo>
                <a:cubicBezTo>
                  <a:pt x="1037" y="46"/>
                  <a:pt x="1027" y="45"/>
                  <a:pt x="1008" y="43"/>
                </a:cubicBezTo>
                <a:cubicBezTo>
                  <a:pt x="1003" y="43"/>
                  <a:pt x="980" y="41"/>
                  <a:pt x="974" y="41"/>
                </a:cubicBezTo>
                <a:cubicBezTo>
                  <a:pt x="968" y="40"/>
                  <a:pt x="980" y="41"/>
                  <a:pt x="975" y="41"/>
                </a:cubicBezTo>
                <a:cubicBezTo>
                  <a:pt x="927" y="38"/>
                  <a:pt x="927" y="38"/>
                  <a:pt x="927" y="38"/>
                </a:cubicBezTo>
                <a:cubicBezTo>
                  <a:pt x="923" y="38"/>
                  <a:pt x="920" y="38"/>
                  <a:pt x="914" y="38"/>
                </a:cubicBezTo>
                <a:cubicBezTo>
                  <a:pt x="909" y="37"/>
                  <a:pt x="915" y="37"/>
                  <a:pt x="908" y="37"/>
                </a:cubicBezTo>
                <a:cubicBezTo>
                  <a:pt x="902" y="37"/>
                  <a:pt x="913" y="38"/>
                  <a:pt x="912" y="38"/>
                </a:cubicBezTo>
                <a:cubicBezTo>
                  <a:pt x="903" y="37"/>
                  <a:pt x="905" y="38"/>
                  <a:pt x="900" y="38"/>
                </a:cubicBezTo>
                <a:cubicBezTo>
                  <a:pt x="888" y="37"/>
                  <a:pt x="880" y="37"/>
                  <a:pt x="869" y="37"/>
                </a:cubicBezTo>
                <a:cubicBezTo>
                  <a:pt x="835" y="36"/>
                  <a:pt x="835" y="36"/>
                  <a:pt x="835" y="36"/>
                </a:cubicBezTo>
                <a:cubicBezTo>
                  <a:pt x="811" y="36"/>
                  <a:pt x="811" y="36"/>
                  <a:pt x="811" y="36"/>
                </a:cubicBezTo>
                <a:cubicBezTo>
                  <a:pt x="786" y="36"/>
                  <a:pt x="786" y="36"/>
                  <a:pt x="786" y="36"/>
                </a:cubicBezTo>
                <a:cubicBezTo>
                  <a:pt x="781" y="36"/>
                  <a:pt x="790" y="36"/>
                  <a:pt x="782" y="36"/>
                </a:cubicBezTo>
                <a:cubicBezTo>
                  <a:pt x="749" y="36"/>
                  <a:pt x="716" y="37"/>
                  <a:pt x="692" y="38"/>
                </a:cubicBezTo>
                <a:cubicBezTo>
                  <a:pt x="729" y="36"/>
                  <a:pt x="757" y="36"/>
                  <a:pt x="790" y="36"/>
                </a:cubicBezTo>
                <a:cubicBezTo>
                  <a:pt x="795" y="36"/>
                  <a:pt x="804" y="36"/>
                  <a:pt x="809" y="36"/>
                </a:cubicBezTo>
                <a:cubicBezTo>
                  <a:pt x="811" y="36"/>
                  <a:pt x="804" y="36"/>
                  <a:pt x="811" y="36"/>
                </a:cubicBezTo>
                <a:cubicBezTo>
                  <a:pt x="818" y="36"/>
                  <a:pt x="818" y="36"/>
                  <a:pt x="818" y="36"/>
                </a:cubicBezTo>
                <a:cubicBezTo>
                  <a:pt x="814" y="36"/>
                  <a:pt x="821" y="36"/>
                  <a:pt x="823" y="37"/>
                </a:cubicBezTo>
                <a:cubicBezTo>
                  <a:pt x="851" y="37"/>
                  <a:pt x="873" y="37"/>
                  <a:pt x="898" y="38"/>
                </a:cubicBezTo>
                <a:cubicBezTo>
                  <a:pt x="902" y="38"/>
                  <a:pt x="894" y="38"/>
                  <a:pt x="900" y="38"/>
                </a:cubicBezTo>
                <a:cubicBezTo>
                  <a:pt x="927" y="39"/>
                  <a:pt x="927" y="39"/>
                  <a:pt x="927" y="39"/>
                </a:cubicBezTo>
                <a:cubicBezTo>
                  <a:pt x="930" y="40"/>
                  <a:pt x="937" y="40"/>
                  <a:pt x="933" y="40"/>
                </a:cubicBezTo>
                <a:cubicBezTo>
                  <a:pt x="901" y="38"/>
                  <a:pt x="856" y="37"/>
                  <a:pt x="817" y="37"/>
                </a:cubicBezTo>
                <a:cubicBezTo>
                  <a:pt x="806" y="37"/>
                  <a:pt x="793" y="37"/>
                  <a:pt x="787" y="37"/>
                </a:cubicBezTo>
                <a:cubicBezTo>
                  <a:pt x="804" y="37"/>
                  <a:pt x="818" y="37"/>
                  <a:pt x="833" y="38"/>
                </a:cubicBezTo>
                <a:cubicBezTo>
                  <a:pt x="853" y="38"/>
                  <a:pt x="874" y="38"/>
                  <a:pt x="893" y="39"/>
                </a:cubicBezTo>
                <a:cubicBezTo>
                  <a:pt x="906" y="40"/>
                  <a:pt x="906" y="40"/>
                  <a:pt x="906" y="40"/>
                </a:cubicBezTo>
                <a:cubicBezTo>
                  <a:pt x="920" y="40"/>
                  <a:pt x="920" y="40"/>
                  <a:pt x="920" y="40"/>
                </a:cubicBezTo>
                <a:cubicBezTo>
                  <a:pt x="929" y="41"/>
                  <a:pt x="929" y="41"/>
                  <a:pt x="929" y="41"/>
                </a:cubicBezTo>
                <a:cubicBezTo>
                  <a:pt x="937" y="41"/>
                  <a:pt x="944" y="41"/>
                  <a:pt x="953" y="42"/>
                </a:cubicBezTo>
                <a:cubicBezTo>
                  <a:pt x="968" y="43"/>
                  <a:pt x="983" y="44"/>
                  <a:pt x="999" y="46"/>
                </a:cubicBezTo>
                <a:cubicBezTo>
                  <a:pt x="1002" y="46"/>
                  <a:pt x="1001" y="46"/>
                  <a:pt x="997" y="46"/>
                </a:cubicBezTo>
                <a:cubicBezTo>
                  <a:pt x="977" y="44"/>
                  <a:pt x="974" y="44"/>
                  <a:pt x="954" y="43"/>
                </a:cubicBezTo>
                <a:cubicBezTo>
                  <a:pt x="956" y="43"/>
                  <a:pt x="958" y="43"/>
                  <a:pt x="957" y="43"/>
                </a:cubicBezTo>
                <a:cubicBezTo>
                  <a:pt x="951" y="43"/>
                  <a:pt x="949" y="42"/>
                  <a:pt x="945" y="42"/>
                </a:cubicBezTo>
                <a:cubicBezTo>
                  <a:pt x="960" y="43"/>
                  <a:pt x="958" y="43"/>
                  <a:pt x="953" y="43"/>
                </a:cubicBezTo>
                <a:cubicBezTo>
                  <a:pt x="916" y="41"/>
                  <a:pt x="870" y="39"/>
                  <a:pt x="840" y="39"/>
                </a:cubicBezTo>
                <a:cubicBezTo>
                  <a:pt x="836" y="39"/>
                  <a:pt x="834" y="39"/>
                  <a:pt x="829" y="39"/>
                </a:cubicBezTo>
                <a:cubicBezTo>
                  <a:pt x="794" y="38"/>
                  <a:pt x="755" y="38"/>
                  <a:pt x="718" y="40"/>
                </a:cubicBezTo>
                <a:cubicBezTo>
                  <a:pt x="761" y="39"/>
                  <a:pt x="805" y="38"/>
                  <a:pt x="854" y="39"/>
                </a:cubicBezTo>
                <a:cubicBezTo>
                  <a:pt x="856" y="39"/>
                  <a:pt x="854" y="39"/>
                  <a:pt x="859" y="40"/>
                </a:cubicBezTo>
                <a:cubicBezTo>
                  <a:pt x="880" y="40"/>
                  <a:pt x="904" y="41"/>
                  <a:pt x="920" y="42"/>
                </a:cubicBezTo>
                <a:cubicBezTo>
                  <a:pt x="941" y="44"/>
                  <a:pt x="941" y="44"/>
                  <a:pt x="941" y="44"/>
                </a:cubicBezTo>
                <a:cubicBezTo>
                  <a:pt x="993" y="47"/>
                  <a:pt x="1030" y="51"/>
                  <a:pt x="1079" y="57"/>
                </a:cubicBezTo>
                <a:cubicBezTo>
                  <a:pt x="1079" y="57"/>
                  <a:pt x="1082" y="57"/>
                  <a:pt x="1084" y="57"/>
                </a:cubicBezTo>
                <a:cubicBezTo>
                  <a:pt x="1073" y="57"/>
                  <a:pt x="1073" y="57"/>
                  <a:pt x="1073" y="57"/>
                </a:cubicBezTo>
                <a:cubicBezTo>
                  <a:pt x="1049" y="54"/>
                  <a:pt x="1049" y="54"/>
                  <a:pt x="1049" y="54"/>
                </a:cubicBezTo>
                <a:cubicBezTo>
                  <a:pt x="1008" y="50"/>
                  <a:pt x="950" y="45"/>
                  <a:pt x="898" y="43"/>
                </a:cubicBezTo>
                <a:cubicBezTo>
                  <a:pt x="892" y="43"/>
                  <a:pt x="897" y="43"/>
                  <a:pt x="901" y="44"/>
                </a:cubicBezTo>
                <a:cubicBezTo>
                  <a:pt x="926" y="45"/>
                  <a:pt x="948" y="46"/>
                  <a:pt x="975" y="48"/>
                </a:cubicBezTo>
                <a:cubicBezTo>
                  <a:pt x="984" y="50"/>
                  <a:pt x="974" y="49"/>
                  <a:pt x="954" y="48"/>
                </a:cubicBezTo>
                <a:cubicBezTo>
                  <a:pt x="937" y="47"/>
                  <a:pt x="914" y="45"/>
                  <a:pt x="893" y="45"/>
                </a:cubicBezTo>
                <a:cubicBezTo>
                  <a:pt x="871" y="44"/>
                  <a:pt x="851" y="43"/>
                  <a:pt x="841" y="43"/>
                </a:cubicBezTo>
                <a:cubicBezTo>
                  <a:pt x="791" y="42"/>
                  <a:pt x="742" y="43"/>
                  <a:pt x="693" y="45"/>
                </a:cubicBezTo>
                <a:cubicBezTo>
                  <a:pt x="689" y="45"/>
                  <a:pt x="689" y="45"/>
                  <a:pt x="689" y="45"/>
                </a:cubicBezTo>
                <a:cubicBezTo>
                  <a:pt x="689" y="45"/>
                  <a:pt x="689" y="45"/>
                  <a:pt x="689" y="45"/>
                </a:cubicBezTo>
                <a:cubicBezTo>
                  <a:pt x="688" y="45"/>
                  <a:pt x="688" y="45"/>
                  <a:pt x="688" y="45"/>
                </a:cubicBezTo>
                <a:cubicBezTo>
                  <a:pt x="686" y="45"/>
                  <a:pt x="686" y="45"/>
                  <a:pt x="686" y="45"/>
                </a:cubicBezTo>
                <a:cubicBezTo>
                  <a:pt x="686" y="45"/>
                  <a:pt x="687" y="45"/>
                  <a:pt x="688" y="45"/>
                </a:cubicBezTo>
                <a:cubicBezTo>
                  <a:pt x="689" y="45"/>
                  <a:pt x="689" y="45"/>
                  <a:pt x="689" y="45"/>
                </a:cubicBezTo>
                <a:cubicBezTo>
                  <a:pt x="689" y="45"/>
                  <a:pt x="689" y="45"/>
                  <a:pt x="689" y="45"/>
                </a:cubicBezTo>
                <a:cubicBezTo>
                  <a:pt x="689" y="45"/>
                  <a:pt x="689" y="45"/>
                  <a:pt x="689" y="45"/>
                </a:cubicBezTo>
                <a:cubicBezTo>
                  <a:pt x="692" y="45"/>
                  <a:pt x="692" y="45"/>
                  <a:pt x="692" y="45"/>
                </a:cubicBezTo>
                <a:cubicBezTo>
                  <a:pt x="701" y="45"/>
                  <a:pt x="701" y="45"/>
                  <a:pt x="701" y="45"/>
                </a:cubicBezTo>
                <a:cubicBezTo>
                  <a:pt x="701" y="45"/>
                  <a:pt x="703" y="44"/>
                  <a:pt x="707" y="44"/>
                </a:cubicBezTo>
                <a:cubicBezTo>
                  <a:pt x="756" y="43"/>
                  <a:pt x="811" y="43"/>
                  <a:pt x="855" y="43"/>
                </a:cubicBezTo>
                <a:cubicBezTo>
                  <a:pt x="873" y="44"/>
                  <a:pt x="908" y="45"/>
                  <a:pt x="926" y="47"/>
                </a:cubicBezTo>
                <a:cubicBezTo>
                  <a:pt x="922" y="47"/>
                  <a:pt x="907" y="46"/>
                  <a:pt x="888" y="46"/>
                </a:cubicBezTo>
                <a:cubicBezTo>
                  <a:pt x="907" y="46"/>
                  <a:pt x="925" y="48"/>
                  <a:pt x="941" y="49"/>
                </a:cubicBezTo>
                <a:cubicBezTo>
                  <a:pt x="955" y="49"/>
                  <a:pt x="978" y="51"/>
                  <a:pt x="985" y="52"/>
                </a:cubicBezTo>
                <a:cubicBezTo>
                  <a:pt x="986" y="52"/>
                  <a:pt x="984" y="52"/>
                  <a:pt x="985" y="52"/>
                </a:cubicBezTo>
                <a:cubicBezTo>
                  <a:pt x="986" y="52"/>
                  <a:pt x="996" y="53"/>
                  <a:pt x="997" y="53"/>
                </a:cubicBezTo>
                <a:cubicBezTo>
                  <a:pt x="1004" y="53"/>
                  <a:pt x="1003" y="53"/>
                  <a:pt x="1011" y="54"/>
                </a:cubicBezTo>
                <a:cubicBezTo>
                  <a:pt x="1022" y="55"/>
                  <a:pt x="1022" y="55"/>
                  <a:pt x="1029" y="56"/>
                </a:cubicBezTo>
                <a:cubicBezTo>
                  <a:pt x="1067" y="59"/>
                  <a:pt x="1104" y="64"/>
                  <a:pt x="1142" y="69"/>
                </a:cubicBezTo>
                <a:cubicBezTo>
                  <a:pt x="1154" y="71"/>
                  <a:pt x="1154" y="71"/>
                  <a:pt x="1154" y="71"/>
                </a:cubicBezTo>
                <a:cubicBezTo>
                  <a:pt x="1158" y="72"/>
                  <a:pt x="1155" y="72"/>
                  <a:pt x="1159" y="72"/>
                </a:cubicBezTo>
                <a:cubicBezTo>
                  <a:pt x="1162" y="73"/>
                  <a:pt x="1161" y="72"/>
                  <a:pt x="1165" y="73"/>
                </a:cubicBezTo>
                <a:cubicBezTo>
                  <a:pt x="1179" y="75"/>
                  <a:pt x="1196" y="78"/>
                  <a:pt x="1211" y="81"/>
                </a:cubicBezTo>
                <a:cubicBezTo>
                  <a:pt x="1229" y="84"/>
                  <a:pt x="1249" y="88"/>
                  <a:pt x="1267" y="94"/>
                </a:cubicBezTo>
                <a:cubicBezTo>
                  <a:pt x="1275" y="97"/>
                  <a:pt x="1284" y="101"/>
                  <a:pt x="1291" y="105"/>
                </a:cubicBezTo>
                <a:cubicBezTo>
                  <a:pt x="1298" y="109"/>
                  <a:pt x="1303" y="114"/>
                  <a:pt x="1305" y="119"/>
                </a:cubicBezTo>
                <a:cubicBezTo>
                  <a:pt x="1306" y="122"/>
                  <a:pt x="1306" y="121"/>
                  <a:pt x="1306" y="121"/>
                </a:cubicBezTo>
                <a:cubicBezTo>
                  <a:pt x="1306" y="121"/>
                  <a:pt x="1306" y="121"/>
                  <a:pt x="1307" y="124"/>
                </a:cubicBezTo>
                <a:cubicBezTo>
                  <a:pt x="1307" y="125"/>
                  <a:pt x="1307" y="126"/>
                  <a:pt x="1307" y="126"/>
                </a:cubicBezTo>
                <a:cubicBezTo>
                  <a:pt x="1307" y="127"/>
                  <a:pt x="1306" y="127"/>
                  <a:pt x="1306" y="128"/>
                </a:cubicBezTo>
                <a:cubicBezTo>
                  <a:pt x="1304" y="130"/>
                  <a:pt x="1302" y="132"/>
                  <a:pt x="1300" y="134"/>
                </a:cubicBezTo>
                <a:cubicBezTo>
                  <a:pt x="1296" y="138"/>
                  <a:pt x="1291" y="142"/>
                  <a:pt x="1285" y="145"/>
                </a:cubicBezTo>
                <a:cubicBezTo>
                  <a:pt x="1274" y="152"/>
                  <a:pt x="1262" y="158"/>
                  <a:pt x="1250" y="163"/>
                </a:cubicBezTo>
                <a:cubicBezTo>
                  <a:pt x="1247" y="164"/>
                  <a:pt x="1244" y="165"/>
                  <a:pt x="1241" y="166"/>
                </a:cubicBezTo>
                <a:cubicBezTo>
                  <a:pt x="1231" y="169"/>
                  <a:pt x="1231" y="169"/>
                  <a:pt x="1231" y="169"/>
                </a:cubicBezTo>
                <a:cubicBezTo>
                  <a:pt x="1224" y="171"/>
                  <a:pt x="1218" y="173"/>
                  <a:pt x="1211" y="175"/>
                </a:cubicBezTo>
                <a:cubicBezTo>
                  <a:pt x="1198" y="178"/>
                  <a:pt x="1184" y="182"/>
                  <a:pt x="1171" y="185"/>
                </a:cubicBezTo>
                <a:cubicBezTo>
                  <a:pt x="1167" y="186"/>
                  <a:pt x="1170" y="185"/>
                  <a:pt x="1164" y="186"/>
                </a:cubicBezTo>
                <a:cubicBezTo>
                  <a:pt x="1156" y="188"/>
                  <a:pt x="1158" y="188"/>
                  <a:pt x="1152" y="189"/>
                </a:cubicBezTo>
                <a:cubicBezTo>
                  <a:pt x="1147" y="190"/>
                  <a:pt x="1144" y="191"/>
                  <a:pt x="1141" y="191"/>
                </a:cubicBezTo>
                <a:cubicBezTo>
                  <a:pt x="1110" y="197"/>
                  <a:pt x="1078" y="201"/>
                  <a:pt x="1045" y="205"/>
                </a:cubicBezTo>
                <a:cubicBezTo>
                  <a:pt x="1013" y="208"/>
                  <a:pt x="980" y="210"/>
                  <a:pt x="947" y="213"/>
                </a:cubicBezTo>
                <a:cubicBezTo>
                  <a:pt x="885" y="217"/>
                  <a:pt x="823" y="220"/>
                  <a:pt x="765" y="221"/>
                </a:cubicBezTo>
                <a:cubicBezTo>
                  <a:pt x="719" y="222"/>
                  <a:pt x="675" y="223"/>
                  <a:pt x="633" y="222"/>
                </a:cubicBezTo>
                <a:cubicBezTo>
                  <a:pt x="578" y="222"/>
                  <a:pt x="530" y="221"/>
                  <a:pt x="478" y="219"/>
                </a:cubicBezTo>
                <a:cubicBezTo>
                  <a:pt x="441" y="218"/>
                  <a:pt x="400" y="216"/>
                  <a:pt x="368" y="214"/>
                </a:cubicBezTo>
                <a:cubicBezTo>
                  <a:pt x="350" y="214"/>
                  <a:pt x="350" y="214"/>
                  <a:pt x="350" y="214"/>
                </a:cubicBezTo>
                <a:cubicBezTo>
                  <a:pt x="321" y="212"/>
                  <a:pt x="321" y="212"/>
                  <a:pt x="321" y="212"/>
                </a:cubicBezTo>
                <a:cubicBezTo>
                  <a:pt x="296" y="210"/>
                  <a:pt x="270" y="209"/>
                  <a:pt x="244" y="206"/>
                </a:cubicBezTo>
                <a:cubicBezTo>
                  <a:pt x="215" y="204"/>
                  <a:pt x="188" y="201"/>
                  <a:pt x="160" y="198"/>
                </a:cubicBezTo>
                <a:cubicBezTo>
                  <a:pt x="144" y="196"/>
                  <a:pt x="129" y="194"/>
                  <a:pt x="114" y="191"/>
                </a:cubicBezTo>
                <a:cubicBezTo>
                  <a:pt x="103" y="189"/>
                  <a:pt x="93" y="187"/>
                  <a:pt x="82" y="185"/>
                </a:cubicBezTo>
                <a:cubicBezTo>
                  <a:pt x="68" y="182"/>
                  <a:pt x="53" y="178"/>
                  <a:pt x="40" y="172"/>
                </a:cubicBezTo>
                <a:cubicBezTo>
                  <a:pt x="33" y="170"/>
                  <a:pt x="26" y="166"/>
                  <a:pt x="22" y="163"/>
                </a:cubicBezTo>
                <a:cubicBezTo>
                  <a:pt x="17" y="159"/>
                  <a:pt x="14" y="154"/>
                  <a:pt x="14" y="149"/>
                </a:cubicBezTo>
                <a:cubicBezTo>
                  <a:pt x="14" y="144"/>
                  <a:pt x="19" y="137"/>
                  <a:pt x="26" y="131"/>
                </a:cubicBezTo>
                <a:cubicBezTo>
                  <a:pt x="33" y="126"/>
                  <a:pt x="41" y="121"/>
                  <a:pt x="50" y="117"/>
                </a:cubicBezTo>
                <a:cubicBezTo>
                  <a:pt x="67" y="108"/>
                  <a:pt x="85" y="101"/>
                  <a:pt x="103" y="95"/>
                </a:cubicBezTo>
                <a:cubicBezTo>
                  <a:pt x="144" y="82"/>
                  <a:pt x="195" y="70"/>
                  <a:pt x="235" y="61"/>
                </a:cubicBezTo>
                <a:cubicBezTo>
                  <a:pt x="268" y="55"/>
                  <a:pt x="302" y="49"/>
                  <a:pt x="340" y="44"/>
                </a:cubicBezTo>
                <a:cubicBezTo>
                  <a:pt x="350" y="42"/>
                  <a:pt x="350" y="42"/>
                  <a:pt x="350" y="42"/>
                </a:cubicBezTo>
                <a:cubicBezTo>
                  <a:pt x="407" y="35"/>
                  <a:pt x="471" y="28"/>
                  <a:pt x="517" y="25"/>
                </a:cubicBezTo>
                <a:cubicBezTo>
                  <a:pt x="534" y="24"/>
                  <a:pt x="549" y="23"/>
                  <a:pt x="565" y="22"/>
                </a:cubicBezTo>
                <a:cubicBezTo>
                  <a:pt x="583" y="21"/>
                  <a:pt x="599" y="20"/>
                  <a:pt x="616" y="19"/>
                </a:cubicBezTo>
                <a:cubicBezTo>
                  <a:pt x="632" y="19"/>
                  <a:pt x="632" y="19"/>
                  <a:pt x="632" y="19"/>
                </a:cubicBezTo>
                <a:cubicBezTo>
                  <a:pt x="649" y="18"/>
                  <a:pt x="666" y="17"/>
                  <a:pt x="684" y="17"/>
                </a:cubicBezTo>
                <a:cubicBezTo>
                  <a:pt x="712" y="16"/>
                  <a:pt x="742" y="16"/>
                  <a:pt x="774" y="16"/>
                </a:cubicBezTo>
                <a:cubicBezTo>
                  <a:pt x="799" y="16"/>
                  <a:pt x="836" y="16"/>
                  <a:pt x="864" y="16"/>
                </a:cubicBezTo>
                <a:cubicBezTo>
                  <a:pt x="912" y="18"/>
                  <a:pt x="961" y="19"/>
                  <a:pt x="1010" y="23"/>
                </a:cubicBezTo>
                <a:cubicBezTo>
                  <a:pt x="1026" y="24"/>
                  <a:pt x="1041" y="26"/>
                  <a:pt x="1058" y="27"/>
                </a:cubicBezTo>
                <a:cubicBezTo>
                  <a:pt x="1075" y="29"/>
                  <a:pt x="1096" y="31"/>
                  <a:pt x="1117" y="35"/>
                </a:cubicBezTo>
                <a:cubicBezTo>
                  <a:pt x="1123" y="36"/>
                  <a:pt x="1123" y="36"/>
                  <a:pt x="1123" y="36"/>
                </a:cubicBezTo>
                <a:cubicBezTo>
                  <a:pt x="1123" y="36"/>
                  <a:pt x="1123" y="36"/>
                  <a:pt x="1123" y="36"/>
                </a:cubicBezTo>
                <a:cubicBezTo>
                  <a:pt x="1124" y="36"/>
                  <a:pt x="1124" y="36"/>
                  <a:pt x="1124" y="36"/>
                </a:cubicBezTo>
                <a:cubicBezTo>
                  <a:pt x="1125" y="36"/>
                  <a:pt x="1125" y="36"/>
                  <a:pt x="1125" y="36"/>
                </a:cubicBezTo>
                <a:cubicBezTo>
                  <a:pt x="1125" y="36"/>
                  <a:pt x="1127" y="36"/>
                  <a:pt x="1127" y="37"/>
                </a:cubicBezTo>
                <a:cubicBezTo>
                  <a:pt x="1127" y="38"/>
                  <a:pt x="1128" y="36"/>
                  <a:pt x="1129" y="37"/>
                </a:cubicBezTo>
                <a:cubicBezTo>
                  <a:pt x="1129" y="37"/>
                  <a:pt x="1129" y="37"/>
                  <a:pt x="1129" y="38"/>
                </a:cubicBezTo>
                <a:cubicBezTo>
                  <a:pt x="1129" y="38"/>
                  <a:pt x="1129" y="38"/>
                  <a:pt x="1130" y="38"/>
                </a:cubicBezTo>
                <a:cubicBezTo>
                  <a:pt x="1130" y="38"/>
                  <a:pt x="1130" y="39"/>
                  <a:pt x="1131" y="39"/>
                </a:cubicBezTo>
                <a:cubicBezTo>
                  <a:pt x="1131" y="39"/>
                  <a:pt x="1131" y="39"/>
                  <a:pt x="1131" y="39"/>
                </a:cubicBezTo>
                <a:cubicBezTo>
                  <a:pt x="1132" y="39"/>
                  <a:pt x="1132" y="39"/>
                  <a:pt x="1133" y="39"/>
                </a:cubicBezTo>
                <a:cubicBezTo>
                  <a:pt x="1133" y="39"/>
                  <a:pt x="1134" y="39"/>
                  <a:pt x="1134" y="39"/>
                </a:cubicBezTo>
                <a:cubicBezTo>
                  <a:pt x="1135" y="39"/>
                  <a:pt x="1135" y="39"/>
                  <a:pt x="1135" y="39"/>
                </a:cubicBezTo>
                <a:cubicBezTo>
                  <a:pt x="1136" y="39"/>
                  <a:pt x="1136" y="39"/>
                  <a:pt x="1137" y="38"/>
                </a:cubicBezTo>
                <a:cubicBezTo>
                  <a:pt x="1137" y="38"/>
                  <a:pt x="1138" y="38"/>
                  <a:pt x="1138" y="38"/>
                </a:cubicBezTo>
                <a:cubicBezTo>
                  <a:pt x="1138" y="38"/>
                  <a:pt x="1139" y="38"/>
                  <a:pt x="1139" y="38"/>
                </a:cubicBezTo>
                <a:cubicBezTo>
                  <a:pt x="1140" y="37"/>
                  <a:pt x="1141" y="36"/>
                  <a:pt x="1142" y="36"/>
                </a:cubicBezTo>
                <a:cubicBezTo>
                  <a:pt x="1142" y="36"/>
                  <a:pt x="1142" y="35"/>
                  <a:pt x="1143" y="35"/>
                </a:cubicBezTo>
                <a:cubicBezTo>
                  <a:pt x="1143" y="35"/>
                  <a:pt x="1143" y="35"/>
                  <a:pt x="1143" y="35"/>
                </a:cubicBezTo>
                <a:cubicBezTo>
                  <a:pt x="1143" y="34"/>
                  <a:pt x="1143" y="33"/>
                  <a:pt x="1144" y="33"/>
                </a:cubicBezTo>
                <a:cubicBezTo>
                  <a:pt x="1144" y="33"/>
                  <a:pt x="1144" y="33"/>
                  <a:pt x="1144" y="33"/>
                </a:cubicBezTo>
                <a:cubicBezTo>
                  <a:pt x="1144" y="32"/>
                  <a:pt x="1144" y="31"/>
                  <a:pt x="1144" y="30"/>
                </a:cubicBezTo>
                <a:cubicBezTo>
                  <a:pt x="1144" y="29"/>
                  <a:pt x="1144" y="28"/>
                  <a:pt x="1144" y="28"/>
                </a:cubicBezTo>
                <a:cubicBezTo>
                  <a:pt x="1144" y="28"/>
                  <a:pt x="1144" y="27"/>
                  <a:pt x="1144" y="27"/>
                </a:cubicBezTo>
                <a:cubicBezTo>
                  <a:pt x="1144" y="26"/>
                  <a:pt x="1143" y="26"/>
                  <a:pt x="1143" y="26"/>
                </a:cubicBezTo>
                <a:cubicBezTo>
                  <a:pt x="1143" y="25"/>
                  <a:pt x="1143" y="25"/>
                  <a:pt x="1143" y="25"/>
                </a:cubicBezTo>
                <a:cubicBezTo>
                  <a:pt x="1143" y="25"/>
                  <a:pt x="1142" y="24"/>
                  <a:pt x="1142" y="24"/>
                </a:cubicBezTo>
                <a:cubicBezTo>
                  <a:pt x="1142" y="24"/>
                  <a:pt x="1142" y="24"/>
                  <a:pt x="1142" y="24"/>
                </a:cubicBezTo>
                <a:cubicBezTo>
                  <a:pt x="1141" y="23"/>
                  <a:pt x="1141" y="22"/>
                  <a:pt x="1140" y="22"/>
                </a:cubicBezTo>
                <a:cubicBezTo>
                  <a:pt x="1140" y="22"/>
                  <a:pt x="1139" y="21"/>
                  <a:pt x="1139" y="21"/>
                </a:cubicBezTo>
                <a:cubicBezTo>
                  <a:pt x="1138" y="21"/>
                  <a:pt x="1137" y="21"/>
                  <a:pt x="1137" y="20"/>
                </a:cubicBezTo>
                <a:cubicBezTo>
                  <a:pt x="1137" y="20"/>
                  <a:pt x="1137" y="20"/>
                  <a:pt x="1137" y="20"/>
                </a:cubicBezTo>
                <a:cubicBezTo>
                  <a:pt x="1137" y="20"/>
                  <a:pt x="1136" y="20"/>
                  <a:pt x="1136" y="20"/>
                </a:cubicBezTo>
                <a:cubicBezTo>
                  <a:pt x="1136" y="20"/>
                  <a:pt x="1135" y="20"/>
                  <a:pt x="1135" y="20"/>
                </a:cubicBezTo>
                <a:cubicBezTo>
                  <a:pt x="1135" y="20"/>
                  <a:pt x="1134" y="19"/>
                  <a:pt x="1134" y="19"/>
                </a:cubicBezTo>
                <a:cubicBezTo>
                  <a:pt x="1134" y="19"/>
                  <a:pt x="1134" y="20"/>
                  <a:pt x="1133" y="20"/>
                </a:cubicBezTo>
                <a:cubicBezTo>
                  <a:pt x="1133" y="20"/>
                  <a:pt x="1132" y="19"/>
                  <a:pt x="1132" y="19"/>
                </a:cubicBezTo>
                <a:cubicBezTo>
                  <a:pt x="1131" y="19"/>
                  <a:pt x="1131" y="19"/>
                  <a:pt x="1131" y="19"/>
                </a:cubicBezTo>
                <a:cubicBezTo>
                  <a:pt x="1131" y="19"/>
                  <a:pt x="1130" y="19"/>
                  <a:pt x="1130" y="20"/>
                </a:cubicBezTo>
                <a:cubicBezTo>
                  <a:pt x="1130" y="20"/>
                  <a:pt x="1128" y="19"/>
                  <a:pt x="1127" y="20"/>
                </a:cubicBezTo>
                <a:cubicBezTo>
                  <a:pt x="1127" y="19"/>
                  <a:pt x="1127" y="19"/>
                  <a:pt x="1126" y="19"/>
                </a:cubicBezTo>
                <a:cubicBezTo>
                  <a:pt x="1126" y="19"/>
                  <a:pt x="1126" y="19"/>
                  <a:pt x="1126" y="19"/>
                </a:cubicBezTo>
                <a:cubicBezTo>
                  <a:pt x="1126" y="19"/>
                  <a:pt x="1126" y="19"/>
                  <a:pt x="1126" y="19"/>
                </a:cubicBezTo>
                <a:cubicBezTo>
                  <a:pt x="1122" y="19"/>
                  <a:pt x="1122" y="19"/>
                  <a:pt x="1122" y="19"/>
                </a:cubicBezTo>
                <a:cubicBezTo>
                  <a:pt x="1103" y="16"/>
                  <a:pt x="1103" y="16"/>
                  <a:pt x="1103" y="16"/>
                </a:cubicBezTo>
                <a:cubicBezTo>
                  <a:pt x="1098" y="15"/>
                  <a:pt x="1092" y="15"/>
                  <a:pt x="1087" y="14"/>
                </a:cubicBezTo>
                <a:cubicBezTo>
                  <a:pt x="1078" y="13"/>
                  <a:pt x="1067" y="12"/>
                  <a:pt x="1056" y="11"/>
                </a:cubicBezTo>
                <a:cubicBezTo>
                  <a:pt x="1037" y="9"/>
                  <a:pt x="1021" y="8"/>
                  <a:pt x="1005" y="7"/>
                </a:cubicBezTo>
                <a:cubicBezTo>
                  <a:pt x="981" y="5"/>
                  <a:pt x="964" y="4"/>
                  <a:pt x="944" y="3"/>
                </a:cubicBezTo>
                <a:cubicBezTo>
                  <a:pt x="920" y="2"/>
                  <a:pt x="920" y="2"/>
                  <a:pt x="920" y="2"/>
                </a:cubicBezTo>
                <a:cubicBezTo>
                  <a:pt x="898" y="2"/>
                  <a:pt x="898" y="2"/>
                  <a:pt x="898" y="2"/>
                </a:cubicBezTo>
                <a:cubicBezTo>
                  <a:pt x="875" y="1"/>
                  <a:pt x="875" y="1"/>
                  <a:pt x="875" y="1"/>
                </a:cubicBezTo>
                <a:cubicBezTo>
                  <a:pt x="860" y="1"/>
                  <a:pt x="860" y="1"/>
                  <a:pt x="860" y="1"/>
                </a:cubicBezTo>
                <a:cubicBezTo>
                  <a:pt x="844" y="0"/>
                  <a:pt x="844" y="0"/>
                  <a:pt x="844" y="0"/>
                </a:cubicBezTo>
                <a:cubicBezTo>
                  <a:pt x="824" y="0"/>
                  <a:pt x="824" y="0"/>
                  <a:pt x="824" y="0"/>
                </a:cubicBezTo>
                <a:cubicBezTo>
                  <a:pt x="800" y="0"/>
                  <a:pt x="773" y="0"/>
                  <a:pt x="750" y="1"/>
                </a:cubicBezTo>
                <a:cubicBezTo>
                  <a:pt x="708" y="1"/>
                  <a:pt x="671" y="2"/>
                  <a:pt x="622" y="4"/>
                </a:cubicBezTo>
                <a:cubicBezTo>
                  <a:pt x="587" y="6"/>
                  <a:pt x="587" y="6"/>
                  <a:pt x="587" y="6"/>
                </a:cubicBezTo>
                <a:cubicBezTo>
                  <a:pt x="584" y="6"/>
                  <a:pt x="584" y="6"/>
                  <a:pt x="580" y="6"/>
                </a:cubicBezTo>
                <a:cubicBezTo>
                  <a:pt x="554" y="7"/>
                  <a:pt x="527" y="10"/>
                  <a:pt x="500" y="11"/>
                </a:cubicBezTo>
                <a:cubicBezTo>
                  <a:pt x="497" y="12"/>
                  <a:pt x="497" y="12"/>
                  <a:pt x="497" y="12"/>
                </a:cubicBezTo>
                <a:cubicBezTo>
                  <a:pt x="460" y="14"/>
                  <a:pt x="414" y="19"/>
                  <a:pt x="385" y="23"/>
                </a:cubicBezTo>
                <a:cubicBezTo>
                  <a:pt x="363" y="25"/>
                  <a:pt x="337" y="29"/>
                  <a:pt x="309" y="33"/>
                </a:cubicBezTo>
                <a:cubicBezTo>
                  <a:pt x="297" y="35"/>
                  <a:pt x="284" y="37"/>
                  <a:pt x="272" y="39"/>
                </a:cubicBezTo>
                <a:cubicBezTo>
                  <a:pt x="249" y="44"/>
                  <a:pt x="218" y="50"/>
                  <a:pt x="196" y="55"/>
                </a:cubicBezTo>
                <a:cubicBezTo>
                  <a:pt x="176" y="60"/>
                  <a:pt x="176" y="60"/>
                  <a:pt x="176" y="60"/>
                </a:cubicBezTo>
                <a:cubicBezTo>
                  <a:pt x="164" y="63"/>
                  <a:pt x="152" y="66"/>
                  <a:pt x="139" y="69"/>
                </a:cubicBezTo>
                <a:cubicBezTo>
                  <a:pt x="115" y="76"/>
                  <a:pt x="89" y="84"/>
                  <a:pt x="65" y="94"/>
                </a:cubicBezTo>
                <a:cubicBezTo>
                  <a:pt x="53" y="99"/>
                  <a:pt x="41" y="104"/>
                  <a:pt x="30" y="111"/>
                </a:cubicBezTo>
                <a:cubicBezTo>
                  <a:pt x="25" y="114"/>
                  <a:pt x="19" y="118"/>
                  <a:pt x="15" y="122"/>
                </a:cubicBezTo>
                <a:cubicBezTo>
                  <a:pt x="10" y="127"/>
                  <a:pt x="5" y="131"/>
                  <a:pt x="2" y="138"/>
                </a:cubicBezTo>
                <a:cubicBezTo>
                  <a:pt x="1" y="142"/>
                  <a:pt x="0" y="146"/>
                  <a:pt x="0" y="151"/>
                </a:cubicBezTo>
                <a:cubicBezTo>
                  <a:pt x="0" y="155"/>
                  <a:pt x="1" y="159"/>
                  <a:pt x="3" y="163"/>
                </a:cubicBezTo>
                <a:cubicBezTo>
                  <a:pt x="4" y="165"/>
                  <a:pt x="6" y="166"/>
                  <a:pt x="7" y="168"/>
                </a:cubicBezTo>
                <a:cubicBezTo>
                  <a:pt x="8" y="169"/>
                  <a:pt x="10" y="171"/>
                  <a:pt x="11" y="172"/>
                </a:cubicBezTo>
                <a:cubicBezTo>
                  <a:pt x="14" y="175"/>
                  <a:pt x="17" y="177"/>
                  <a:pt x="21" y="179"/>
                </a:cubicBezTo>
                <a:cubicBezTo>
                  <a:pt x="33" y="186"/>
                  <a:pt x="45" y="190"/>
                  <a:pt x="58" y="193"/>
                </a:cubicBezTo>
                <a:cubicBezTo>
                  <a:pt x="70" y="197"/>
                  <a:pt x="83" y="200"/>
                  <a:pt x="95" y="202"/>
                </a:cubicBezTo>
                <a:cubicBezTo>
                  <a:pt x="101" y="203"/>
                  <a:pt x="108" y="204"/>
                  <a:pt x="113" y="205"/>
                </a:cubicBezTo>
                <a:cubicBezTo>
                  <a:pt x="128" y="208"/>
                  <a:pt x="142" y="210"/>
                  <a:pt x="158" y="212"/>
                </a:cubicBezTo>
                <a:cubicBezTo>
                  <a:pt x="197" y="217"/>
                  <a:pt x="236" y="220"/>
                  <a:pt x="272" y="223"/>
                </a:cubicBezTo>
                <a:cubicBezTo>
                  <a:pt x="318" y="226"/>
                  <a:pt x="386" y="230"/>
                  <a:pt x="440" y="232"/>
                </a:cubicBezTo>
                <a:cubicBezTo>
                  <a:pt x="452" y="232"/>
                  <a:pt x="464" y="233"/>
                  <a:pt x="476" y="233"/>
                </a:cubicBezTo>
                <a:cubicBezTo>
                  <a:pt x="515" y="234"/>
                  <a:pt x="564" y="235"/>
                  <a:pt x="605" y="236"/>
                </a:cubicBezTo>
                <a:cubicBezTo>
                  <a:pt x="690" y="237"/>
                  <a:pt x="777" y="235"/>
                  <a:pt x="863" y="231"/>
                </a:cubicBezTo>
                <a:cubicBezTo>
                  <a:pt x="906" y="229"/>
                  <a:pt x="950" y="227"/>
                  <a:pt x="992" y="223"/>
                </a:cubicBezTo>
                <a:cubicBezTo>
                  <a:pt x="1035" y="220"/>
                  <a:pt x="1078" y="216"/>
                  <a:pt x="1120" y="209"/>
                </a:cubicBezTo>
                <a:cubicBezTo>
                  <a:pt x="1133" y="207"/>
                  <a:pt x="1153" y="203"/>
                  <a:pt x="1164" y="200"/>
                </a:cubicBezTo>
                <a:cubicBezTo>
                  <a:pt x="1167" y="200"/>
                  <a:pt x="1174" y="198"/>
                  <a:pt x="1180" y="197"/>
                </a:cubicBezTo>
                <a:cubicBezTo>
                  <a:pt x="1201" y="191"/>
                  <a:pt x="1226" y="184"/>
                  <a:pt x="1252" y="176"/>
                </a:cubicBezTo>
                <a:cubicBezTo>
                  <a:pt x="1259" y="174"/>
                  <a:pt x="1274" y="167"/>
                  <a:pt x="1282" y="162"/>
                </a:cubicBezTo>
                <a:cubicBezTo>
                  <a:pt x="1286" y="160"/>
                  <a:pt x="1277" y="165"/>
                  <a:pt x="1284" y="161"/>
                </a:cubicBezTo>
                <a:cubicBezTo>
                  <a:pt x="1288" y="159"/>
                  <a:pt x="1294" y="155"/>
                  <a:pt x="1301" y="150"/>
                </a:cubicBezTo>
                <a:cubicBezTo>
                  <a:pt x="1304" y="148"/>
                  <a:pt x="1308" y="145"/>
                  <a:pt x="1311" y="141"/>
                </a:cubicBezTo>
                <a:cubicBezTo>
                  <a:pt x="1313" y="139"/>
                  <a:pt x="1315" y="137"/>
                  <a:pt x="1317" y="134"/>
                </a:cubicBezTo>
                <a:cubicBezTo>
                  <a:pt x="1317" y="133"/>
                  <a:pt x="1318" y="132"/>
                  <a:pt x="1319" y="130"/>
                </a:cubicBezTo>
                <a:cubicBezTo>
                  <a:pt x="1319" y="129"/>
                  <a:pt x="1319" y="128"/>
                  <a:pt x="1319" y="127"/>
                </a:cubicBezTo>
                <a:cubicBezTo>
                  <a:pt x="1319" y="126"/>
                  <a:pt x="1319" y="126"/>
                  <a:pt x="1319" y="126"/>
                </a:cubicBezTo>
                <a:close/>
                <a:moveTo>
                  <a:pt x="1104" y="52"/>
                </a:moveTo>
                <a:cubicBezTo>
                  <a:pt x="1102" y="51"/>
                  <a:pt x="1092" y="50"/>
                  <a:pt x="1091" y="50"/>
                </a:cubicBezTo>
                <a:cubicBezTo>
                  <a:pt x="1095" y="50"/>
                  <a:pt x="1103" y="52"/>
                  <a:pt x="1104" y="52"/>
                </a:cubicBezTo>
                <a:close/>
                <a:moveTo>
                  <a:pt x="985" y="52"/>
                </a:moveTo>
                <a:cubicBezTo>
                  <a:pt x="985" y="52"/>
                  <a:pt x="985" y="52"/>
                  <a:pt x="985" y="52"/>
                </a:cubicBezTo>
                <a:cubicBezTo>
                  <a:pt x="985" y="52"/>
                  <a:pt x="985" y="52"/>
                  <a:pt x="985" y="52"/>
                </a:cubicBezTo>
                <a:close/>
                <a:moveTo>
                  <a:pt x="689" y="44"/>
                </a:moveTo>
                <a:cubicBezTo>
                  <a:pt x="689" y="43"/>
                  <a:pt x="688" y="44"/>
                  <a:pt x="688" y="43"/>
                </a:cubicBezTo>
                <a:cubicBezTo>
                  <a:pt x="689" y="43"/>
                  <a:pt x="689" y="43"/>
                  <a:pt x="689" y="43"/>
                </a:cubicBezTo>
                <a:cubicBezTo>
                  <a:pt x="689" y="43"/>
                  <a:pt x="687" y="43"/>
                  <a:pt x="687" y="43"/>
                </a:cubicBezTo>
                <a:cubicBezTo>
                  <a:pt x="687" y="43"/>
                  <a:pt x="688" y="44"/>
                  <a:pt x="688" y="43"/>
                </a:cubicBezTo>
                <a:cubicBezTo>
                  <a:pt x="688" y="43"/>
                  <a:pt x="688" y="43"/>
                  <a:pt x="688" y="44"/>
                </a:cubicBezTo>
                <a:cubicBezTo>
                  <a:pt x="688" y="44"/>
                  <a:pt x="688" y="43"/>
                  <a:pt x="688" y="43"/>
                </a:cubicBezTo>
                <a:cubicBezTo>
                  <a:pt x="688" y="44"/>
                  <a:pt x="688" y="44"/>
                  <a:pt x="688" y="44"/>
                </a:cubicBezTo>
                <a:cubicBezTo>
                  <a:pt x="689" y="44"/>
                  <a:pt x="689" y="44"/>
                  <a:pt x="689" y="44"/>
                </a:cubicBezTo>
                <a:close/>
                <a:moveTo>
                  <a:pt x="1041" y="46"/>
                </a:moveTo>
                <a:cubicBezTo>
                  <a:pt x="1044" y="47"/>
                  <a:pt x="1051" y="47"/>
                  <a:pt x="1053" y="48"/>
                </a:cubicBezTo>
                <a:cubicBezTo>
                  <a:pt x="1049" y="47"/>
                  <a:pt x="1042" y="46"/>
                  <a:pt x="1041" y="46"/>
                </a:cubicBezTo>
                <a:close/>
                <a:moveTo>
                  <a:pt x="689" y="39"/>
                </a:moveTo>
                <a:cubicBezTo>
                  <a:pt x="689" y="39"/>
                  <a:pt x="688" y="39"/>
                  <a:pt x="688" y="39"/>
                </a:cubicBezTo>
                <a:cubicBezTo>
                  <a:pt x="689" y="39"/>
                  <a:pt x="689" y="39"/>
                  <a:pt x="689" y="39"/>
                </a:cubicBezTo>
                <a:close/>
                <a:moveTo>
                  <a:pt x="688" y="45"/>
                </a:moveTo>
                <a:cubicBezTo>
                  <a:pt x="688" y="45"/>
                  <a:pt x="688" y="45"/>
                  <a:pt x="687" y="45"/>
                </a:cubicBezTo>
                <a:cubicBezTo>
                  <a:pt x="688" y="45"/>
                  <a:pt x="688" y="45"/>
                  <a:pt x="688" y="45"/>
                </a:cubicBezTo>
                <a:close/>
                <a:moveTo>
                  <a:pt x="863" y="47"/>
                </a:moveTo>
                <a:cubicBezTo>
                  <a:pt x="849" y="46"/>
                  <a:pt x="839" y="46"/>
                  <a:pt x="830" y="46"/>
                </a:cubicBezTo>
                <a:cubicBezTo>
                  <a:pt x="838" y="46"/>
                  <a:pt x="848" y="46"/>
                  <a:pt x="853" y="47"/>
                </a:cubicBezTo>
                <a:cubicBezTo>
                  <a:pt x="855" y="46"/>
                  <a:pt x="860" y="47"/>
                  <a:pt x="863" y="47"/>
                </a:cubicBezTo>
                <a:close/>
                <a:moveTo>
                  <a:pt x="1279" y="100"/>
                </a:moveTo>
                <a:cubicBezTo>
                  <a:pt x="1276" y="98"/>
                  <a:pt x="1271" y="96"/>
                  <a:pt x="1270" y="96"/>
                </a:cubicBezTo>
                <a:cubicBezTo>
                  <a:pt x="1274" y="98"/>
                  <a:pt x="1277" y="99"/>
                  <a:pt x="1279" y="100"/>
                </a:cubicBezTo>
                <a:close/>
                <a:moveTo>
                  <a:pt x="688" y="39"/>
                </a:moveTo>
                <a:cubicBezTo>
                  <a:pt x="688" y="39"/>
                  <a:pt x="688" y="39"/>
                  <a:pt x="688" y="39"/>
                </a:cubicBezTo>
                <a:cubicBezTo>
                  <a:pt x="688" y="39"/>
                  <a:pt x="688" y="39"/>
                  <a:pt x="688" y="39"/>
                </a:cubicBezTo>
                <a:cubicBezTo>
                  <a:pt x="688" y="39"/>
                  <a:pt x="688" y="39"/>
                  <a:pt x="688" y="39"/>
                </a:cubicBezTo>
                <a:close/>
                <a:moveTo>
                  <a:pt x="688" y="46"/>
                </a:moveTo>
                <a:cubicBezTo>
                  <a:pt x="688" y="46"/>
                  <a:pt x="689" y="46"/>
                  <a:pt x="689" y="46"/>
                </a:cubicBezTo>
                <a:cubicBezTo>
                  <a:pt x="688" y="46"/>
                  <a:pt x="688" y="46"/>
                  <a:pt x="688" y="46"/>
                </a:cubicBezTo>
                <a:close/>
                <a:moveTo>
                  <a:pt x="769" y="37"/>
                </a:moveTo>
                <a:cubicBezTo>
                  <a:pt x="762" y="37"/>
                  <a:pt x="762" y="37"/>
                  <a:pt x="762" y="37"/>
                </a:cubicBezTo>
                <a:cubicBezTo>
                  <a:pt x="761" y="37"/>
                  <a:pt x="762" y="37"/>
                  <a:pt x="763" y="37"/>
                </a:cubicBezTo>
                <a:cubicBezTo>
                  <a:pt x="768" y="37"/>
                  <a:pt x="769" y="37"/>
                  <a:pt x="769" y="37"/>
                </a:cubicBezTo>
                <a:close/>
                <a:moveTo>
                  <a:pt x="923" y="41"/>
                </a:moveTo>
                <a:cubicBezTo>
                  <a:pt x="912" y="40"/>
                  <a:pt x="912" y="40"/>
                  <a:pt x="912" y="40"/>
                </a:cubicBezTo>
                <a:cubicBezTo>
                  <a:pt x="907" y="40"/>
                  <a:pt x="879" y="39"/>
                  <a:pt x="882" y="39"/>
                </a:cubicBezTo>
                <a:cubicBezTo>
                  <a:pt x="899" y="40"/>
                  <a:pt x="924" y="41"/>
                  <a:pt x="938" y="42"/>
                </a:cubicBezTo>
                <a:cubicBezTo>
                  <a:pt x="933" y="41"/>
                  <a:pt x="928" y="41"/>
                  <a:pt x="923" y="41"/>
                </a:cubicBezTo>
                <a:close/>
                <a:moveTo>
                  <a:pt x="926" y="46"/>
                </a:moveTo>
                <a:cubicBezTo>
                  <a:pt x="967" y="48"/>
                  <a:pt x="967" y="48"/>
                  <a:pt x="967" y="48"/>
                </a:cubicBezTo>
                <a:cubicBezTo>
                  <a:pt x="954" y="47"/>
                  <a:pt x="939" y="46"/>
                  <a:pt x="926" y="46"/>
                </a:cubicBezTo>
                <a:close/>
                <a:moveTo>
                  <a:pt x="683" y="48"/>
                </a:moveTo>
                <a:cubicBezTo>
                  <a:pt x="683" y="48"/>
                  <a:pt x="683" y="48"/>
                  <a:pt x="683" y="48"/>
                </a:cubicBezTo>
                <a:close/>
                <a:moveTo>
                  <a:pt x="985" y="52"/>
                </a:moveTo>
                <a:cubicBezTo>
                  <a:pt x="985" y="52"/>
                  <a:pt x="986" y="52"/>
                  <a:pt x="986" y="52"/>
                </a:cubicBezTo>
                <a:cubicBezTo>
                  <a:pt x="986" y="52"/>
                  <a:pt x="985" y="52"/>
                  <a:pt x="985" y="52"/>
                </a:cubicBezTo>
                <a:close/>
                <a:moveTo>
                  <a:pt x="687" y="40"/>
                </a:moveTo>
                <a:cubicBezTo>
                  <a:pt x="687" y="40"/>
                  <a:pt x="687" y="40"/>
                  <a:pt x="687" y="40"/>
                </a:cubicBezTo>
                <a:cubicBezTo>
                  <a:pt x="687" y="40"/>
                  <a:pt x="687" y="40"/>
                  <a:pt x="687" y="40"/>
                </a:cubicBezTo>
                <a:close/>
                <a:moveTo>
                  <a:pt x="687" y="41"/>
                </a:moveTo>
                <a:cubicBezTo>
                  <a:pt x="687" y="41"/>
                  <a:pt x="687" y="41"/>
                  <a:pt x="687" y="41"/>
                </a:cubicBezTo>
                <a:cubicBezTo>
                  <a:pt x="687" y="41"/>
                  <a:pt x="687" y="41"/>
                  <a:pt x="687" y="41"/>
                </a:cubicBezTo>
                <a:close/>
                <a:moveTo>
                  <a:pt x="689" y="38"/>
                </a:moveTo>
                <a:cubicBezTo>
                  <a:pt x="689" y="38"/>
                  <a:pt x="689" y="38"/>
                  <a:pt x="689" y="38"/>
                </a:cubicBezTo>
                <a:cubicBezTo>
                  <a:pt x="689" y="38"/>
                  <a:pt x="689" y="38"/>
                  <a:pt x="689" y="38"/>
                </a:cubicBezTo>
                <a:cubicBezTo>
                  <a:pt x="689" y="38"/>
                  <a:pt x="689" y="38"/>
                  <a:pt x="689" y="38"/>
                </a:cubicBezTo>
                <a:cubicBezTo>
                  <a:pt x="689" y="38"/>
                  <a:pt x="689" y="38"/>
                  <a:pt x="689" y="38"/>
                </a:cubicBezTo>
                <a:cubicBezTo>
                  <a:pt x="689" y="38"/>
                  <a:pt x="689" y="38"/>
                  <a:pt x="689" y="38"/>
                </a:cubicBezTo>
                <a:cubicBezTo>
                  <a:pt x="689" y="38"/>
                  <a:pt x="690" y="38"/>
                  <a:pt x="690" y="38"/>
                </a:cubicBezTo>
                <a:cubicBezTo>
                  <a:pt x="689" y="38"/>
                  <a:pt x="689" y="38"/>
                  <a:pt x="689" y="38"/>
                </a:cubicBezTo>
                <a:close/>
                <a:moveTo>
                  <a:pt x="689" y="45"/>
                </a:moveTo>
                <a:cubicBezTo>
                  <a:pt x="689" y="44"/>
                  <a:pt x="689" y="45"/>
                  <a:pt x="689" y="45"/>
                </a:cubicBezTo>
                <a:cubicBezTo>
                  <a:pt x="689" y="45"/>
                  <a:pt x="689" y="45"/>
                  <a:pt x="689" y="45"/>
                </a:cubicBezTo>
                <a:close/>
                <a:moveTo>
                  <a:pt x="688" y="39"/>
                </a:moveTo>
                <a:cubicBezTo>
                  <a:pt x="688" y="39"/>
                  <a:pt x="687" y="38"/>
                  <a:pt x="687" y="39"/>
                </a:cubicBezTo>
                <a:cubicBezTo>
                  <a:pt x="687" y="39"/>
                  <a:pt x="688" y="39"/>
                  <a:pt x="688" y="39"/>
                </a:cubicBezTo>
                <a:close/>
                <a:moveTo>
                  <a:pt x="688" y="41"/>
                </a:moveTo>
                <a:cubicBezTo>
                  <a:pt x="688" y="41"/>
                  <a:pt x="688" y="41"/>
                  <a:pt x="688" y="41"/>
                </a:cubicBezTo>
                <a:cubicBezTo>
                  <a:pt x="688" y="41"/>
                  <a:pt x="688" y="41"/>
                  <a:pt x="688" y="41"/>
                </a:cubicBezTo>
                <a:cubicBezTo>
                  <a:pt x="687" y="41"/>
                  <a:pt x="688" y="41"/>
                  <a:pt x="688" y="41"/>
                </a:cubicBezTo>
                <a:close/>
                <a:moveTo>
                  <a:pt x="699" y="40"/>
                </a:moveTo>
                <a:cubicBezTo>
                  <a:pt x="689" y="41"/>
                  <a:pt x="689" y="41"/>
                  <a:pt x="689" y="41"/>
                </a:cubicBezTo>
                <a:cubicBezTo>
                  <a:pt x="689" y="41"/>
                  <a:pt x="688" y="41"/>
                  <a:pt x="688" y="41"/>
                </a:cubicBezTo>
                <a:cubicBezTo>
                  <a:pt x="688" y="41"/>
                  <a:pt x="689" y="41"/>
                  <a:pt x="689" y="41"/>
                </a:cubicBezTo>
                <a:cubicBezTo>
                  <a:pt x="689" y="41"/>
                  <a:pt x="689" y="41"/>
                  <a:pt x="689" y="41"/>
                </a:cubicBezTo>
                <a:lnTo>
                  <a:pt x="699" y="40"/>
                </a:lnTo>
                <a:close/>
                <a:moveTo>
                  <a:pt x="688" y="41"/>
                </a:moveTo>
                <a:cubicBezTo>
                  <a:pt x="688" y="41"/>
                  <a:pt x="688" y="41"/>
                  <a:pt x="688" y="41"/>
                </a:cubicBezTo>
                <a:cubicBezTo>
                  <a:pt x="688" y="41"/>
                  <a:pt x="688" y="41"/>
                  <a:pt x="688" y="41"/>
                </a:cubicBezTo>
                <a:cubicBezTo>
                  <a:pt x="688" y="41"/>
                  <a:pt x="688" y="41"/>
                  <a:pt x="688" y="41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044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9" grpId="0"/>
      <p:bldP spid="62" grpId="0"/>
      <p:bldP spid="69" grpId="0"/>
      <p:bldP spid="39" grpId="0" animBg="1"/>
    </p:bld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457200" indent="-457200">
          <a:buSzPct val="60000"/>
          <a:buFont typeface="Lucida Grande"/>
          <a:buChar char="▶"/>
          <a:defRPr sz="2500" b="1" i="1" dirty="0" err="1" smtClean="0">
            <a:latin typeface="Candara"/>
            <a:ea typeface="Adobe 고딕 Std B"/>
            <a:cs typeface="Candar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3045</TotalTime>
  <Words>601</Words>
  <Application>Microsoft Macintosh PowerPoint</Application>
  <PresentationFormat>On-screen Show (4:3)</PresentationFormat>
  <Paragraphs>186</Paragraphs>
  <Slides>26</Slides>
  <Notes>24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Tema di Office</vt:lpstr>
      <vt:lpstr>Practical Medial Axis Filtering for Occlusion-Aware Contours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Coarse Layouts for Structured Surface  and Volumetric Meshing</dc:title>
  <dc:creator>Marco Livesu</dc:creator>
  <cp:lastModifiedBy>Marco Livesu</cp:lastModifiedBy>
  <cp:revision>412</cp:revision>
  <dcterms:created xsi:type="dcterms:W3CDTF">2015-09-25T08:09:59Z</dcterms:created>
  <dcterms:modified xsi:type="dcterms:W3CDTF">2015-10-13T19:12:31Z</dcterms:modified>
</cp:coreProperties>
</file>